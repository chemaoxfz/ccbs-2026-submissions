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77e479e45e458e" /><Relationship Type="http://schemas.openxmlformats.org/officeDocument/2006/relationships/extended-properties" Target="/docProps/app.xml" Id="R876baaabbef84a58" /><Relationship Type="http://schemas.openxmlformats.org/officeDocument/2006/relationships/officeDocument" Target="/ppt/presentation.xml" Id="R11cd788254784d9c" /></Relationships>
</file>

<file path=ppt/presentation.xml><?xml version="1.0" encoding="utf-8"?>
<p:presentation xmlns:p="http://schemas.openxmlformats.org/presentationml/2006/main">
  <p:sldMasterIdLst>
    <p:sldMasterId xmlns:r="http://schemas.openxmlformats.org/officeDocument/2006/relationships" id="2147483648" r:id="Rbdd4a0f4dc954dab"/>
  </p:sldMasterIdLst>
  <p:notesMasterIdLst>
    <p:notesMasterId xmlns:r="http://schemas.openxmlformats.org/officeDocument/2006/relationships" r:id="Ra618650ca02e47fd"/>
  </p:notesMasterIdLst>
  <p:sldIdLst>
    <p:sldId xmlns:r="http://schemas.openxmlformats.org/officeDocument/2006/relationships" id="256" r:id="Rf2b23e8a7af8487a"/>
    <p:sldId xmlns:r="http://schemas.openxmlformats.org/officeDocument/2006/relationships" id="257" r:id="R2fa2fec8c63c4346"/>
    <p:sldId xmlns:r="http://schemas.openxmlformats.org/officeDocument/2006/relationships" id="258" r:id="R778a2306e8eb4b01"/>
    <p:sldId xmlns:r="http://schemas.openxmlformats.org/officeDocument/2006/relationships" id="259" r:id="R60e38cd4ebba459f"/>
    <p:sldId xmlns:r="http://schemas.openxmlformats.org/officeDocument/2006/relationships" id="260" r:id="R36cb07c721374707"/>
    <p:sldId xmlns:r="http://schemas.openxmlformats.org/officeDocument/2006/relationships" id="261" r:id="Rda2ba0fc4d3c4d4f"/>
    <p:sldId xmlns:r="http://schemas.openxmlformats.org/officeDocument/2006/relationships" id="262" r:id="R30754bbb5b224ac0"/>
    <p:sldId xmlns:r="http://schemas.openxmlformats.org/officeDocument/2006/relationships" id="263" r:id="R6196c8da5e30402b"/>
    <p:sldId xmlns:r="http://schemas.openxmlformats.org/officeDocument/2006/relationships" id="264" r:id="Rac2d8d7584bb4ef5"/>
    <p:sldId xmlns:r="http://schemas.openxmlformats.org/officeDocument/2006/relationships" id="265" r:id="Rf5eef56e450f41d8"/>
    <p:sldId xmlns:r="http://schemas.openxmlformats.org/officeDocument/2006/relationships" id="266" r:id="Reba8a8cbee184b92"/>
    <p:sldId xmlns:r="http://schemas.openxmlformats.org/officeDocument/2006/relationships" id="267" r:id="Rb41cff76370944e8"/>
    <p:sldId xmlns:r="http://schemas.openxmlformats.org/officeDocument/2006/relationships" id="268" r:id="R0df4001fb5de423c"/>
    <p:sldId xmlns:r="http://schemas.openxmlformats.org/officeDocument/2006/relationships" id="269" r:id="R26da35d681234345"/>
    <p:sldId xmlns:r="http://schemas.openxmlformats.org/officeDocument/2006/relationships" id="270" r:id="Rcd2ce223ede149f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20695e0612f4b4e" /><Relationship Type="http://schemas.openxmlformats.org/officeDocument/2006/relationships/slideMaster" Target="/ppt/slideMasters/slideMaster1.xml" Id="Rbdd4a0f4dc954dab" /><Relationship Type="http://schemas.openxmlformats.org/officeDocument/2006/relationships/notesMaster" Target="/ppt/notesMasters/notesMaster1.xml" Id="Ra618650ca02e47fd" /><Relationship Type="http://schemas.openxmlformats.org/officeDocument/2006/relationships/presProps" Target="/ppt/presProps.xml" Id="R7cd4fbb62595462a" /><Relationship Type="http://schemas.openxmlformats.org/officeDocument/2006/relationships/viewProps" Target="/ppt/viewProps.xml" Id="Ra2d940460dc4483a" /><Relationship Type="http://schemas.openxmlformats.org/officeDocument/2006/relationships/tableStyles" Target="/ppt/tableStyles.xml" Id="Refc50e0c3ed44390" /><Relationship Type="http://schemas.openxmlformats.org/officeDocument/2006/relationships/slide" Target="/ppt/slides/slide1.xml" Id="Rf2b23e8a7af8487a" /><Relationship Type="http://schemas.openxmlformats.org/officeDocument/2006/relationships/slide" Target="/ppt/slides/slide2.xml" Id="R2fa2fec8c63c4346" /><Relationship Type="http://schemas.openxmlformats.org/officeDocument/2006/relationships/slide" Target="/ppt/slides/slide3.xml" Id="R778a2306e8eb4b01" /><Relationship Type="http://schemas.openxmlformats.org/officeDocument/2006/relationships/slide" Target="/ppt/slides/slide4.xml" Id="R60e38cd4ebba459f" /><Relationship Type="http://schemas.openxmlformats.org/officeDocument/2006/relationships/slide" Target="/ppt/slides/slide5.xml" Id="R36cb07c721374707" /><Relationship Type="http://schemas.openxmlformats.org/officeDocument/2006/relationships/slide" Target="/ppt/slides/slide6.xml" Id="Rda2ba0fc4d3c4d4f" /><Relationship Type="http://schemas.openxmlformats.org/officeDocument/2006/relationships/slide" Target="/ppt/slides/slide7.xml" Id="R30754bbb5b224ac0" /><Relationship Type="http://schemas.openxmlformats.org/officeDocument/2006/relationships/slide" Target="/ppt/slides/slide8.xml" Id="R6196c8da5e30402b" /><Relationship Type="http://schemas.openxmlformats.org/officeDocument/2006/relationships/slide" Target="/ppt/slides/slide9.xml" Id="Rac2d8d7584bb4ef5" /><Relationship Type="http://schemas.openxmlformats.org/officeDocument/2006/relationships/slide" Target="/ppt/slides/slide10.xml" Id="Rf5eef56e450f41d8" /><Relationship Type="http://schemas.openxmlformats.org/officeDocument/2006/relationships/slide" Target="/ppt/slides/slide11.xml" Id="Reba8a8cbee184b92" /><Relationship Type="http://schemas.openxmlformats.org/officeDocument/2006/relationships/slide" Target="/ppt/slides/slide12.xml" Id="Rb41cff76370944e8" /><Relationship Type="http://schemas.openxmlformats.org/officeDocument/2006/relationships/slide" Target="/ppt/slides/slide13.xml" Id="R0df4001fb5de423c" /><Relationship Type="http://schemas.openxmlformats.org/officeDocument/2006/relationships/slide" Target="/ppt/slides/slide14.xml" Id="R26da35d681234345" /><Relationship Type="http://schemas.openxmlformats.org/officeDocument/2006/relationships/slide" Target="/ppt/slides/slide15.xml" Id="Rcd2ce223ede149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192ed5cbad47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ff154c62274ba9" /><Relationship Type="http://schemas.openxmlformats.org/officeDocument/2006/relationships/notesMaster" Target="/ppt/notesMasters/notesMaster1.xml" Id="Rb186e3aba77342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c58e2eade54026" /><Relationship Type="http://schemas.openxmlformats.org/officeDocument/2006/relationships/notesMaster" Target="/ppt/notesMasters/notesMaster1.xml" Id="Rf0810407ebea4f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6f789aadb74a7f" /><Relationship Type="http://schemas.openxmlformats.org/officeDocument/2006/relationships/notesMaster" Target="/ppt/notesMasters/notesMaster1.xml" Id="R77520584fe8847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3c59f0619947b3" /><Relationship Type="http://schemas.openxmlformats.org/officeDocument/2006/relationships/notesMaster" Target="/ppt/notesMasters/notesMaster1.xml" Id="R772a3d60ba1442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29f67ff1e94ae2" /><Relationship Type="http://schemas.openxmlformats.org/officeDocument/2006/relationships/notesMaster" Target="/ppt/notesMasters/notesMaster1.xml" Id="R25e025fa4bf648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dc4fd255e44ea0" /><Relationship Type="http://schemas.openxmlformats.org/officeDocument/2006/relationships/notesMaster" Target="/ppt/notesMasters/notesMaster1.xml" Id="Raba86947dded49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6d34712a254d9f" /><Relationship Type="http://schemas.openxmlformats.org/officeDocument/2006/relationships/notesMaster" Target="/ppt/notesMasters/notesMaster1.xml" Id="Ree0071ef893042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1ee15657084c34" /><Relationship Type="http://schemas.openxmlformats.org/officeDocument/2006/relationships/notesMaster" Target="/ppt/notesMasters/notesMaster1.xml" Id="R8297f779d50846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187c43ca7f4e23" /><Relationship Type="http://schemas.openxmlformats.org/officeDocument/2006/relationships/notesMaster" Target="/ppt/notesMasters/notesMaster1.xml" Id="R1542f1dec65442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03864039084fa3" /><Relationship Type="http://schemas.openxmlformats.org/officeDocument/2006/relationships/notesMaster" Target="/ppt/notesMasters/notesMaster1.xml" Id="R3f20412b4b2244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28747520aa44ee" /><Relationship Type="http://schemas.openxmlformats.org/officeDocument/2006/relationships/notesMaster" Target="/ppt/notesMasters/notesMaster1.xml" Id="R687da3bce13f41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5012b0769245db" /><Relationship Type="http://schemas.openxmlformats.org/officeDocument/2006/relationships/notesMaster" Target="/ppt/notesMasters/notesMaster1.xml" Id="R696dec721adc4b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ba3557c43844c0" /><Relationship Type="http://schemas.openxmlformats.org/officeDocument/2006/relationships/notesMaster" Target="/ppt/notesMasters/notesMaster1.xml" Id="Ra3b07b2925c64b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ea307218ae47bd" /><Relationship Type="http://schemas.openxmlformats.org/officeDocument/2006/relationships/notesMaster" Target="/ppt/notesMasters/notesMaster1.xml" Id="Rd548df6a333342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9f3388442046ba" /><Relationship Type="http://schemas.openxmlformats.org/officeDocument/2006/relationships/notesMaster" Target="/ppt/notesMasters/notesMaster1.xml" Id="R212f0ed1c1c840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This part asks how ATP concentration responds when energy demand increases. We first calculate the new ATP level, then follow its response in time. Finally, we ask how feedback sensitivity changes the recovery.</a:t>
            </a:r>
          </a:p>
          <a:p xmlns:a="http://schemas.openxmlformats.org/drawingml/2006/main">
            <a:r>
              <a:t>The example will show a lower working ATP concentration at higher demand. It will also show that stronger feedback sensitivity can slow recovery or destabilize that working point.</a:t>
            </a:r>
          </a:p>
          <a:p xmlns:a="http://schemas.openxmlformats.org/drawingml/2006/main">
            <a:r>
              <a:t/>
            </a:r>
          </a:p>
          <a:p xmlns:a="http://schemas.openxmlformats.org/drawingml/2006/main">
            <a:r>
              <a:t>PRESENTER REFERENCE</a:t>
            </a:r>
            <a:endParaRPr/>
          </a:p>
          <a:p xmlns:a="http://schemas.openxmlformats.org/drawingml/2006/main">
            <a:r>
              <a:t>The ATP feedback model assumes fixed volume, fixed kinetic parameters during a demand step and externally specified ATP demand. This reduced model provides a controlled example, rather than a quantitative fit to a specific cell.</a:t>
            </a:r>
          </a:p>
          <a:p xmlns:a="http://schemas.openxmlformats.org/drawingml/2006/main">
            <a:r>
              <a:t/>
            </a:r>
            <a:endParaRPr/>
          </a:p>
          <a:p xmlns:a="http://schemas.openxmlformats.org/drawingml/2006/main">
            <a:r>
              <a:t>Equation source (LaTeX)</a:t>
            </a:r>
            <a:endParaRP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Here, q denotes concentration. The two state variables are the intermediate pool, I, and the ATP pool. The reaction fluxes v one and v two have units of concentration per time. The external demand, w, has the same units.</a:t>
            </a:r>
          </a:p>
          <a:p xmlns:a="http://schemas.openxmlformats.org/drawingml/2006/main">
            <a:r>
              <a:t>The investment reaction consumes one ATP and creates one intermediate. The payoff reaction consumes one intermediate and produces two ATP. The table records each reaction's contribution to the two concentration rates.</a:t>
            </a:r>
          </a:p>
          <a:p xmlns:a="http://schemas.openxmlformats.org/drawingml/2006/main">
            <a:r>
              <a:t>The matrix equation collects the same bookkeeping. S contains the stoichiometric coefficients. Its first column describes investment, and its second column describes payoff. Multiplying S by the flux vector gives the changes produced by the reactions. External demand contributes zero to I and minus w to ATP.</a:t>
            </a:r>
          </a:p>
          <a:p xmlns:a="http://schemas.openxmlformats.org/drawingml/2006/main">
            <a:r>
              <a:t>At this stage, none of the variables has a bar. They still carry physical units.</a:t>
            </a:r>
          </a:p>
          <a:p xmlns:a="http://schemas.openxmlformats.org/drawingml/2006/main">
            <a:r>
              <a:t/>
            </a:r>
            <a:endParaRPr/>
          </a:p>
          <a:p xmlns:a="http://schemas.openxmlformats.org/drawingml/2006/main">
            <a:r>
              <a:t>PRESENTER REFERENCE</a:t>
            </a:r>
          </a:p>
          <a:p xmlns:a="http://schemas.openxmlformats.org/drawingml/2006/main">
            <a:r>
              <a:t>These are lumped reactions. Fuel, ADP, phosphate and other species are omitted. The coefficient two belongs to this reduced teaching model and is not the complete yield of glycolysis. The model assumes fixed volume. Its q variables represent the retained concentration pools after eliminating fast binding states.</a:t>
            </a:r>
          </a:p>
          <a:p xmlns:a="http://schemas.openxmlformats.org/drawingml/2006/main">
            <a:r>
              <a:t/>
            </a:r>
            <a:endParaRPr/>
          </a:p>
          <a:p xmlns:a="http://schemas.openxmlformats.org/drawingml/2006/main">
            <a:r>
              <a:t>TERMINOLOGY</a:t>
            </a:r>
          </a:p>
          <a:p xmlns:a="http://schemas.openxmlformats.org/drawingml/2006/main">
            <a:r>
              <a:t>Reaction flux means the rate at which a reaction proceeds per unit volume in this concentration model. Its units are concentration per unit time, for example millimolar per second. Concentration per unit time is a unit description, not the name of the variable. The external demand w is an ATP consumption flux. Both q and v are two-component column vectors.</a:t>
            </a:r>
          </a:p>
          <a:p xmlns:a="http://schemas.openxmlformats.org/drawingml/2006/main">
            <a:r>
              <a:t/>
            </a:r>
            <a:endParaRPr/>
          </a:p>
          <a:p xmlns:a="http://schemas.openxmlformats.org/drawingml/2006/main">
            <a:r>
              <a:t>Equation source (LaTeX)</a:t>
            </a:r>
          </a:p>
          <a:p xmlns:a="http://schemas.openxmlformats.org/drawingml/2006/main">
            <a:r>
              <a:t>q_I,q_{\mathrm{ATP}}:\ \text{concentrations}\qquad v_1,v_2:\ \text{reaction fluxes}\qquad w:\ \text{ATP demand flux}</a:t>
            </a:r>
            <a:endParaRPr/>
          </a:p>
          <a:p xmlns:a="http://schemas.openxmlformats.org/drawingml/2006/main">
            <a:r>
              <a:t/>
            </a:r>
          </a:p>
          <a:p xmlns:a="http://schemas.openxmlformats.org/drawingml/2006/main">
            <a:r>
              <a:t>Sources</a:t>
            </a:r>
            <a:endParaRP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 reaction balance tells us where material goes. We also need a rule for how fast each reaction runs.</a:t>
            </a:r>
          </a:p>
          <a:p xmlns:a="http://schemas.openxmlformats.org/drawingml/2006/main">
            <a:r>
              <a:t>We use an inhibitory Hill function, H. L is the inhibitor concentration, K is the concentration at half activity, and n controls the steepness. H decreases from one toward zero as the inhibitor concentration increases.</a:t>
            </a:r>
          </a:p>
          <a:p xmlns:a="http://schemas.openxmlformats.org/drawingml/2006/main">
            <a:r>
              <a:t>For investment, the flux is c one times ATP concentration times H. The ATP factor represents the substrate needed for the reaction. H represents the fraction of activity remaining under ATP inhibition. Substituting the Hill function gives the fraction shown on the second line.</a:t>
            </a:r>
          </a:p>
          <a:p xmlns:a="http://schemas.openxmlformats.org/drawingml/2006/main">
            <a:r>
              <a:t>For payoff, the substrate factor is I, while the inhibitor is still ATP. That explains why I appears in the numerator and ATP appears in the denominator.</a:t>
            </a:r>
          </a:p>
          <a:p xmlns:a="http://schemas.openxmlformats.org/drawingml/2006/main">
            <a:r>
              <a:t>The effective rate constants c one and c two include fixed enzyme abundance. The inhibition exponents are two h and two g. In this notation, h and g are half the corresponding Hill exponents.</a:t>
            </a:r>
          </a:p>
          <a:p xmlns:a="http://schemas.openxmlformats.org/drawingml/2006/main">
            <a:r>
              <a:t/>
            </a:r>
            <a:endParaRPr/>
          </a:p>
          <a:p xmlns:a="http://schemas.openxmlformats.org/drawingml/2006/main">
            <a:r>
              <a:t>PRESENTER REFERENCE</a:t>
            </a:r>
          </a:p>
          <a:p xmlns:a="http://schemas.openxmlformats.org/drawingml/2006/main">
            <a:r>
              <a:t>These are effective kinetic assumptions consistent with the course model, not a unique derivation from every microscopic reaction. ATP plays two roles in investment: substrate and inhibitor. Lower ATP does not increase investment at every possible concentration. The later example follows the inhibition-dominated branch near the reference state. A fitted Hill slope does not directly count binding sites.</a:t>
            </a:r>
          </a:p>
          <a:p xmlns:a="http://schemas.openxmlformats.org/drawingml/2006/main">
            <a:r>
              <a:t/>
            </a:r>
            <a:endParaRPr/>
          </a:p>
          <a:p xmlns:a="http://schemas.openxmlformats.org/drawingml/2006/main">
            <a:r>
              <a:t>Equation source (LaTeX)</a:t>
            </a:r>
          </a:p>
          <a:p xmlns:a="http://schemas.openxmlformats.org/drawingml/2006/main">
            <a:r>
              <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a:p xmlns:a="http://schemas.openxmlformats.org/drawingml/2006/main">
            <a:r>
              <a:t>https://pubmed.ncbi.nlm.nih.gov/19779939/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now define the bars. We assume a common inhibition scale: K one and K two both equal q zero. This is a model assumption.</a:t>
            </a:r>
          </a:p>
          <a:p xmlns:a="http://schemas.openxmlformats.org/drawingml/2006/main">
            <a:r>
              <a:t>We measure concentration in units of q zero, time in units of t met, and flux in units of v zero. We choose t met equal to two divided by c one, and v zero equal to q zero divided by t met. Kappa is the ratio c two over c one.</a:t>
            </a:r>
          </a:p>
          <a:p xmlns:a="http://schemas.openxmlformats.org/drawingml/2006/main">
            <a:r>
              <a:t>The arrows show the original equations on the left and their normalized versions on the right. In the first flux, c one times t met becomes two. In the second, c two times t met becomes two kappa.</a:t>
            </a:r>
          </a:p>
          <a:p xmlns:a="http://schemas.openxmlformats.org/drawingml/2006/main">
            <a:r>
              <a:t>The concentration balance keeps the same S matrix because both concentrations use the same scale, and both fluxes use the same flux scale. Every later time axis shows normalized time, not seconds.</a:t>
            </a:r>
          </a:p>
          <a:p xmlns:a="http://schemas.openxmlformats.org/drawingml/2006/main">
            <a:r>
              <a:t/>
            </a:r>
            <a:endParaRPr/>
          </a:p>
          <a:p xmlns:a="http://schemas.openxmlformats.org/drawingml/2006/main">
            <a:r>
              <a:t>PRESENTER REFERENCE</a:t>
            </a:r>
          </a:p>
          <a:p xmlns:a="http://schemas.openxmlformats.org/drawingml/2006/main">
            <a:r>
              <a:t>Substitute q = q0 qbar and t = t_met tbar into dq/dt. The chain rule gives dq/dt = (q0/t_met) dqbar/dtbar. The right side becomes v0 (S vbar + S^w wbar). Since v0 = q0/t_met, the common factor cancels.</a:t>
            </a:r>
          </a:p>
          <a:p xmlns:a="http://schemas.openxmlformats.org/drawingml/2006/main">
            <a:r>
              <a:t>For investment, v1/v0 = c1 q0 qbar_ATP / {v0 [1 + qbar_ATP^(2h)]} = c1 t_met qbar_ATP / [1 + qbar_ATP^(2h)] = 2 qbar_ATP / [1 + qbar_ATP^(2h)]. For payoff, the same substitution gives c2 t_met = 2 c2/c1 = 2 kappa.</a:t>
            </a:r>
          </a:p>
          <a:p xmlns:a="http://schemas.openxmlformats.org/drawingml/2006/main">
            <a:r>
              <a:t>Different physical K values cannot both disappear through this common rescaling. If K1 differs from K2, the normalized denominators retain their distinct scale ratios.</a:t>
            </a:r>
          </a:p>
          <a:p xmlns:a="http://schemas.openxmlformats.org/drawingml/2006/main">
            <a:r>
              <a:t/>
            </a:r>
            <a:endParaRPr/>
          </a:p>
          <a:p xmlns:a="http://schemas.openxmlformats.org/drawingml/2006/main">
            <a:r>
              <a:t>Equation source (LaTeX)</a:t>
            </a:r>
          </a:p>
          <a:p xmlns:a="http://schemas.openxmlformats.org/drawingml/2006/main">
            <a:r>
              <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Let us derive the steady-state condition from the matrix balance. The first row of the normalized matrix equation gives the intermediate rate: investment minus payoff. The second gives the ATP rate: minus investment, plus twice payoff, minus demand.</a:t>
            </a:r>
          </a:p>
          <a:p xmlns:a="http://schemas.openxmlformats.org/drawingml/2006/main">
            <a:r>
              <a:t>At steady state, both concentration derivatives are zero. The first equation says that the two reaction fluxes must be equal. Substituting this into the second equation says that each reaction flux must equal demand.</a:t>
            </a:r>
          </a:p>
          <a:p xmlns:a="http://schemas.openxmlformats.org/drawingml/2006/main">
            <a:r>
              <a:t>The star marks a steady-state value. The bar marks normalization. They have different meanings.</a:t>
            </a:r>
          </a:p>
          <a:p xmlns:a="http://schemas.openxmlformats.org/drawingml/2006/main">
            <a:r>
              <a:t>Notice that a steady state can carry nonzero flux. ATP production and consumption continue, but the concentrations stay constant. Solving these equations locates a candidate working point. It does not yet prove that disturbances will decay.</a:t>
            </a:r>
          </a:p>
          <a:p xmlns:a="http://schemas.openxmlformats.org/drawingml/2006/main">
            <a:r>
              <a:t/>
            </a:r>
            <a:endParaRPr/>
          </a:p>
          <a:p xmlns:a="http://schemas.openxmlformats.org/drawingml/2006/main">
            <a:r>
              <a:t>Equation source (LaTeX)</a:t>
            </a:r>
          </a:p>
          <a:p xmlns:a="http://schemas.openxmlformats.org/drawingml/2006/main">
            <a:r>
              <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These are the normalized flux laws that we will use from now on. Let the reference demand equal one, and require both reaction fluxes to equal one.</a:t>
            </a:r>
          </a:p>
          <a:p xmlns:a="http://schemas.openxmlformats.org/drawingml/2006/main">
            <a:r>
              <a:t>On the reference branch, ATP equal to one satisfies the first equation, because two divided by two equals one.</a:t>
            </a:r>
          </a:p>
          <a:p xmlns:a="http://schemas.openxmlformats.org/drawingml/2006/main">
            <a:r>
              <a:t>Now substitute that ATP value into the second flux. Its denominator also becomes two, so the payoff flux is kappa times the intermediate concentration. Setting that flux to one gives I equal to one over kappa.</a:t>
            </a:r>
          </a:p>
          <a:p xmlns:a="http://schemas.openxmlformats.org/drawingml/2006/main">
            <a:r>
              <a:t>For our example, kappa is one point one, g is zero point three, and h is two point five. The reference concentrations are therefore ATP equal to one and I approximately zero point nine zero nine zero nine. The reaction fluxes and demand are all one, although the concentrations are not both one.</a:t>
            </a:r>
          </a:p>
          <a:p xmlns:a="http://schemas.openxmlformats.org/drawingml/2006/main">
            <a:r>
              <a:t/>
            </a:r>
            <a:endParaRPr/>
          </a:p>
          <a:p xmlns:a="http://schemas.openxmlformats.org/drawingml/2006/main">
            <a:r>
              <a:t>PRESENTER REFERENCE</a:t>
            </a:r>
          </a:p>
          <a:p xmlns:a="http://schemas.openxmlformats.org/drawingml/2006/main">
            <a:r>
              <a:t>We select the reference root qbar_ATP = 1. The investment equation can have another positive root. The reference root exists for every h, but its stability still depends on h.</a:t>
            </a:r>
          </a:p>
          <a:p xmlns:a="http://schemas.openxmlformats.org/drawingml/2006/main">
            <a:r>
              <a:t>Setting both concentrations to one with kappa = 1.1 would give vbar1 = 1 and vbar2 = 1.1. At demand one, the derivatives would then be -0.1 for I and +0.2 for ATP. That point is not a steady state.</a:t>
            </a:r>
          </a:p>
          <a:p xmlns:a="http://schemas.openxmlformats.org/drawingml/2006/main">
            <a:r>
              <a:t/>
            </a:r>
            <a:endParaRPr/>
          </a:p>
          <a:p xmlns:a="http://schemas.openxmlformats.org/drawingml/2006/main">
            <a:r>
              <a:t>PARAMETER CHOICE</a:t>
            </a:r>
          </a:p>
          <a:p xmlns:a="http://schemas.openxmlformats.org/drawingml/2006/main">
            <a:r>
              <a:t>For example, choose kappa = 1.1, g = 0.3 and h = 2.5. These are illustrative model parameters, not experimentally fitted values or random samples. We keep kappa and g fixed and vary h later to isolate investment-feedback sensitivity. In an experiment, h would be estimated from the ATP-dependent investment-rate curve together with the other kinetic parameters. The investment Hill exponent is 2h.</a:t>
            </a:r>
          </a:p>
          <a:p xmlns:a="http://schemas.openxmlformats.org/drawingml/2006/main">
            <a:r>
              <a:t/>
            </a:r>
            <a:endParaRPr/>
          </a:p>
          <a:p xmlns:a="http://schemas.openxmlformats.org/drawingml/2006/main">
            <a:r>
              <a:t>Equation source (LaTeX)</a:t>
            </a:r>
          </a:p>
          <a:p xmlns:a="http://schemas.openxmlformats.org/drawingml/2006/main">
            <a:r>
              <a:t>\text{For example: }\quad\kappa=1.1,\quad g=0.3,\quad h=2.5</a:t>
            </a:r>
            <a:endParaRPr/>
          </a:p>
          <a:p xmlns:a="http://schemas.openxmlformats.org/drawingml/2006/main">
            <a:r>
              <a:t/>
            </a:r>
          </a:p>
          <a:p xmlns:a="http://schemas.openxmlformats.org/drawingml/2006/main">
            <a:r>
              <a:t>Sources</a:t>
            </a:r>
            <a:endParaRP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now change demand from one to one point one. All kinetic parameters remain fixed at the example values.</a:t>
            </a:r>
          </a:p>
          <a:p xmlns:a="http://schemas.openxmlformats.org/drawingml/2006/main">
            <a:r>
              <a:t>At the new steady state, investment flux must equal the new demand. The orange equation on the left is exactly the orange curve on the right. The horizontal lines show the old and new demand levels.</a:t>
            </a:r>
          </a:p>
          <a:p xmlns:a="http://schemas.openxmlformats.org/drawingml/2006/main">
            <a:r>
              <a:t>We follow the intersection near the old ATP concentration. The increased demand intersects this descending branch at a lower ATP concentration. Once ATP is known, the payoff balance gives I.</a:t>
            </a:r>
          </a:p>
          <a:p xmlns:a="http://schemas.openxmlformats.org/drawingml/2006/main">
            <a:r>
              <a:t>The bottom comparison shows both states with the same precision. ATP changes from one to zero point nine two seven four nine. I changes from zero point nine zero nine zero nine to zero point nine seven seven nine two.</a:t>
            </a:r>
          </a:p>
          <a:p xmlns:a="http://schemas.openxmlformats.org/drawingml/2006/main">
            <a:r>
              <a:t>On this branch, lowering ATP relieves inhibition strongly enough to increase investment flux despite the smaller ATP substrate pool. The higher I pool supports the increased payoff. These equations locate a candidate steady state. We next check how the system moves toward it.</a:t>
            </a:r>
            <a:endParaRPr/>
          </a:p>
          <a:p xmlns:a="http://schemas.openxmlformats.org/drawingml/2006/main">
            <a:r>
              <a:t/>
            </a:r>
          </a:p>
          <a:p xmlns:a="http://schemas.openxmlformats.org/drawingml/2006/main">
            <a:r>
              <a:t>PRESENTER REFERENCE</a:t>
            </a:r>
          </a:p>
          <a:p xmlns:a="http://schemas.openxmlformats.org/drawingml/2006/main">
            <a:r>
              <a:t>Parameters remain h = 2.5, g = 0.3 and kappa = 1.1. The steady equations are vbar1 = vbar2 = wbar. The ATP equation can have more than one positive root, so the calculation follows the inhibition-dominated branch connected to the reference ATP value of one. The plotted quantities are flux versus concentration, not time.</a:t>
            </a:r>
            <a:endParaRPr/>
          </a:p>
          <a:p xmlns:a="http://schemas.openxmlformats.org/drawingml/2006/main">
            <a:r>
              <a:t/>
            </a:r>
          </a:p>
          <a:p xmlns:a="http://schemas.openxmlformats.org/drawingml/2006/main">
            <a:r>
              <a:t>Equation source (LaTeX)</a:t>
            </a:r>
          </a:p>
          <a:p xmlns:a="http://schemas.openxmlformats.org/drawingml/2006/main">
            <a:r>
              <a:t>\begin{gathered}\bar q_{\mathrm{ATP}}^{*}=1,\quad \bar q_I^{*}=0.90909\end{gathered}\quad\longrightarrow\quad\begin{gathered}\bar q_{\mathrm{ATP}}^{*}=0.92749,\quad \bar q_I^{*}=0.97792\end{gathered}</a:t>
            </a:r>
            <a:endParaRPr/>
          </a:p>
          <a:p xmlns:a="http://schemas.openxmlformats.org/drawingml/2006/main">
            <a:r>
              <a:t/>
            </a:r>
          </a:p>
          <a:p xmlns:a="http://schemas.openxmlformats.org/drawingml/2006/main">
            <a:r>
              <a:t>Sources</a:t>
            </a:r>
            <a:endParaRP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First consider the instant just after demand increases. Concentrations cannot jump. The reaction fluxes depend on those concentrations, so both fluxes are still one at this instant.</a:t>
            </a:r>
          </a:p>
          <a:p xmlns:a="http://schemas.openxmlformats.org/drawingml/2006/main">
            <a:r>
              <a:t>The intermediate derivative is v one minus v two. Substituting one minus one gives zero. The ATP derivative is minus v one, plus twice v two, minus the new demand. Substituting the numbers gives minus zero point one.</a:t>
            </a:r>
          </a:p>
          <a:p xmlns:a="http://schemas.openxmlformats.org/drawingml/2006/main">
            <a:r>
              <a:t>The immediate ATP decline therefore has a simple cause: consumption has increased before production changes.</a:t>
            </a:r>
          </a:p>
          <a:p xmlns:a="http://schemas.openxmlformats.org/drawingml/2006/main">
            <a:r>
              <a:t>The arrow asks why net ATP production initially dips. This is a second effect, distinct from the immediate ATP concentration decline. Net ATP production, P, equals minus v one plus twice v two. It starts at one, then briefly falls below one. As ATP falls, inhibition weakens and investment accelerates. That investment spends ATP before the extra payoff catches up. Later, the intermediate accumulates and supports more ATP production.</a:t>
            </a:r>
          </a:p>
          <a:p xmlns:a="http://schemas.openxmlformats.org/drawingml/2006/main">
            <a:r>
              <a:t>The dashed line is the new demand. ATP decreases when net production lies below that line and increases when production lies above it.</a:t>
            </a:r>
          </a:p>
          <a:p xmlns:a="http://schemas.openxmlformats.org/drawingml/2006/main">
            <a:r>
              <a:t/>
            </a:r>
            <a:endParaRPr/>
          </a:p>
          <a:p xmlns:a="http://schemas.openxmlformats.org/drawingml/2006/main">
            <a:r>
              <a:t>PRESENTER REFERENCE</a:t>
            </a:r>
          </a:p>
          <a:p xmlns:a="http://schemas.openxmlformats.org/drawingml/2006/main">
            <a:r>
              <a:t>The initial demand deficit and the subsequent dip in net production have different causes. The initial deficit follows from concentration continuity and the demand step alone. The production dip also depends on the investment-payoff kinetics. For the example h = 2.5, g = 0.3 and kappa = 1.1, at the reference point, dPbar/dtbar = (h - 1 - 2g)(wbar_old - wbar_new) = -0.09 for the stated parameters. P is a flux, not the ATP concentration.</a:t>
            </a:r>
          </a:p>
          <a:p xmlns:a="http://schemas.openxmlformats.org/drawingml/2006/main">
            <a:r>
              <a:t/>
            </a:r>
            <a:endParaRPr/>
          </a:p>
          <a:p xmlns:a="http://schemas.openxmlformats.org/drawingml/2006/main">
            <a:r>
              <a:t>Equation source (LaTeX)</a:t>
            </a:r>
          </a:p>
          <a:p xmlns:a="http://schemas.openxmlformats.org/drawingml/2006/main">
            <a:r>
              <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can now follow the two concentrations together. At normalized time zero, demand steps from one to one point one. Higher demand first lowers ATP. ATP changes the reaction rates. The difference between those rates changes I, and I changes the ATP payoff.</a:t>
            </a:r>
          </a:p>
          <a:p xmlns:a="http://schemas.openxmlformats.org/drawingml/2006/main">
            <a:r>
              <a:t>The column vector qbar contains I first and ATP second. Delta qbar means qbar minus its new steady-state vector. Each plotted curve is one component of this vector deviation. The teal solid line is ATP, and the orange dashed line is I. Zero means that a concentration equals its new steady value, not that the concentration itself is zero.</a:t>
            </a:r>
          </a:p>
          <a:p xmlns:a="http://schemas.openxmlformats.org/drawingml/2006/main">
            <a:r>
              <a:t>Look at the marked upward crossing. ATP has reached its steady-state value, but I is still above its own steady-state value. The excess intermediate supports extra payoff, so ATP keeps increasing and overshoots.</a:t>
            </a:r>
          </a:p>
          <a:p xmlns:a="http://schemas.openxmlformats.org/drawingml/2006/main">
            <a:r>
              <a:t>In this example, the net effect of the coupled feedback reduces the disturbance over successive cycles. The oscillations therefore fade. Negative feedback alone is not enough to guarantee this result. We will check it mathematically with the Jacobian.</a:t>
            </a:r>
          </a:p>
          <a:p xmlns:a="http://schemas.openxmlformats.org/drawingml/2006/main">
            <a:r>
              <a:t/>
            </a:r>
            <a:endParaRPr/>
          </a:p>
          <a:p xmlns:a="http://schemas.openxmlformats.org/drawingml/2006/main">
            <a:r>
              <a:t>PRESENTER REFERENCE</a:t>
            </a:r>
          </a:p>
          <a:p xmlns:a="http://schemas.openxmlformats.org/drawingml/2006/main">
            <a:r>
              <a:t>At the marked crossing, vbar1 equals the new demand because ATP equals its steady-state value. Since I remains above its steady-state value, vbar2 exceeds demand, and the ATP derivative remains positive. The same demand-step trajectory continues here with h fixed at 2.5. The next slide changes the experimental protocol to a local perturbation test.</a:t>
            </a:r>
          </a:p>
          <a:p xmlns:a="http://schemas.openxmlformats.org/drawingml/2006/main">
            <a:r>
              <a:t/>
            </a:r>
            <a:endParaRPr/>
          </a:p>
          <a:p xmlns:a="http://schemas.openxmlformats.org/drawingml/2006/main">
            <a:r>
              <a:t>Equation source (LaTeX)</a:t>
            </a:r>
          </a:p>
          <a:p xmlns:a="http://schemas.openxmlformats.org/drawingml/2006/main">
            <a:r>
              <a:t>\text{At }\bar t=0:\qquad \bar w:\ 1\to1.1</a:t>
            </a:r>
          </a:p>
          <a:p xmlns:a="http://schemas.openxmlformats.org/drawingml/2006/main">
            <a:r>
              <a:t/>
            </a:r>
            <a:endParaRPr/>
          </a:p>
          <a:p xmlns:a="http://schemas.openxmlformats.org/drawingml/2006/main">
            <a:r>
              <a:t>\delta\bar q=\bar q-\bar q_*,\qquad\bar q=(\bar q_I,\,\bar q_{\mathrm{ATP}})^{\mathsf T}</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Does the disturbance decay for every h? To isolate this question, we now fix demand at one point one. For each h, we start at its own new steady state and add the same small ATP perturbation, zero point zero zero one. I starts at its steady-state value.</a:t>
            </a:r>
          </a:p>
          <a:p xmlns:a="http://schemas.openxmlformats.org/drawingml/2006/main">
            <a:r>
              <a:t>Both cases recover, but h equal to two point eight recovers more slowly. The two charts use the same vertical scale. The time windows differ: the left plot ends at twenty and the right plot ends at forty-five, so compare the time labels rather than the physical widths.</a:t>
            </a:r>
          </a:p>
          <a:p xmlns:a="http://schemas.openxmlformats.org/drawingml/2006/main">
            <a:r>
              <a:t>Using the same small tolerance for both deviations, the settling times are about fifteen and thirty-seven normalized time units. Stronger sensitivity does not necessarily give faster recovery. Investment changes immediate ATP spending as well as the later payoff through I.</a:t>
            </a:r>
          </a:p>
          <a:p xmlns:a="http://schemas.openxmlformats.org/drawingml/2006/main">
            <a:r>
              <a:t/>
            </a:r>
            <a:endParaRPr/>
          </a:p>
          <a:p xmlns:a="http://schemas.openxmlformats.org/drawingml/2006/main">
            <a:r>
              <a:t>PRESENTER REFERENCE</a:t>
            </a:r>
          </a:p>
          <a:p xmlns:a="http://schemas.openxmlformats.org/drawingml/2006/main">
            <a:r>
              <a:t>This is a local stability test at fixed demand, not another demand step. Settling means that both absolute deviations fall below 0.00001 and remain below it through the simulation endpoint of 80. The numerical settling times are 15.08 and 36.76. The initial perturbation values and the settling tolerance are reference details rather than slide subtitles. Mathematical asymptotic convergence does not reach exactly zero at a finite time.</a:t>
            </a:r>
          </a:p>
          <a:p xmlns:a="http://schemas.openxmlformats.org/drawingml/2006/main">
            <a:r>
              <a:t/>
            </a:r>
            <a:endParaRPr/>
          </a:p>
          <a:p xmlns:a="http://schemas.openxmlformats.org/drawingml/2006/main">
            <a:r>
              <a:t>Equation source (LaTeX)</a:t>
            </a:r>
          </a:p>
          <a:p xmlns:a="http://schemas.openxmlformats.org/drawingml/2006/main">
            <a:r>
              <a:t>\text{Small perturbation around each steady state at }\bar w=1.1</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repeat exactly the same perturbation test with h equal to three point one. Demand remains fixed, and the initial ATP displacement is still zero point zero zero one.</a:t>
            </a:r>
          </a:p>
          <a:p xmlns:a="http://schemas.openxmlformats.org/drawingml/2006/main">
            <a:r>
              <a:t>This time, the oscillations grow. The trajectory moves away from the candidate steady state. The vertical range is larger than on the previous slide, so check the y-axis values.</a:t>
            </a:r>
          </a:p>
          <a:p xmlns:a="http://schemas.openxmlformats.org/drawingml/2006/main">
            <a:r>
              <a:t>The more sensitive investment reaction changes ATP spending more strongly. I then changes the later payoff. For these parameters, the combined response amplifies the disturbance instead of damping it.</a:t>
            </a:r>
          </a:p>
          <a:p xmlns:a="http://schemas.openxmlformats.org/drawingml/2006/main">
            <a:r>
              <a:t>The label above the graph identifies h = 3.1. The growing oscillations indicate departure from the candidate state. The Jacobian on the next slide explains why.</a:t>
            </a:r>
          </a:p>
          <a:p xmlns:a="http://schemas.openxmlformats.org/drawingml/2006/main">
            <a:r>
              <a:t/>
            </a:r>
            <a:endParaRPr/>
          </a:p>
          <a:p xmlns:a="http://schemas.openxmlformats.org/drawingml/2006/main">
            <a:r>
              <a:t>PRESENTER REFERENCE</a:t>
            </a:r>
          </a:p>
          <a:p xmlns:a="http://schemas.openxmlformats.org/drawingml/2006/main">
            <a:r>
              <a:t>This finite trajectory shows departure from the local steady state. It does not by itself establish a permanent limit cycle, an unbounded long-term solution, or cell death in a biological system.</a:t>
            </a:r>
          </a:p>
          <a:p xmlns:a="http://schemas.openxmlformats.org/drawingml/2006/main">
            <a:r>
              <a:t/>
            </a:r>
            <a:endParaRPr/>
          </a:p>
          <a:p xmlns:a="http://schemas.openxmlformats.org/drawingml/2006/main">
            <a:r>
              <a:t>Equation source (LaTeX)</a:t>
            </a:r>
          </a:p>
          <a:p xmlns:a="http://schemas.openxmlformats.org/drawingml/2006/main">
            <a:r>
              <a:t>\text{Same perturbation test at }\bar w=1.1</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 Jacobian differentiates the full concentration dynamics, f, with respect to the concentrations. Since demand is fixed during this test, its derivative is zero. We therefore multiply S by the flux-derivative matrix.</a:t>
            </a:r>
          </a:p>
          <a:p xmlns:a="http://schemas.openxmlformats.org/drawingml/2006/main">
            <a:r>
              <a:t>We label that matrix in the usual order: a and b in the first row, c and d in the second. The first entry, a, is zero because investment does not depend directly on I. The other entries describe how investment responds to ATP, and how payoff responds to I and ATP.</a:t>
            </a:r>
          </a:p>
          <a:p xmlns:a="http://schemas.openxmlformats.org/drawingml/2006/main">
            <a:r>
              <a:t>Multiplying by S gives the state Jacobian shown here. Near steady state, it determines how a small concentration disturbance changes.</a:t>
            </a:r>
          </a:p>
          <a:p xmlns:a="http://schemas.openxmlformats.org/drawingml/2006/main">
            <a:r>
              <a:t>All three examples have a positive determinant and complex-conjugate eigenvalues. For this oscillatory case, the local amplitude envelope varies as the exponential of one half the trace times time. A negative trace gives decay. A negative trace closer to zero gives slower decay. A positive trace gives growth.</a:t>
            </a:r>
          </a:p>
          <a:p xmlns:a="http://schemas.openxmlformats.org/drawingml/2006/main">
            <a:r>
              <a:t>That is why the trace values in the table explain the three time traces. The middle case is still stable, but its trace is less negative, so it loses its disturbance more slowly.</a:t>
            </a:r>
          </a:p>
          <a:p xmlns:a="http://schemas.openxmlformats.org/drawingml/2006/main">
            <a:r>
              <a:t/>
            </a:r>
            <a:endParaRPr/>
          </a:p>
          <a:p xmlns:a="http://schemas.openxmlformats.org/drawingml/2006/main">
            <a:r>
              <a:t>PRESENTER REFERENCE</a:t>
            </a:r>
          </a:p>
          <a:p xmlns:a="http://schemas.openxmlformats.org/drawingml/2006/main">
            <a:r>
              <a:t>State ordering is (qbar_I, qbar_ATP), and flux ordering is (vbar1, vbar2). Set a = partial vbar1 / partial qbar_I = 0, b = partial vbar1 / partial qbar_ATP, c = partial vbar2 / partial qbar_I, and d = partial vbar2 / partial qbar_ATP, all evaluated at the relevant new steady state. Then J = [[-c, b-d], [2c, -b+2d]].</a:t>
            </a:r>
          </a:p>
          <a:p xmlns:a="http://schemas.openxmlformats.org/drawingml/2006/main">
            <a:r>
              <a:t>Writing A = qbar_ATP and I = qbar_I for this reference paragraph only, b = 2[1 + (1-2h)A^(2h)]/[1+A^(2h)]^2, c = 2 kappa/[1+A^(2g)], and d = -4 kappa g I A^(2g-1)/[1+A^(2g)]^2.</a:t>
            </a:r>
          </a:p>
          <a:p xmlns:a="http://schemas.openxmlformats.org/drawingml/2006/main">
            <a:r>
              <a:t>For a two-dimensional real matrix with complex-conjugate eigenvalues, their common real part is trace(J)/2. The linear solution has this exponential envelope, multiplied by sinusoidal terms. Individual coordinate magnitudes need not decrease at every instant. The relation explains local asymptotic damping, not a universal nonlinear settling-time formula. The trace-determinant stability test requires trace &lt; 0 and determinant &gt; 0. The complex-pair condition is trace^2 - 4 determinant &lt; 0. All three displayed cases meet the latter condition.</a:t>
            </a:r>
          </a:p>
          <a:p xmlns:a="http://schemas.openxmlformats.org/drawingml/2006/main">
            <a:r>
              <a:t>Each J is evaluated at its own demand-1.1 steady state. If demand depended on concentration, its state derivative would also contribute to J.</a:t>
            </a:r>
          </a:p>
          <a:p xmlns:a="http://schemas.openxmlformats.org/drawingml/2006/main">
            <a:r>
              <a:t/>
            </a:r>
            <a:endParaRPr/>
          </a:p>
          <a:p xmlns:a="http://schemas.openxmlformats.org/drawingml/2006/main">
            <a:r>
              <a:t>Equation source (LaTeX)</a:t>
            </a:r>
          </a:p>
          <a:p xmlns:a="http://schemas.openxmlformats.org/drawingml/2006/main">
            <a:r>
              <a:t>J_*=\begin{pmatrix}1&amp;-1\\-1&amp;2\end{pmatrix}\begin{pmatrix}a&amp;b\\c&amp;d\end{pmatrix}=\begin{pmatrix}-c&amp;b-d\\2c&amp;-b+2d\end{pmatrix}</a:t>
            </a:r>
          </a:p>
          <a:p xmlns:a="http://schemas.openxmlformats.org/drawingml/2006/main">
            <a:r>
              <a:t/>
            </a:r>
            <a:endParaRPr/>
          </a:p>
          <a:p xmlns:a="http://schemas.openxmlformats.org/drawingml/2006/main">
            <a:r>
              <a:t>Sources</a:t>
            </a:r>
          </a:p>
          <a:p xmlns:a="http://schemas.openxmlformats.org/drawingml/2006/main">
            <a:r>
              <a:t>https://chemaoxfz.github.io/assets/ccbs/2026fall/lecture13-core.html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can now calculate a stability boundary rather than only compare three examples. On this page, A is shorthand for the steady ATP concentration.</a:t>
            </a:r>
          </a:p>
          <a:p xmlns:a="http://schemas.openxmlformats.org/drawingml/2006/main">
            <a:r>
              <a:t>Differentiate the two flux laws. The four entries a, b, c and d appear in the same order as on the previous slide. The derivative a is zero, and c is positive. Substituting the steady payoff balance simplifies d.</a:t>
            </a:r>
          </a:p>
          <a:p xmlns:a="http://schemas.openxmlformats.org/drawingml/2006/main">
            <a:r>
              <a:t>The determinant is minus b times c. The trace is minus c minus b plus twice d. On the descending investment branch, b is negative, so the determinant is positive. The sign of the trace then separates local decay from local growth.</a:t>
            </a:r>
          </a:p>
          <a:p xmlns:a="http://schemas.openxmlformats.org/drawingml/2006/main">
            <a:r>
              <a:t>At the original demand of one, the reference ATP value is exactly one. This gives the explicit stable interval: h is greater than one and less than one plus kappa plus twice g. Our parameters make the upper boundary two point seven.</a:t>
            </a:r>
          </a:p>
          <a:p xmlns:a="http://schemas.openxmlformats.org/drawingml/2006/main">
            <a:r>
              <a:t>After demand increases to one point one, ATP itself depends on h. We must solve the steady-state equation together with the zero-trace condition. This gives a critical h of about three point zero four zero one four, with ATP about zero point nine four eight three one.</a:t>
            </a:r>
          </a:p>
          <a:p xmlns:a="http://schemas.openxmlformats.org/drawingml/2006/main">
            <a:r>
              <a:t>That is why two point five and two point eight are locally stable at the new demand, whereas three point one is unstable. The threshold belongs to this demand and this branch.</a:t>
            </a:r>
          </a:p>
          <a:p xmlns:a="http://schemas.openxmlformats.org/drawingml/2006/main">
            <a:r>
              <a:t/>
            </a:r>
          </a:p>
          <a:p xmlns:a="http://schemas.openxmlformats.org/drawingml/2006/main">
            <a:r>
              <a:t>PRESENTER REFERENCE</a:t>
            </a:r>
          </a:p>
          <a:p xmlns:a="http://schemas.openxmlformats.org/drawingml/2006/main">
            <a:r>
              <a:t>Write A = qbar_ATP^*, I = qbar_I^*. The equilibrium satisfies 2A/(1+A^(2h)) = wbar and I = wbar(1+A^(2g))/(2 kappa).</a:t>
            </a:r>
          </a:p>
          <a:p xmlns:a="http://schemas.openxmlformats.org/drawingml/2006/main">
            <a:r>
              <a:t>a = 0.</a:t>
            </a:r>
          </a:p>
          <a:p xmlns:a="http://schemas.openxmlformats.org/drawingml/2006/main">
            <a:r>
              <a:t>b = 2[1+(1-2h)A^(2h)]/(1+A^(2h))^2.</a:t>
            </a:r>
          </a:p>
          <a:p xmlns:a="http://schemas.openxmlformats.org/drawingml/2006/main">
            <a:r>
              <a:t>c = 2 kappa/(1+A^(2g)).</a:t>
            </a:r>
          </a:p>
          <a:p xmlns:a="http://schemas.openxmlformats.org/drawingml/2006/main">
            <a:r>
              <a:t>d = -4 kappa g I A^(2g-1)/(1+A^(2g))^2 = -2g wbar A^(2g-1)/(1+A^(2g)).</a:t>
            </a:r>
          </a:p>
          <a:p xmlns:a="http://schemas.openxmlformats.org/drawingml/2006/main">
            <a:r>
              <a:t>J = [[-c,b-d],[2c,-b+2d]]. Its trace is -c-b+2d and its determinant is -bc. The two-dimensional linearization is Hurwitz exactly when trace &lt; 0 and determinant &gt; 0.</a:t>
            </a:r>
          </a:p>
          <a:p xmlns:a="http://schemas.openxmlformats.org/drawingml/2006/main">
            <a:r>
              <a:t>At wbar = 1 on the reference branch A = 1, b = 1-h, c = kappa and d = -g. Therefore trace = h-1-kappa-2g and determinant = kappa(h-1). The strict linear stability interval is 1 &lt; h &lt; 1+kappa+2g = 2.7. Equality requires nonlinear analysis.</a:t>
            </a:r>
          </a:p>
          <a:p xmlns:a="http://schemas.openxmlformats.org/drawingml/2006/main">
            <a:r>
              <a:t>For general demand, substitution of A^(2h)=2A/wbar-1 into trace=0 yields</a:t>
            </a:r>
          </a:p>
          <a:p xmlns:a="http://schemas.openxmlformats.org/drawingml/2006/main">
            <a:r>
              <a:t>h_c = A/(2A-wbar) * [1 + 2 kappa A/(wbar(1+A^(2g))) + 4g A^(2g)/(1+A^(2g))].</a:t>
            </a:r>
          </a:p>
          <a:p xmlns:a="http://schemas.openxmlformats.org/drawingml/2006/main">
            <a:r>
              <a:t>This expression must still be solved together with the equilibrium relation because A depends on h. At wbar = 1.1, kappa = 1.1 and g = 0.3, the selected boundary is h_c = 3.0401391891, A = 0.9483140898, I = 0.9843299506, determinant = 2.0142069817. This is an implicit analytic boundary with a numerical root, not a closed-form constant valid for all demands. It does not by itself prove a nonlinear Hopf bifurcation or a stable limit cycle.</a:t>
            </a:r>
          </a:p>
          <a:p xmlns:a="http://schemas.openxmlformats.org/drawingml/2006/main">
            <a:r>
              <a:t>The old reference state at demand one is already unstable for h = 2.8 or 3.1. This is why the comparison slides use small perturbations of each NEW demand-1.1 steady state, not the same demand-step experiment for every h.</a:t>
            </a:r>
          </a:p>
          <a:p xmlns:a="http://schemas.openxmlformats.org/drawingml/2006/main">
            <a:r>
              <a:t/>
            </a:r>
          </a:p>
          <a:p xmlns:a="http://schemas.openxmlformats.org/drawingml/2006/main">
            <a:r>
              <a:t>Equation source (LaTeX)</a:t>
            </a:r>
          </a:p>
          <a:p xmlns:a="http://schemas.openxmlformats.org/drawingml/2006/main">
            <a:r>
              <a:t>A:=\bar q_{\mathrm{ATP}}^{*},\qquad \bar q_I^{*}=\frac{\bar w(1+A^{2g})}{2\kappa}</a:t>
            </a:r>
          </a:p>
          <a:p xmlns:a="http://schemas.openxmlformats.org/drawingml/2006/main">
            <a:r>
              <a:t/>
            </a:r>
          </a:p>
          <a:p xmlns:a="http://schemas.openxmlformats.org/drawingml/2006/main">
            <a:r>
              <a:t>a=0,\qquad b=\frac{2[1+(1-2h)A^{2h}]}{(1+A^{2h})^2}</a:t>
            </a:r>
          </a:p>
          <a:p xmlns:a="http://schemas.openxmlformats.org/drawingml/2006/main">
            <a:r>
              <a:t/>
            </a:r>
          </a:p>
          <a:p xmlns:a="http://schemas.openxmlformats.org/drawingml/2006/main">
            <a:r>
              <a:t>c=\frac{2\kappa}{1+A^{2g}},\qquad d=-\frac{2g\bar w A^{2g-1}}{1+A^{2g}}</a:t>
            </a:r>
          </a:p>
          <a:p xmlns:a="http://schemas.openxmlformats.org/drawingml/2006/main">
            <a:r>
              <a:t/>
            </a:r>
          </a:p>
          <a:p xmlns:a="http://schemas.openxmlformats.org/drawingml/2006/main">
            <a:r>
              <a:t>\det J_*=-bc,\qquad\operatorname{tr}J_*=-c-b+2d</a:t>
            </a:r>
          </a:p>
          <a:p xmlns:a="http://schemas.openxmlformats.org/drawingml/2006/main">
            <a:r>
              <a:t/>
            </a:r>
          </a:p>
          <a:p xmlns:a="http://schemas.openxmlformats.org/drawingml/2006/main">
            <a:r>
              <a:t>\begin{gathered}\bar w=1,\quad A=1\\[5pt]\operatorname{tr}J_*=h-1-\kappa-2g\\[5pt]h_c=1+\kappa+2g=2.7\\[6pt]\boxed{1&lt;h&lt;2.7}\end{gathered}</a:t>
            </a:r>
          </a:p>
          <a:p xmlns:a="http://schemas.openxmlformats.org/drawingml/2006/main">
            <a:r>
              <a:t/>
            </a:r>
          </a:p>
          <a:p xmlns:a="http://schemas.openxmlformats.org/drawingml/2006/main">
            <a:r>
              <a:t>\begin{gathered}\bar w=1.1:\quad\begin{cases}\displaystyle\frac{2A}{1+A^{2h_c}}=1.1\\[5pt]-c-b+2d=0\end{cases}\\[7pt]\boxed{h_c\approx3.04014}\\[4pt]A\approx0.94831\end{gathered}</a:t>
            </a:r>
          </a:p>
          <a:p xmlns:a="http://schemas.openxmlformats.org/drawingml/2006/main">
            <a:r>
              <a:t/>
            </a:r>
          </a:p>
          <a:p xmlns:a="http://schemas.openxmlformats.org/drawingml/2006/main">
            <a:r>
              <a:t>Sources</a:t>
            </a: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Here is the answer to our ATP question. On the branch we studied, greater demand lowers the working ATP concentration. Changing h changes how the ATP disturbance decays, and sufficiently large h causes it to grow.</a:t>
            </a:r>
          </a:p>
          <a:p xmlns:a="http://schemas.openxmlformats.org/drawingml/2006/main">
            <a:r>
              <a:t>For h equal to two point five, a ten-percent demand increase lowers the final ATP level from one to about zero point nine two seven five. The two reaction fluxes reach one point one, so production can support the higher demand at that lower ATP level.</a:t>
            </a:r>
          </a:p>
          <a:p xmlns:a="http://schemas.openxmlformats.org/drawingml/2006/main">
            <a:r>
              <a:t>Why lower ATP? ATP inhibits investment as well as serving as its substrate. Around this working point, the relief of inhibition dominates the loss of substrate. Lower ATP therefore allows a larger investment flux. The higher intermediate pool then supports the higher payoff flux. If ATP returned to its old value of one, investment would return to one and could not sustain the new demand of one point one.</a:t>
            </a:r>
          </a:p>
          <a:p xmlns:a="http://schemas.openxmlformats.org/drawingml/2006/main">
            <a:r>
              <a:t>At fixed demand one point one, increasing h from two point five to two point eight gives slower recovery. At three point one, the candidate steady state is locally unstable. A more sensitive investment response therefore does not guarantee better ATP regulation.</a:t>
            </a:r>
            <a:endParaRPr/>
          </a:p>
          <a:p xmlns:a="http://schemas.openxmlformats.org/drawingml/2006/main">
            <a:r>
              <a:t/>
            </a:r>
          </a:p>
          <a:p xmlns:a="http://schemas.openxmlformats.org/drawingml/2006/main">
            <a:r>
              <a:t>PRESENTER REFERENCE</a:t>
            </a:r>
          </a:p>
          <a:p xmlns:a="http://schemas.openxmlformats.org/drawingml/2006/main">
            <a:r>
              <a:t>These statements apply to the selected branch and fixed kappa and g. Implicit differentiation of vbar1(A,h) = wbar gives dA/dwbar = 1/b &lt; 0 on the descending branch.</a:t>
            </a:r>
            <a:endParaRPr/>
          </a:p>
          <a:p xmlns:a="http://schemas.openxmlformats.org/drawingml/2006/main">
            <a:r>
              <a:t>Changing h also moves the candidate ATP level: A is 0.927487 for h=2.5, 0.940805 for h=2.8 and 0.949892 for h=3.1 at demand 1.1. The final candidate in this list is unstable and must not be described as a settled ATP level. In the stable cases ATP need not return to its old concentration for supply to match demand.</a:t>
            </a:r>
          </a:p>
          <a:p xmlns:a="http://schemas.openxmlformats.org/drawingml/2006/main">
            <a:r>
              <a:t>The model does not predict that lower ATP always increases production. At sufficiently low ATP the substrate limitation dominates. No experimental parameter fit or universal cellular response is claimed.</a:t>
            </a:r>
          </a:p>
          <a:p xmlns:a="http://schemas.openxmlformats.org/drawingml/2006/main">
            <a:r>
              <a:t/>
            </a:r>
          </a:p>
          <a:p xmlns:a="http://schemas.openxmlformats.org/drawingml/2006/main">
            <a:r>
              <a:t>Equation source (LaTeX)</a:t>
            </a:r>
          </a:p>
          <a:p xmlns:a="http://schemas.openxmlformats.org/drawingml/2006/main">
            <a:r>
              <a:t>h=2.5:\qquad \bar w:1\to1.1,\quad \bar q_{\mathrm{ATP}}^{*}:1\to0.92749,\quad \bar v_1^{*}=\bar v_2^{*}=1.1</a:t>
            </a:r>
          </a:p>
          <a:p xmlns:a="http://schemas.openxmlformats.org/drawingml/2006/main">
            <a:r>
              <a:t/>
            </a:r>
          </a:p>
          <a:p xmlns:a="http://schemas.openxmlformats.org/drawingml/2006/main">
            <a:r>
              <a:t>Sources</a:t>
            </a:r>
          </a:p>
          <a:p xmlns:a="http://schemas.openxmlformats.org/drawingml/2006/main">
            <a:r>
              <a:t>https://chemaoxfz.github.io/assets/ccbs/2026fall/lecture13-core.html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Thank you for listening. We welcome your questions.</a:t>
            </a:r>
          </a:p>
          <a:p xmlns:a="http://schemas.openxmlformats.org/drawingml/2006/main">
            <a:r>
              <a:t/>
            </a:r>
            <a:endParaRPr/>
          </a:p>
          <a:p xmlns:a="http://schemas.openxmlformats.org/drawingml/2006/main">
            <a:r>
              <a:t>DISCUSSION REFERENCE</a:t>
            </a:r>
          </a:p>
          <a:p xmlns:a="http://schemas.openxmlformats.org/drawingml/2006/main">
            <a:r>
              <a:t>The example is a reduced teaching model. Experimental calibration is necessary before making predictions about a specific cell. The plots distinguish a finite demand step from local perturbations about each new steady state. All plotted times are dimensionless.</a:t>
            </a:r>
          </a:p>
          <a:p xmlns:a="http://schemas.openxmlformats.org/drawingml/2006/main">
            <a:r>
              <a:t/>
            </a:r>
            <a:endParaRPr/>
          </a:p>
          <a:p xmlns:a="http://schemas.openxmlformats.org/drawingml/2006/main">
            <a:r>
              <a:t>Equation source (LaTeX)</a:t>
            </a:r>
          </a:p>
          <a:p xmlns:a="http://schemas.openxmlformats.org/drawingml/2006/main">
            <a:r>
              <a:t/>
            </a:r>
            <a:endParaRPr/>
          </a:p>
          <a:p xmlns:a="http://schemas.openxmlformats.org/drawingml/2006/main">
            <a:r>
              <a:t/>
            </a:r>
            <a:endParaRPr/>
          </a:p>
          <a:p xmlns:a="http://schemas.openxmlformats.org/drawingml/2006/main">
            <a:r>
              <a:t>Sources</a:t>
            </a: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bcbd9793c64a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27bcfec0334a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c083bf316c48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bd849426214d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2bede6e4d947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0080113ecd4a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CA6538-E42A-4139-A564-50E57FBA8E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38D24307-5D74-42BF-80A2-24B4408CD6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8DB81B-EA4B-45F5-8FEA-F15A5E83BA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EB7720-0E27-4B2B-9C11-1811ED8C65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701FDF3-C403-46A5-84EC-A2CCA96B94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A432C6-9E3B-4259-930D-A2E76A0636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6014E20-1A1D-4751-8DF0-56959A795B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21E758ED-D1CC-489C-B0D9-0465B2417B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92377C-2E3B-4F92-BAAC-0EA71D495E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D09EEE5F-6791-426F-869D-0D567C4DC3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a1bc7c7e11470f" /><Relationship Type="http://schemas.openxmlformats.org/officeDocument/2006/relationships/slideLayout" Target="/ppt/slideLayouts/slideLayout1.xml" Id="Rddcc1b42b94f48c8" /><Relationship Type="http://schemas.openxmlformats.org/officeDocument/2006/relationships/slideLayout" Target="/ppt/slideLayouts/slideLayout2.xml" Id="R130b7003fae5470f" /><Relationship Type="http://schemas.openxmlformats.org/officeDocument/2006/relationships/slideLayout" Target="/ppt/slideLayouts/slideLayout3.xml" Id="R927bbf861b3343f3" /><Relationship Type="http://schemas.openxmlformats.org/officeDocument/2006/relationships/slideLayout" Target="/ppt/slideLayouts/slideLayout4.xml" Id="R9287f0aba0c5497e" /><Relationship Type="http://schemas.openxmlformats.org/officeDocument/2006/relationships/slideLayout" Target="/ppt/slideLayouts/slideLayout5.xml" Id="Rc086589812814012" /><Relationship Type="http://schemas.openxmlformats.org/officeDocument/2006/relationships/slideLayout" Target="/ppt/slideLayouts/slideLayout6.xml" Id="R77380c67563745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cc1b42b94f48c8"/>
    <p:sldLayoutId xmlns:r="http://schemas.openxmlformats.org/officeDocument/2006/relationships" id="2147483650" r:id="R130b7003fae5470f"/>
    <p:sldLayoutId xmlns:r="http://schemas.openxmlformats.org/officeDocument/2006/relationships" id="2147483651" r:id="R927bbf861b3343f3"/>
    <p:sldLayoutId xmlns:r="http://schemas.openxmlformats.org/officeDocument/2006/relationships" id="2147483652" r:id="R9287f0aba0c5497e"/>
    <p:sldLayoutId xmlns:r="http://schemas.openxmlformats.org/officeDocument/2006/relationships" id="2147483653" r:id="Rc086589812814012"/>
    <p:sldLayoutId xmlns:r="http://schemas.openxmlformats.org/officeDocument/2006/relationships" id="2147483654" r:id="R77380c67563745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803db4701343d8" /><Relationship Type="http://schemas.openxmlformats.org/officeDocument/2006/relationships/notesSlide" Target="/ppt/notesSlides/notesSlide1.xml" Id="R3cf6d44d682d4c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25f28f169a4e0f" /><Relationship Type="http://schemas.openxmlformats.org/officeDocument/2006/relationships/image" Target="/ppt/media/image.png" Id="R147090c6a5ab47cb" /><Relationship Type="http://schemas.openxmlformats.org/officeDocument/2006/relationships/image" Target="/ppt/media/image2.png" Id="R6a179820c08f44ad" /><Relationship Type="http://schemas.openxmlformats.org/officeDocument/2006/relationships/image" Target="/ppt/media/image3.png" Id="Rbad369dcb14c48bc" /><Relationship Type="http://schemas.openxmlformats.org/officeDocument/2006/relationships/image" Target="/ppt/media/image4.png" Id="R7806e4c8cc494623" /><Relationship Type="http://schemas.openxmlformats.org/officeDocument/2006/relationships/notesSlide" Target="/ppt/notesSlides/notesSlide2.xml" Id="R67b5a00a111449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7dae4c928b424d" /><Relationship Type="http://schemas.openxmlformats.org/officeDocument/2006/relationships/image" Target="/ppt/media/image5.png" Id="Ra583727c938145c4" /><Relationship Type="http://schemas.openxmlformats.org/officeDocument/2006/relationships/image" Target="/ppt/media/image6.png" Id="R9c421e8120b84277" /><Relationship Type="http://schemas.openxmlformats.org/officeDocument/2006/relationships/image" Target="/ppt/media/image7.png" Id="Rfabb1b8f348444f0" /><Relationship Type="http://schemas.openxmlformats.org/officeDocument/2006/relationships/image" Target="/ppt/media/image8.png" Id="R16263a5d6c39482c" /><Relationship Type="http://schemas.openxmlformats.org/officeDocument/2006/relationships/image" Target="/ppt/media/image9.png" Id="Rb2e2577033344b1a" /><Relationship Type="http://schemas.openxmlformats.org/officeDocument/2006/relationships/notesSlide" Target="/ppt/notesSlides/notesSlide3.xml" Id="R961e5d78d31a41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ed91a02b794e99" /><Relationship Type="http://schemas.openxmlformats.org/officeDocument/2006/relationships/image" Target="/ppt/media/image10.png" Id="R33d6a7d4a556407e" /><Relationship Type="http://schemas.openxmlformats.org/officeDocument/2006/relationships/image" Target="/ppt/media/image11.png" Id="Rf143d980ad2b4cb5" /><Relationship Type="http://schemas.openxmlformats.org/officeDocument/2006/relationships/image" Target="/ppt/media/image12.png" Id="Re25753856fdb43d9" /><Relationship Type="http://schemas.openxmlformats.org/officeDocument/2006/relationships/image" Target="/ppt/media/image13.png" Id="R428c6b5c5f6c48a9" /><Relationship Type="http://schemas.openxmlformats.org/officeDocument/2006/relationships/image" Target="/ppt/media/image14.png" Id="R595bb1dee1f941c1" /><Relationship Type="http://schemas.openxmlformats.org/officeDocument/2006/relationships/image" Target="/ppt/media/image15.png" Id="Rdb61170320854cbd" /><Relationship Type="http://schemas.openxmlformats.org/officeDocument/2006/relationships/notesSlide" Target="/ppt/notesSlides/notesSlide4.xml" Id="R9caa34466dcd43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15b731a8e54716" /><Relationship Type="http://schemas.openxmlformats.org/officeDocument/2006/relationships/image" Target="/ppt/media/image16.png" Id="R3c3f155d83fd4d71" /><Relationship Type="http://schemas.openxmlformats.org/officeDocument/2006/relationships/image" Target="/ppt/media/image17.png" Id="R02cba688d7144387" /><Relationship Type="http://schemas.openxmlformats.org/officeDocument/2006/relationships/image" Target="/ppt/media/image18.png" Id="Rc2935fee02e24abc" /><Relationship Type="http://schemas.openxmlformats.org/officeDocument/2006/relationships/notesSlide" Target="/ppt/notesSlides/notesSlide5.xml" Id="R056e564e30e946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5d76dcb08840f1" /><Relationship Type="http://schemas.openxmlformats.org/officeDocument/2006/relationships/image" Target="/ppt/media/image19.png" Id="R1dd6fe664fe64c2f" /><Relationship Type="http://schemas.openxmlformats.org/officeDocument/2006/relationships/image" Target="/ppt/media/image20.png" Id="Rc7e2a760631a4c12" /><Relationship Type="http://schemas.openxmlformats.org/officeDocument/2006/relationships/image" Target="/ppt/media/image21.png" Id="R0833a8e703e044de" /><Relationship Type="http://schemas.openxmlformats.org/officeDocument/2006/relationships/image" Target="/ppt/media/image22.png" Id="R20d486efa524481f" /><Relationship Type="http://schemas.openxmlformats.org/officeDocument/2006/relationships/image" Target="/ppt/media/image23.png" Id="R082517d17e1f439a" /><Relationship Type="http://schemas.openxmlformats.org/officeDocument/2006/relationships/image" Target="/ppt/media/image24.png" Id="R47559fc4000845c2" /><Relationship Type="http://schemas.openxmlformats.org/officeDocument/2006/relationships/image" Target="/ppt/media/image25.png" Id="R616159f30ae24bc4" /><Relationship Type="http://schemas.openxmlformats.org/officeDocument/2006/relationships/notesSlide" Target="/ppt/notesSlides/notesSlide6.xml" Id="R303587ae3c6640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36214875474155" /><Relationship Type="http://schemas.openxmlformats.org/officeDocument/2006/relationships/image" Target="/ppt/media/image26.png" Id="R7949ba5634904723" /><Relationship Type="http://schemas.openxmlformats.org/officeDocument/2006/relationships/image" Target="/ppt/media/image27.png" Id="R888f278393994136" /><Relationship Type="http://schemas.openxmlformats.org/officeDocument/2006/relationships/chart" Target="/ppt/slides/charts/chart1.xml" Id="R2207d60cbdaf45ac" /><Relationship Type="http://schemas.openxmlformats.org/officeDocument/2006/relationships/image" Target="/ppt/media/image28.png" Id="R186fc75ea1684e92" /><Relationship Type="http://schemas.openxmlformats.org/officeDocument/2006/relationships/image" Target="/ppt/media/image29.png" Id="Raff728eaecd1421f" /><Relationship Type="http://schemas.openxmlformats.org/officeDocument/2006/relationships/image" Target="/ppt/media/image30.png" Id="R54c289f03c574747" /><Relationship Type="http://schemas.openxmlformats.org/officeDocument/2006/relationships/image" Target="/ppt/media/image31.png" Id="R33b7eb84bc7d428f" /><Relationship Type="http://schemas.openxmlformats.org/officeDocument/2006/relationships/notesSlide" Target="/ppt/notesSlides/notesSlide7.xml" Id="R9717714316524f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439a5d92114495" /><Relationship Type="http://schemas.openxmlformats.org/officeDocument/2006/relationships/chart" Target="/ppt/slides/charts/chart2.xml" Id="R2b8cf24648e44058" /><Relationship Type="http://schemas.openxmlformats.org/officeDocument/2006/relationships/image" Target="/ppt/media/image32.png" Id="Rbfe4c5301e2f4173" /><Relationship Type="http://schemas.openxmlformats.org/officeDocument/2006/relationships/image" Target="/ppt/media/image33.png" Id="Ra37b90e037c14289" /><Relationship Type="http://schemas.openxmlformats.org/officeDocument/2006/relationships/image" Target="/ppt/media/image34.png" Id="R842f64f33f3647f5" /><Relationship Type="http://schemas.openxmlformats.org/officeDocument/2006/relationships/image" Target="/ppt/media/image35.png" Id="R759aac1ac2944c01" /><Relationship Type="http://schemas.openxmlformats.org/officeDocument/2006/relationships/image" Target="/ppt/media/image36.png" Id="R7f33c2297edf45b8" /><Relationship Type="http://schemas.openxmlformats.org/officeDocument/2006/relationships/image" Target="/ppt/media/image37.png" Id="R18f6e689600444c5" /><Relationship Type="http://schemas.openxmlformats.org/officeDocument/2006/relationships/image" Target="/ppt/media/image38.png" Id="R34bcd06427d144d8" /><Relationship Type="http://schemas.openxmlformats.org/officeDocument/2006/relationships/notesSlide" Target="/ppt/notesSlides/notesSlide8.xml" Id="R792dab64340a41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82606874d7a4961" /><Relationship Type="http://schemas.openxmlformats.org/officeDocument/2006/relationships/image" Target="/ppt/media/image39.png" Id="R28c80735a6724730" /><Relationship Type="http://schemas.openxmlformats.org/officeDocument/2006/relationships/image" Target="/ppt/media/image40.png" Id="Raafc46e496aa465b" /><Relationship Type="http://schemas.openxmlformats.org/officeDocument/2006/relationships/chart" Target="/ppt/slides/charts/chart3.xml" Id="Rcf9ede78bad04367" /><Relationship Type="http://schemas.openxmlformats.org/officeDocument/2006/relationships/image" Target="/ppt/media/image32.png" Id="R1cfd880e106348cc" /><Relationship Type="http://schemas.openxmlformats.org/officeDocument/2006/relationships/image" Target="/ppt/media/image41.png" Id="R5308ead063e848d8" /><Relationship Type="http://schemas.openxmlformats.org/officeDocument/2006/relationships/image" Target="/ppt/media/image42.png" Id="R1a7d552a675c49c9" /><Relationship Type="http://schemas.openxmlformats.org/officeDocument/2006/relationships/image" Target="/ppt/media/image43.png" Id="R217a1a0fa0044f49" /><Relationship Type="http://schemas.openxmlformats.org/officeDocument/2006/relationships/notesSlide" Target="/ppt/notesSlides/notesSlide9.xml" Id="R331043a8d8d74d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94d7a0a556447f" /><Relationship Type="http://schemas.openxmlformats.org/officeDocument/2006/relationships/image" Target="/ppt/media/image39.png" Id="R174d35f17f954f20" /><Relationship Type="http://schemas.openxmlformats.org/officeDocument/2006/relationships/image" Target="/ppt/media/image40.png" Id="Re6ef4a13628f40d3" /><Relationship Type="http://schemas.openxmlformats.org/officeDocument/2006/relationships/chart" Target="/ppt/slides/charts/chart4.xml" Id="Rcef0f267a5c54364" /><Relationship Type="http://schemas.openxmlformats.org/officeDocument/2006/relationships/image" Target="/ppt/media/image32.png" Id="Rcd28176c53df40fd" /><Relationship Type="http://schemas.openxmlformats.org/officeDocument/2006/relationships/image" Target="/ppt/media/image44.png" Id="Rcbcc5703465249d9" /><Relationship Type="http://schemas.openxmlformats.org/officeDocument/2006/relationships/image" Target="/ppt/media/image45.png" Id="Rc8338ce4f505412b" /><Relationship Type="http://schemas.openxmlformats.org/officeDocument/2006/relationships/chart" Target="/ppt/slides/charts/chart5.xml" Id="R48c2b6c71e1e4e97" /><Relationship Type="http://schemas.openxmlformats.org/officeDocument/2006/relationships/image" Target="/ppt/media/image46.png" Id="R4afc61f536224ca4" /><Relationship Type="http://schemas.openxmlformats.org/officeDocument/2006/relationships/image" Target="/ppt/media/image47.png" Id="Re6df2617fbf841d3" /><Relationship Type="http://schemas.openxmlformats.org/officeDocument/2006/relationships/notesSlide" Target="/ppt/notesSlides/notesSlide10.xml" Id="R34d6b885335541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57407707de4416" /><Relationship Type="http://schemas.openxmlformats.org/officeDocument/2006/relationships/image" Target="/ppt/media/image39.png" Id="R47896bf369db4cab" /><Relationship Type="http://schemas.openxmlformats.org/officeDocument/2006/relationships/image" Target="/ppt/media/image40.png" Id="Rbdd8b724a0ad4b97" /><Relationship Type="http://schemas.openxmlformats.org/officeDocument/2006/relationships/chart" Target="/ppt/slides/charts/chart6.xml" Id="R7b3ab51a84c04ef1" /><Relationship Type="http://schemas.openxmlformats.org/officeDocument/2006/relationships/image" Target="/ppt/media/image32.png" Id="Rfcff15b56799403a" /><Relationship Type="http://schemas.openxmlformats.org/officeDocument/2006/relationships/image" Target="/ppt/media/image41.png" Id="R93195a0ddf314956" /><Relationship Type="http://schemas.openxmlformats.org/officeDocument/2006/relationships/image" Target="/ppt/media/image48.png" Id="R76dcf1dfafa140c2" /><Relationship Type="http://schemas.openxmlformats.org/officeDocument/2006/relationships/notesSlide" Target="/ppt/notesSlides/notesSlide11.xml" Id="R22fab7762fed44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311a0ca325d45ec" /><Relationship Type="http://schemas.openxmlformats.org/officeDocument/2006/relationships/image" Target="/ppt/media/image49.png" Id="Rbeeff732a475470f" /><Relationship Type="http://schemas.openxmlformats.org/officeDocument/2006/relationships/image" Target="/ppt/media/image50.png" Id="R24ecef7cc18149a0" /><Relationship Type="http://schemas.openxmlformats.org/officeDocument/2006/relationships/image" Target="/ppt/media/image51.png" Id="Ra46629d13d4b4490" /><Relationship Type="http://schemas.openxmlformats.org/officeDocument/2006/relationships/image" Target="/ppt/media/image52.png" Id="Ra902c924efc04dd2" /><Relationship Type="http://schemas.openxmlformats.org/officeDocument/2006/relationships/notesSlide" Target="/ppt/notesSlides/notesSlide12.xml" Id="R38392a5b2d6f4e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09d34193511452a" /><Relationship Type="http://schemas.openxmlformats.org/officeDocument/2006/relationships/image" Target="/ppt/media/image53.png" Id="Rfa3425cde82a4432" /><Relationship Type="http://schemas.openxmlformats.org/officeDocument/2006/relationships/image" Target="/ppt/media/image54.png" Id="Rf5818d8c1e224d2c" /><Relationship Type="http://schemas.openxmlformats.org/officeDocument/2006/relationships/image" Target="/ppt/media/image55.png" Id="Re0448a87998f4388" /><Relationship Type="http://schemas.openxmlformats.org/officeDocument/2006/relationships/image" Target="/ppt/media/image56.png" Id="Rda5b712e21f74112" /><Relationship Type="http://schemas.openxmlformats.org/officeDocument/2006/relationships/image" Target="/ppt/media/image57.png" Id="Rc3230c8c40814b4d" /><Relationship Type="http://schemas.openxmlformats.org/officeDocument/2006/relationships/image" Target="/ppt/media/image58.png" Id="Rf1debb0e19e44236" /><Relationship Type="http://schemas.openxmlformats.org/officeDocument/2006/relationships/notesSlide" Target="/ppt/notesSlides/notesSlide13.xml" Id="R642ae646bebf46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c42240f9cc40b5" /><Relationship Type="http://schemas.openxmlformats.org/officeDocument/2006/relationships/image" Target="/ppt/media/image59.png" Id="R950c499d791449e4" /><Relationship Type="http://schemas.openxmlformats.org/officeDocument/2006/relationships/notesSlide" Target="/ppt/notesSlides/notesSlide14.xml" Id="Rb6bcdff667cf43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bc01d4450634faf" /><Relationship Type="http://schemas.openxmlformats.org/officeDocument/2006/relationships/notesSlide" Target="/ppt/notesSlides/notesSlide15.xml" Id="Rc8fbecbf686b49f6" /></Relationships>
</file>

<file path=ppt/slides/charts/_rels/chart1.xml.rels><?xml version='1.0' encoding='utf-8'?>
<Relationships xmlns="http://schemas.openxmlformats.org/package/2006/relationships"><Relationship Id="rId1" Type="http://schemas.openxmlformats.org/officeDocument/2006/relationships/package" Target="../../embeddings/Microsoft_Excel_Worksheet.xlsx" /></Relationships>
</file>

<file path=ppt/slides/charts/_rels/chart2.xml.rels><?xml version='1.0' encoding='utf-8'?>
<Relationships xmlns="http://schemas.openxmlformats.org/package/2006/relationships"><Relationship Id="rId1" Type="http://schemas.openxmlformats.org/officeDocument/2006/relationships/package" Target="../../embeddings/Microsoft_Excel_Worksheet1.xlsx" /></Relationships>
</file>

<file path=ppt/slides/charts/_rels/chart3.xml.rels><?xml version='1.0' encoding='utf-8'?>
<Relationships xmlns="http://schemas.openxmlformats.org/package/2006/relationships"><Relationship Id="rId1" Type="http://schemas.openxmlformats.org/officeDocument/2006/relationships/package" Target="../../embeddings/Microsoft_Excel_Worksheet2.xlsx" /></Relationships>
</file>

<file path=ppt/slides/charts/_rels/chart4.xml.rels><?xml version='1.0' encoding='utf-8'?>
<Relationships xmlns="http://schemas.openxmlformats.org/package/2006/relationships"><Relationship Id="rId1" Type="http://schemas.openxmlformats.org/officeDocument/2006/relationships/package" Target="../../embeddings/Microsoft_Excel_Worksheet3.xlsx" /></Relationships>
</file>

<file path=ppt/slides/charts/_rels/chart5.xml.rels><?xml version='1.0' encoding='utf-8'?>
<Relationships xmlns="http://schemas.openxmlformats.org/package/2006/relationships"><Relationship Id="rId1" Type="http://schemas.openxmlformats.org/officeDocument/2006/relationships/package" Target="../../embeddings/Microsoft_Excel_Worksheet4.xlsx" /></Relationships>
</file>

<file path=ppt/slides/charts/_rels/chart6.xml.rels><?xml version='1.0' encoding='utf-8'?>
<Relationships xmlns="http://schemas.openxmlformats.org/package/2006/relationships"><Relationship Id="rId1" Type="http://schemas.openxmlformats.org/officeDocument/2006/relationships/package" Target="../../embeddings/Microsoft_Excel_Worksheet5.xlsx" /></Relationships>
</file>

<file path=ppt/slides/charts/chart1.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Investment</c:v>
          </c:tx>
          <c:spPr>
            <a:ln w="30480">
              <a:solidFill>
                <a:srgbClr val="C65C2A"/>
              </a:solidFill>
              <a:prstDash val="solid"/>
            </a:ln>
          </c:spPr>
          <c:marker>
            <c:symbol val="none"/>
          </c:marker>
          <c:xVal>
            <c:numRef>
              <c:f>'Chart Data'!$A$2:$A$302</c:f>
              <c:numCache>
                <c:formatCode>General</c:formatCode>
                <c:ptCount val="301"/>
                <c:pt idx="0">
                  <c:v>0.8</c:v>
                </c:pt>
                <c:pt idx="1">
                  <c:v>0.801</c:v>
                </c:pt>
                <c:pt idx="2">
                  <c:v>0.802</c:v>
                </c:pt>
                <c:pt idx="3">
                  <c:v>0.803</c:v>
                </c:pt>
                <c:pt idx="4">
                  <c:v>0.804</c:v>
                </c:pt>
                <c:pt idx="5">
                  <c:v>0.805</c:v>
                </c:pt>
                <c:pt idx="6">
                  <c:v>0.806</c:v>
                </c:pt>
                <c:pt idx="7">
                  <c:v>0.807</c:v>
                </c:pt>
                <c:pt idx="8">
                  <c:v>0.808</c:v>
                </c:pt>
                <c:pt idx="9">
                  <c:v>0.809</c:v>
                </c:pt>
                <c:pt idx="10">
                  <c:v>0.81</c:v>
                </c:pt>
                <c:pt idx="11">
                  <c:v>0.811</c:v>
                </c:pt>
                <c:pt idx="12">
                  <c:v>0.812</c:v>
                </c:pt>
                <c:pt idx="13">
                  <c:v>0.813</c:v>
                </c:pt>
                <c:pt idx="14">
                  <c:v>0.814</c:v>
                </c:pt>
                <c:pt idx="15">
                  <c:v>0.815</c:v>
                </c:pt>
                <c:pt idx="16">
                  <c:v>0.816</c:v>
                </c:pt>
                <c:pt idx="17">
                  <c:v>0.817</c:v>
                </c:pt>
                <c:pt idx="18">
                  <c:v>0.818</c:v>
                </c:pt>
                <c:pt idx="19">
                  <c:v>0.819</c:v>
                </c:pt>
                <c:pt idx="20">
                  <c:v>0.82</c:v>
                </c:pt>
                <c:pt idx="21">
                  <c:v>0.821</c:v>
                </c:pt>
                <c:pt idx="22">
                  <c:v>0.822</c:v>
                </c:pt>
                <c:pt idx="23">
                  <c:v>0.823</c:v>
                </c:pt>
                <c:pt idx="24">
                  <c:v>0.824</c:v>
                </c:pt>
                <c:pt idx="25">
                  <c:v>0.825</c:v>
                </c:pt>
                <c:pt idx="26">
                  <c:v>0.826</c:v>
                </c:pt>
                <c:pt idx="27">
                  <c:v>0.827</c:v>
                </c:pt>
                <c:pt idx="28">
                  <c:v>0.828</c:v>
                </c:pt>
                <c:pt idx="29">
                  <c:v>0.829</c:v>
                </c:pt>
                <c:pt idx="30">
                  <c:v>0.83</c:v>
                </c:pt>
                <c:pt idx="31">
                  <c:v>0.831</c:v>
                </c:pt>
                <c:pt idx="32">
                  <c:v>0.832</c:v>
                </c:pt>
                <c:pt idx="33">
                  <c:v>0.833</c:v>
                </c:pt>
                <c:pt idx="34">
                  <c:v>0.834</c:v>
                </c:pt>
                <c:pt idx="35">
                  <c:v>0.835</c:v>
                </c:pt>
                <c:pt idx="36">
                  <c:v>0.836</c:v>
                </c:pt>
                <c:pt idx="37">
                  <c:v>0.837</c:v>
                </c:pt>
                <c:pt idx="38">
                  <c:v>0.838</c:v>
                </c:pt>
                <c:pt idx="39">
                  <c:v>0.839</c:v>
                </c:pt>
                <c:pt idx="40">
                  <c:v>0.84</c:v>
                </c:pt>
                <c:pt idx="41">
                  <c:v>0.841</c:v>
                </c:pt>
                <c:pt idx="42">
                  <c:v>0.842</c:v>
                </c:pt>
                <c:pt idx="43">
                  <c:v>0.843</c:v>
                </c:pt>
                <c:pt idx="44">
                  <c:v>0.844</c:v>
                </c:pt>
                <c:pt idx="45">
                  <c:v>0.845</c:v>
                </c:pt>
                <c:pt idx="46">
                  <c:v>0.846</c:v>
                </c:pt>
                <c:pt idx="47">
                  <c:v>0.847</c:v>
                </c:pt>
                <c:pt idx="48">
                  <c:v>0.848</c:v>
                </c:pt>
                <c:pt idx="49">
                  <c:v>0.849</c:v>
                </c:pt>
                <c:pt idx="50">
                  <c:v>0.85</c:v>
                </c:pt>
                <c:pt idx="51">
                  <c:v>0.851</c:v>
                </c:pt>
                <c:pt idx="52">
                  <c:v>0.852</c:v>
                </c:pt>
                <c:pt idx="53">
                  <c:v>0.853</c:v>
                </c:pt>
                <c:pt idx="54">
                  <c:v>0.854</c:v>
                </c:pt>
                <c:pt idx="55">
                  <c:v>0.855</c:v>
                </c:pt>
                <c:pt idx="56">
                  <c:v>0.856</c:v>
                </c:pt>
                <c:pt idx="57">
                  <c:v>0.857</c:v>
                </c:pt>
                <c:pt idx="58">
                  <c:v>0.858</c:v>
                </c:pt>
                <c:pt idx="59">
                  <c:v>0.859</c:v>
                </c:pt>
                <c:pt idx="60">
                  <c:v>0.86</c:v>
                </c:pt>
                <c:pt idx="61">
                  <c:v>0.861</c:v>
                </c:pt>
                <c:pt idx="62">
                  <c:v>0.862</c:v>
                </c:pt>
                <c:pt idx="63">
                  <c:v>0.863</c:v>
                </c:pt>
                <c:pt idx="64">
                  <c:v>0.864</c:v>
                </c:pt>
                <c:pt idx="65">
                  <c:v>0.865</c:v>
                </c:pt>
                <c:pt idx="66">
                  <c:v>0.866</c:v>
                </c:pt>
                <c:pt idx="67">
                  <c:v>0.867</c:v>
                </c:pt>
                <c:pt idx="68">
                  <c:v>0.868</c:v>
                </c:pt>
                <c:pt idx="69">
                  <c:v>0.869</c:v>
                </c:pt>
                <c:pt idx="70">
                  <c:v>0.87</c:v>
                </c:pt>
                <c:pt idx="71">
                  <c:v>0.871</c:v>
                </c:pt>
                <c:pt idx="72">
                  <c:v>0.872</c:v>
                </c:pt>
                <c:pt idx="73">
                  <c:v>0.873</c:v>
                </c:pt>
                <c:pt idx="74">
                  <c:v>0.874</c:v>
                </c:pt>
                <c:pt idx="75">
                  <c:v>0.875</c:v>
                </c:pt>
                <c:pt idx="76">
                  <c:v>0.876</c:v>
                </c:pt>
                <c:pt idx="77">
                  <c:v>0.877</c:v>
                </c:pt>
                <c:pt idx="78">
                  <c:v>0.878</c:v>
                </c:pt>
                <c:pt idx="79">
                  <c:v>0.879</c:v>
                </c:pt>
                <c:pt idx="80">
                  <c:v>0.88</c:v>
                </c:pt>
                <c:pt idx="81">
                  <c:v>0.881</c:v>
                </c:pt>
                <c:pt idx="82">
                  <c:v>0.882</c:v>
                </c:pt>
                <c:pt idx="83">
                  <c:v>0.883</c:v>
                </c:pt>
                <c:pt idx="84">
                  <c:v>0.884</c:v>
                </c:pt>
                <c:pt idx="85">
                  <c:v>0.885</c:v>
                </c:pt>
                <c:pt idx="86">
                  <c:v>0.886</c:v>
                </c:pt>
                <c:pt idx="87">
                  <c:v>0.887</c:v>
                </c:pt>
                <c:pt idx="88">
                  <c:v>0.888</c:v>
                </c:pt>
                <c:pt idx="89">
                  <c:v>0.889</c:v>
                </c:pt>
                <c:pt idx="90">
                  <c:v>0.89</c:v>
                </c:pt>
                <c:pt idx="91">
                  <c:v>0.891</c:v>
                </c:pt>
                <c:pt idx="92">
                  <c:v>0.892</c:v>
                </c:pt>
                <c:pt idx="93">
                  <c:v>0.893</c:v>
                </c:pt>
                <c:pt idx="94">
                  <c:v>0.894</c:v>
                </c:pt>
                <c:pt idx="95">
                  <c:v>0.895</c:v>
                </c:pt>
                <c:pt idx="96">
                  <c:v>0.896</c:v>
                </c:pt>
                <c:pt idx="97">
                  <c:v>0.897</c:v>
                </c:pt>
                <c:pt idx="98">
                  <c:v>0.898</c:v>
                </c:pt>
                <c:pt idx="99">
                  <c:v>0.899</c:v>
                </c:pt>
                <c:pt idx="100">
                  <c:v>0.9</c:v>
                </c:pt>
                <c:pt idx="101">
                  <c:v>0.901</c:v>
                </c:pt>
                <c:pt idx="102">
                  <c:v>0.902</c:v>
                </c:pt>
                <c:pt idx="103">
                  <c:v>0.903</c:v>
                </c:pt>
                <c:pt idx="104">
                  <c:v>0.904</c:v>
                </c:pt>
                <c:pt idx="105">
                  <c:v>0.905</c:v>
                </c:pt>
                <c:pt idx="106">
                  <c:v>0.906</c:v>
                </c:pt>
                <c:pt idx="107">
                  <c:v>0.907</c:v>
                </c:pt>
                <c:pt idx="108">
                  <c:v>0.908</c:v>
                </c:pt>
                <c:pt idx="109">
                  <c:v>0.909</c:v>
                </c:pt>
                <c:pt idx="110">
                  <c:v>0.91</c:v>
                </c:pt>
                <c:pt idx="111">
                  <c:v>0.911</c:v>
                </c:pt>
                <c:pt idx="112">
                  <c:v>0.912</c:v>
                </c:pt>
                <c:pt idx="113">
                  <c:v>0.913</c:v>
                </c:pt>
                <c:pt idx="114">
                  <c:v>0.914</c:v>
                </c:pt>
                <c:pt idx="115">
                  <c:v>0.915</c:v>
                </c:pt>
                <c:pt idx="116">
                  <c:v>0.916</c:v>
                </c:pt>
                <c:pt idx="117">
                  <c:v>0.917</c:v>
                </c:pt>
                <c:pt idx="118">
                  <c:v>0.918</c:v>
                </c:pt>
                <c:pt idx="119">
                  <c:v>0.919</c:v>
                </c:pt>
                <c:pt idx="120">
                  <c:v>0.92</c:v>
                </c:pt>
                <c:pt idx="121">
                  <c:v>0.921</c:v>
                </c:pt>
                <c:pt idx="122">
                  <c:v>0.922</c:v>
                </c:pt>
                <c:pt idx="123">
                  <c:v>0.923</c:v>
                </c:pt>
                <c:pt idx="124">
                  <c:v>0.924</c:v>
                </c:pt>
                <c:pt idx="125">
                  <c:v>0.925</c:v>
                </c:pt>
                <c:pt idx="126">
                  <c:v>0.926</c:v>
                </c:pt>
                <c:pt idx="127">
                  <c:v>0.927</c:v>
                </c:pt>
                <c:pt idx="128">
                  <c:v>0.928</c:v>
                </c:pt>
                <c:pt idx="129">
                  <c:v>0.929</c:v>
                </c:pt>
                <c:pt idx="130">
                  <c:v>0.93</c:v>
                </c:pt>
                <c:pt idx="131">
                  <c:v>0.931</c:v>
                </c:pt>
                <c:pt idx="132">
                  <c:v>0.932</c:v>
                </c:pt>
                <c:pt idx="133">
                  <c:v>0.933</c:v>
                </c:pt>
                <c:pt idx="134">
                  <c:v>0.934</c:v>
                </c:pt>
                <c:pt idx="135">
                  <c:v>0.935</c:v>
                </c:pt>
                <c:pt idx="136">
                  <c:v>0.936</c:v>
                </c:pt>
                <c:pt idx="137">
                  <c:v>0.937</c:v>
                </c:pt>
                <c:pt idx="138">
                  <c:v>0.938</c:v>
                </c:pt>
                <c:pt idx="139">
                  <c:v>0.939</c:v>
                </c:pt>
                <c:pt idx="140">
                  <c:v>0.94</c:v>
                </c:pt>
                <c:pt idx="141">
                  <c:v>0.941</c:v>
                </c:pt>
                <c:pt idx="142">
                  <c:v>0.942</c:v>
                </c:pt>
                <c:pt idx="143">
                  <c:v>0.943</c:v>
                </c:pt>
                <c:pt idx="144">
                  <c:v>0.944</c:v>
                </c:pt>
                <c:pt idx="145">
                  <c:v>0.945</c:v>
                </c:pt>
                <c:pt idx="146">
                  <c:v>0.946</c:v>
                </c:pt>
                <c:pt idx="147">
                  <c:v>0.947</c:v>
                </c:pt>
                <c:pt idx="148">
                  <c:v>0.948</c:v>
                </c:pt>
                <c:pt idx="149">
                  <c:v>0.949</c:v>
                </c:pt>
                <c:pt idx="150">
                  <c:v>0.95</c:v>
                </c:pt>
                <c:pt idx="151">
                  <c:v>0.951</c:v>
                </c:pt>
                <c:pt idx="152">
                  <c:v>0.952</c:v>
                </c:pt>
                <c:pt idx="153">
                  <c:v>0.953</c:v>
                </c:pt>
                <c:pt idx="154">
                  <c:v>0.954</c:v>
                </c:pt>
                <c:pt idx="155">
                  <c:v>0.955</c:v>
                </c:pt>
                <c:pt idx="156">
                  <c:v>0.956</c:v>
                </c:pt>
                <c:pt idx="157">
                  <c:v>0.957</c:v>
                </c:pt>
                <c:pt idx="158">
                  <c:v>0.958</c:v>
                </c:pt>
                <c:pt idx="159">
                  <c:v>0.959</c:v>
                </c:pt>
                <c:pt idx="160">
                  <c:v>0.96</c:v>
                </c:pt>
                <c:pt idx="161">
                  <c:v>0.961</c:v>
                </c:pt>
                <c:pt idx="162">
                  <c:v>0.962</c:v>
                </c:pt>
                <c:pt idx="163">
                  <c:v>0.963</c:v>
                </c:pt>
                <c:pt idx="164">
                  <c:v>0.964</c:v>
                </c:pt>
                <c:pt idx="165">
                  <c:v>0.965</c:v>
                </c:pt>
                <c:pt idx="166">
                  <c:v>0.966</c:v>
                </c:pt>
                <c:pt idx="167">
                  <c:v>0.967</c:v>
                </c:pt>
                <c:pt idx="168">
                  <c:v>0.968</c:v>
                </c:pt>
                <c:pt idx="169">
                  <c:v>0.969</c:v>
                </c:pt>
                <c:pt idx="170">
                  <c:v>0.97</c:v>
                </c:pt>
                <c:pt idx="171">
                  <c:v>0.971</c:v>
                </c:pt>
                <c:pt idx="172">
                  <c:v>0.972</c:v>
                </c:pt>
                <c:pt idx="173">
                  <c:v>0.973</c:v>
                </c:pt>
                <c:pt idx="174">
                  <c:v>0.974</c:v>
                </c:pt>
                <c:pt idx="175">
                  <c:v>0.975</c:v>
                </c:pt>
                <c:pt idx="176">
                  <c:v>0.976</c:v>
                </c:pt>
                <c:pt idx="177">
                  <c:v>0.977</c:v>
                </c:pt>
                <c:pt idx="178">
                  <c:v>0.978</c:v>
                </c:pt>
                <c:pt idx="179">
                  <c:v>0.979</c:v>
                </c:pt>
                <c:pt idx="180">
                  <c:v>0.98</c:v>
                </c:pt>
                <c:pt idx="181">
                  <c:v>0.981</c:v>
                </c:pt>
                <c:pt idx="182">
                  <c:v>0.982</c:v>
                </c:pt>
                <c:pt idx="183">
                  <c:v>0.983</c:v>
                </c:pt>
                <c:pt idx="184">
                  <c:v>0.984</c:v>
                </c:pt>
                <c:pt idx="185">
                  <c:v>0.985</c:v>
                </c:pt>
                <c:pt idx="186">
                  <c:v>0.986</c:v>
                </c:pt>
                <c:pt idx="187">
                  <c:v>0.987</c:v>
                </c:pt>
                <c:pt idx="188">
                  <c:v>0.988</c:v>
                </c:pt>
                <c:pt idx="189">
                  <c:v>0.989</c:v>
                </c:pt>
                <c:pt idx="190">
                  <c:v>0.99</c:v>
                </c:pt>
                <c:pt idx="191">
                  <c:v>0.991</c:v>
                </c:pt>
                <c:pt idx="192">
                  <c:v>0.992</c:v>
                </c:pt>
                <c:pt idx="193">
                  <c:v>0.993</c:v>
                </c:pt>
                <c:pt idx="194">
                  <c:v>0.994</c:v>
                </c:pt>
                <c:pt idx="195">
                  <c:v>0.995</c:v>
                </c:pt>
                <c:pt idx="196">
                  <c:v>0.996</c:v>
                </c:pt>
                <c:pt idx="197">
                  <c:v>0.997</c:v>
                </c:pt>
                <c:pt idx="198">
                  <c:v>0.998</c:v>
                </c:pt>
                <c:pt idx="199">
                  <c:v>0.999</c:v>
                </c:pt>
                <c:pt idx="200">
                  <c:v>1</c:v>
                </c:pt>
                <c:pt idx="201">
                  <c:v>1.001</c:v>
                </c:pt>
                <c:pt idx="202">
                  <c:v>1.002</c:v>
                </c:pt>
                <c:pt idx="203">
                  <c:v>1.003</c:v>
                </c:pt>
                <c:pt idx="204">
                  <c:v>1.004</c:v>
                </c:pt>
                <c:pt idx="205">
                  <c:v>1.005</c:v>
                </c:pt>
                <c:pt idx="206">
                  <c:v>1.006</c:v>
                </c:pt>
                <c:pt idx="207">
                  <c:v>1.007</c:v>
                </c:pt>
                <c:pt idx="208">
                  <c:v>1.008</c:v>
                </c:pt>
                <c:pt idx="209">
                  <c:v>1.009</c:v>
                </c:pt>
                <c:pt idx="210">
                  <c:v>1.01</c:v>
                </c:pt>
                <c:pt idx="211">
                  <c:v>1.011</c:v>
                </c:pt>
                <c:pt idx="212">
                  <c:v>1.012</c:v>
                </c:pt>
                <c:pt idx="213">
                  <c:v>1.013</c:v>
                </c:pt>
                <c:pt idx="214">
                  <c:v>1.014</c:v>
                </c:pt>
                <c:pt idx="215">
                  <c:v>1.015</c:v>
                </c:pt>
                <c:pt idx="216">
                  <c:v>1.016</c:v>
                </c:pt>
                <c:pt idx="217">
                  <c:v>1.017</c:v>
                </c:pt>
                <c:pt idx="218">
                  <c:v>1.018</c:v>
                </c:pt>
                <c:pt idx="219">
                  <c:v>1.019</c:v>
                </c:pt>
                <c:pt idx="220">
                  <c:v>1.02</c:v>
                </c:pt>
                <c:pt idx="221">
                  <c:v>1.021</c:v>
                </c:pt>
                <c:pt idx="222">
                  <c:v>1.022</c:v>
                </c:pt>
                <c:pt idx="223">
                  <c:v>1.023</c:v>
                </c:pt>
                <c:pt idx="224">
                  <c:v>1.024</c:v>
                </c:pt>
                <c:pt idx="225">
                  <c:v>1.025</c:v>
                </c:pt>
                <c:pt idx="226">
                  <c:v>1.026</c:v>
                </c:pt>
                <c:pt idx="227">
                  <c:v>1.027</c:v>
                </c:pt>
                <c:pt idx="228">
                  <c:v>1.028</c:v>
                </c:pt>
                <c:pt idx="229">
                  <c:v>1.029</c:v>
                </c:pt>
                <c:pt idx="230">
                  <c:v>1.03</c:v>
                </c:pt>
                <c:pt idx="231">
                  <c:v>1.031</c:v>
                </c:pt>
                <c:pt idx="232">
                  <c:v>1.032</c:v>
                </c:pt>
                <c:pt idx="233">
                  <c:v>1.033</c:v>
                </c:pt>
                <c:pt idx="234">
                  <c:v>1.034</c:v>
                </c:pt>
                <c:pt idx="235">
                  <c:v>1.035</c:v>
                </c:pt>
                <c:pt idx="236">
                  <c:v>1.036</c:v>
                </c:pt>
                <c:pt idx="237">
                  <c:v>1.037</c:v>
                </c:pt>
                <c:pt idx="238">
                  <c:v>1.038</c:v>
                </c:pt>
                <c:pt idx="239">
                  <c:v>1.039</c:v>
                </c:pt>
                <c:pt idx="240">
                  <c:v>1.04</c:v>
                </c:pt>
                <c:pt idx="241">
                  <c:v>1.041</c:v>
                </c:pt>
                <c:pt idx="242">
                  <c:v>1.042</c:v>
                </c:pt>
                <c:pt idx="243">
                  <c:v>1.043</c:v>
                </c:pt>
                <c:pt idx="244">
                  <c:v>1.044</c:v>
                </c:pt>
                <c:pt idx="245">
                  <c:v>1.045</c:v>
                </c:pt>
                <c:pt idx="246">
                  <c:v>1.046</c:v>
                </c:pt>
                <c:pt idx="247">
                  <c:v>1.047</c:v>
                </c:pt>
                <c:pt idx="248">
                  <c:v>1.048</c:v>
                </c:pt>
                <c:pt idx="249">
                  <c:v>1.049</c:v>
                </c:pt>
                <c:pt idx="250">
                  <c:v>1.05</c:v>
                </c:pt>
                <c:pt idx="251">
                  <c:v>1.051</c:v>
                </c:pt>
                <c:pt idx="252">
                  <c:v>1.052</c:v>
                </c:pt>
                <c:pt idx="253">
                  <c:v>1.053</c:v>
                </c:pt>
                <c:pt idx="254">
                  <c:v>1.054</c:v>
                </c:pt>
                <c:pt idx="255">
                  <c:v>1.055</c:v>
                </c:pt>
                <c:pt idx="256">
                  <c:v>1.056</c:v>
                </c:pt>
                <c:pt idx="257">
                  <c:v>1.057</c:v>
                </c:pt>
                <c:pt idx="258">
                  <c:v>1.058</c:v>
                </c:pt>
                <c:pt idx="259">
                  <c:v>1.059</c:v>
                </c:pt>
                <c:pt idx="260">
                  <c:v>1.06</c:v>
                </c:pt>
                <c:pt idx="261">
                  <c:v>1.061</c:v>
                </c:pt>
                <c:pt idx="262">
                  <c:v>1.062</c:v>
                </c:pt>
                <c:pt idx="263">
                  <c:v>1.063</c:v>
                </c:pt>
                <c:pt idx="264">
                  <c:v>1.064</c:v>
                </c:pt>
                <c:pt idx="265">
                  <c:v>1.065</c:v>
                </c:pt>
                <c:pt idx="266">
                  <c:v>1.066</c:v>
                </c:pt>
                <c:pt idx="267">
                  <c:v>1.067</c:v>
                </c:pt>
                <c:pt idx="268">
                  <c:v>1.068</c:v>
                </c:pt>
                <c:pt idx="269">
                  <c:v>1.069</c:v>
                </c:pt>
                <c:pt idx="270">
                  <c:v>1.07</c:v>
                </c:pt>
                <c:pt idx="271">
                  <c:v>1.071</c:v>
                </c:pt>
                <c:pt idx="272">
                  <c:v>1.072</c:v>
                </c:pt>
                <c:pt idx="273">
                  <c:v>1.073</c:v>
                </c:pt>
                <c:pt idx="274">
                  <c:v>1.074</c:v>
                </c:pt>
                <c:pt idx="275">
                  <c:v>1.075</c:v>
                </c:pt>
                <c:pt idx="276">
                  <c:v>1.076</c:v>
                </c:pt>
                <c:pt idx="277">
                  <c:v>1.077</c:v>
                </c:pt>
                <c:pt idx="278">
                  <c:v>1.078</c:v>
                </c:pt>
                <c:pt idx="279">
                  <c:v>1.079</c:v>
                </c:pt>
                <c:pt idx="280">
                  <c:v>1.08</c:v>
                </c:pt>
                <c:pt idx="281">
                  <c:v>1.081</c:v>
                </c:pt>
                <c:pt idx="282">
                  <c:v>1.082</c:v>
                </c:pt>
                <c:pt idx="283">
                  <c:v>1.083</c:v>
                </c:pt>
                <c:pt idx="284">
                  <c:v>1.084</c:v>
                </c:pt>
                <c:pt idx="285">
                  <c:v>1.085</c:v>
                </c:pt>
                <c:pt idx="286">
                  <c:v>1.086</c:v>
                </c:pt>
                <c:pt idx="287">
                  <c:v>1.087</c:v>
                </c:pt>
                <c:pt idx="288">
                  <c:v>1.088</c:v>
                </c:pt>
                <c:pt idx="289">
                  <c:v>1.089</c:v>
                </c:pt>
                <c:pt idx="290">
                  <c:v>1.09</c:v>
                </c:pt>
                <c:pt idx="291">
                  <c:v>1.091</c:v>
                </c:pt>
                <c:pt idx="292">
                  <c:v>1.092</c:v>
                </c:pt>
                <c:pt idx="293">
                  <c:v>1.093</c:v>
                </c:pt>
                <c:pt idx="294">
                  <c:v>1.094</c:v>
                </c:pt>
                <c:pt idx="295">
                  <c:v>1.095</c:v>
                </c:pt>
                <c:pt idx="296">
                  <c:v>1.096</c:v>
                </c:pt>
                <c:pt idx="297">
                  <c:v>1.097</c:v>
                </c:pt>
                <c:pt idx="298">
                  <c:v>1.098</c:v>
                </c:pt>
                <c:pt idx="299">
                  <c:v>1.099</c:v>
                </c:pt>
                <c:pt idx="300">
                  <c:v>1.1</c:v>
                </c:pt>
              </c:numCache>
            </c:numRef>
          </c:xVal>
          <c:yVal>
            <c:numRef>
              <c:f>'Chart Data'!$B$2:$B$302</c:f>
              <c:numCache>
                <c:formatCode>0.0</c:formatCode>
                <c:ptCount val="301"/>
                <c:pt idx="0">
                  <c:v>1.205109665</c:v>
                </c:pt>
                <c:pt idx="1">
                  <c:v>1.20475302</c:v>
                </c:pt>
                <c:pt idx="2">
                  <c:v>1.20438818</c:v>
                </c:pt>
                <c:pt idx="3">
                  <c:v>1.204015155</c:v>
                </c:pt>
                <c:pt idx="4">
                  <c:v>1.203633959</c:v>
                </c:pt>
                <c:pt idx="5">
                  <c:v>1.203244603</c:v>
                </c:pt>
                <c:pt idx="6">
                  <c:v>1.202847099</c:v>
                </c:pt>
                <c:pt idx="7">
                  <c:v>1.202441461</c:v>
                </c:pt>
                <c:pt idx="8">
                  <c:v>1.202027702</c:v>
                </c:pt>
                <c:pt idx="9">
                  <c:v>1.201605834</c:v>
                </c:pt>
                <c:pt idx="10">
                  <c:v>1.201175871</c:v>
                </c:pt>
                <c:pt idx="11">
                  <c:v>1.200737827</c:v>
                </c:pt>
                <c:pt idx="12">
                  <c:v>1.200291716</c:v>
                </c:pt>
                <c:pt idx="13">
                  <c:v>1.199837552</c:v>
                </c:pt>
                <c:pt idx="14">
                  <c:v>1.19937535</c:v>
                </c:pt>
                <c:pt idx="15">
                  <c:v>1.198905125</c:v>
                </c:pt>
                <c:pt idx="16">
                  <c:v>1.198426891</c:v>
                </c:pt>
                <c:pt idx="17">
                  <c:v>1.197940663</c:v>
                </c:pt>
                <c:pt idx="18">
                  <c:v>1.197446459</c:v>
                </c:pt>
                <c:pt idx="19">
                  <c:v>1.196944292</c:v>
                </c:pt>
                <c:pt idx="20">
                  <c:v>1.19643418</c:v>
                </c:pt>
                <c:pt idx="21">
                  <c:v>1.195916138</c:v>
                </c:pt>
                <c:pt idx="22">
                  <c:v>1.195390183</c:v>
                </c:pt>
                <c:pt idx="23">
                  <c:v>1.194856333</c:v>
                </c:pt>
                <c:pt idx="24">
                  <c:v>1.194314603</c:v>
                </c:pt>
                <c:pt idx="25">
                  <c:v>1.193765011</c:v>
                </c:pt>
                <c:pt idx="26">
                  <c:v>1.193207575</c:v>
                </c:pt>
                <c:pt idx="27">
                  <c:v>1.192642313</c:v>
                </c:pt>
                <c:pt idx="28">
                  <c:v>1.192069242</c:v>
                </c:pt>
                <c:pt idx="29">
                  <c:v>1.191488381</c:v>
                </c:pt>
                <c:pt idx="30">
                  <c:v>1.190899749</c:v>
                </c:pt>
                <c:pt idx="31">
                  <c:v>1.190303363</c:v>
                </c:pt>
                <c:pt idx="32">
                  <c:v>1.189699244</c:v>
                </c:pt>
                <c:pt idx="33">
                  <c:v>1.18908741</c:v>
                </c:pt>
                <c:pt idx="34">
                  <c:v>1.18846788</c:v>
                </c:pt>
                <c:pt idx="35">
                  <c:v>1.187840675</c:v>
                </c:pt>
                <c:pt idx="36">
                  <c:v>1.187205815</c:v>
                </c:pt>
                <c:pt idx="37">
                  <c:v>1.186563319</c:v>
                </c:pt>
                <c:pt idx="38">
                  <c:v>1.185913207</c:v>
                </c:pt>
                <c:pt idx="39">
                  <c:v>1.185255502</c:v>
                </c:pt>
                <c:pt idx="40">
                  <c:v>1.184590222</c:v>
                </c:pt>
                <c:pt idx="41">
                  <c:v>1.18391739</c:v>
                </c:pt>
                <c:pt idx="42">
                  <c:v>1.183237027</c:v>
                </c:pt>
                <c:pt idx="43">
                  <c:v>1.182549154</c:v>
                </c:pt>
                <c:pt idx="44">
                  <c:v>1.181853793</c:v>
                </c:pt>
                <c:pt idx="45">
                  <c:v>1.181150966</c:v>
                </c:pt>
                <c:pt idx="46">
                  <c:v>1.180440695</c:v>
                </c:pt>
                <c:pt idx="47">
                  <c:v>1.179723003</c:v>
                </c:pt>
                <c:pt idx="48">
                  <c:v>1.178997912</c:v>
                </c:pt>
                <c:pt idx="49">
                  <c:v>1.178265445</c:v>
                </c:pt>
                <c:pt idx="50">
                  <c:v>1.177525625</c:v>
                </c:pt>
                <c:pt idx="51">
                  <c:v>1.176778475</c:v>
                </c:pt>
                <c:pt idx="52">
                  <c:v>1.176024019</c:v>
                </c:pt>
                <c:pt idx="53">
                  <c:v>1.175262281</c:v>
                </c:pt>
                <c:pt idx="54">
                  <c:v>1.174493284</c:v>
                </c:pt>
                <c:pt idx="55">
                  <c:v>1.173717052</c:v>
                </c:pt>
                <c:pt idx="56">
                  <c:v>1.172933611</c:v>
                </c:pt>
                <c:pt idx="57">
                  <c:v>1.172142983</c:v>
                </c:pt>
                <c:pt idx="58">
                  <c:v>1.171345195</c:v>
                </c:pt>
                <c:pt idx="59">
                  <c:v>1.17054027</c:v>
                </c:pt>
                <c:pt idx="60">
                  <c:v>1.169728235</c:v>
                </c:pt>
                <c:pt idx="61">
                  <c:v>1.168909114</c:v>
                </c:pt>
                <c:pt idx="62">
                  <c:v>1.168082933</c:v>
                </c:pt>
                <c:pt idx="63">
                  <c:v>1.167249717</c:v>
                </c:pt>
                <c:pt idx="64">
                  <c:v>1.166409493</c:v>
                </c:pt>
                <c:pt idx="65">
                  <c:v>1.165562286</c:v>
                </c:pt>
                <c:pt idx="66">
                  <c:v>1.164708123</c:v>
                </c:pt>
                <c:pt idx="67">
                  <c:v>1.163847031</c:v>
                </c:pt>
                <c:pt idx="68">
                  <c:v>1.162979035</c:v>
                </c:pt>
                <c:pt idx="69">
                  <c:v>1.162104163</c:v>
                </c:pt>
                <c:pt idx="70">
                  <c:v>1.161222442</c:v>
                </c:pt>
                <c:pt idx="71">
                  <c:v>1.160333898</c:v>
                </c:pt>
                <c:pt idx="72">
                  <c:v>1.15943856</c:v>
                </c:pt>
                <c:pt idx="73">
                  <c:v>1.158536454</c:v>
                </c:pt>
                <c:pt idx="74">
                  <c:v>1.157627609</c:v>
                </c:pt>
                <c:pt idx="75">
                  <c:v>1.156712052</c:v>
                </c:pt>
                <c:pt idx="76">
                  <c:v>1.155789812</c:v>
                </c:pt>
                <c:pt idx="77">
                  <c:v>1.154860916</c:v>
                </c:pt>
                <c:pt idx="78">
                  <c:v>1.153925394</c:v>
                </c:pt>
                <c:pt idx="79">
                  <c:v>1.152983273</c:v>
                </c:pt>
                <c:pt idx="80">
                  <c:v>1.152034582</c:v>
                </c:pt>
                <c:pt idx="81">
                  <c:v>1.15107935</c:v>
                </c:pt>
                <c:pt idx="82">
                  <c:v>1.150117607</c:v>
                </c:pt>
                <c:pt idx="83">
                  <c:v>1.149149381</c:v>
                </c:pt>
                <c:pt idx="84">
                  <c:v>1.148174701</c:v>
                </c:pt>
                <c:pt idx="85">
                  <c:v>1.147193598</c:v>
                </c:pt>
                <c:pt idx="86">
                  <c:v>1.146206101</c:v>
                </c:pt>
                <c:pt idx="87">
                  <c:v>1.145212239</c:v>
                </c:pt>
                <c:pt idx="88">
                  <c:v>1.144212043</c:v>
                </c:pt>
                <c:pt idx="89">
                  <c:v>1.143205543</c:v>
                </c:pt>
                <c:pt idx="90">
                  <c:v>1.142192768</c:v>
                </c:pt>
                <c:pt idx="91">
                  <c:v>1.14117375</c:v>
                </c:pt>
                <c:pt idx="92">
                  <c:v>1.140148519</c:v>
                </c:pt>
                <c:pt idx="93">
                  <c:v>1.139117105</c:v>
                </c:pt>
                <c:pt idx="94">
                  <c:v>1.138079539</c:v>
                </c:pt>
                <c:pt idx="95">
                  <c:v>1.137035853</c:v>
                </c:pt>
                <c:pt idx="96">
                  <c:v>1.135986077</c:v>
                </c:pt>
                <c:pt idx="97">
                  <c:v>1.134930242</c:v>
                </c:pt>
                <c:pt idx="98">
                  <c:v>1.13386838</c:v>
                </c:pt>
                <c:pt idx="99">
                  <c:v>1.132800523</c:v>
                </c:pt>
                <c:pt idx="100">
                  <c:v>1.131726701</c:v>
                </c:pt>
                <c:pt idx="101">
                  <c:v>1.130646946</c:v>
                </c:pt>
                <c:pt idx="102">
                  <c:v>1.129561291</c:v>
                </c:pt>
                <c:pt idx="103">
                  <c:v>1.128469766</c:v>
                </c:pt>
                <c:pt idx="104">
                  <c:v>1.127372405</c:v>
                </c:pt>
                <c:pt idx="105">
                  <c:v>1.126269239</c:v>
                </c:pt>
                <c:pt idx="106">
                  <c:v>1.125160301</c:v>
                </c:pt>
                <c:pt idx="107">
                  <c:v>1.124045623</c:v>
                </c:pt>
                <c:pt idx="108">
                  <c:v>1.122925237</c:v>
                </c:pt>
                <c:pt idx="109">
                  <c:v>1.121799176</c:v>
                </c:pt>
                <c:pt idx="110">
                  <c:v>1.120667473</c:v>
                </c:pt>
                <c:pt idx="111">
                  <c:v>1.11953016</c:v>
                </c:pt>
                <c:pt idx="112">
                  <c:v>1.118387271</c:v>
                </c:pt>
                <c:pt idx="113">
                  <c:v>1.117238837</c:v>
                </c:pt>
                <c:pt idx="114">
                  <c:v>1.116084894</c:v>
                </c:pt>
                <c:pt idx="115">
                  <c:v>1.114925472</c:v>
                </c:pt>
                <c:pt idx="116">
                  <c:v>1.113760607</c:v>
                </c:pt>
                <c:pt idx="117">
                  <c:v>1.11259033</c:v>
                </c:pt>
                <c:pt idx="118">
                  <c:v>1.111414676</c:v>
                </c:pt>
                <c:pt idx="119">
                  <c:v>1.110233678</c:v>
                </c:pt>
                <c:pt idx="120">
                  <c:v>1.10904737</c:v>
                </c:pt>
                <c:pt idx="121">
                  <c:v>1.107855785</c:v>
                </c:pt>
                <c:pt idx="122">
                  <c:v>1.106658957</c:v>
                </c:pt>
                <c:pt idx="123">
                  <c:v>1.10545692</c:v>
                </c:pt>
                <c:pt idx="124">
                  <c:v>1.104249708</c:v>
                </c:pt>
                <c:pt idx="125">
                  <c:v>1.103037355</c:v>
                </c:pt>
                <c:pt idx="126">
                  <c:v>1.101819894</c:v>
                </c:pt>
                <c:pt idx="127">
                  <c:v>1.10059736</c:v>
                </c:pt>
                <c:pt idx="128">
                  <c:v>1.099369788</c:v>
                </c:pt>
                <c:pt idx="129">
                  <c:v>1.09813721</c:v>
                </c:pt>
                <c:pt idx="130">
                  <c:v>1.096899663</c:v>
                </c:pt>
                <c:pt idx="131">
                  <c:v>1.095657179</c:v>
                </c:pt>
                <c:pt idx="132">
                  <c:v>1.094409793</c:v>
                </c:pt>
                <c:pt idx="133">
                  <c:v>1.093157541</c:v>
                </c:pt>
                <c:pt idx="134">
                  <c:v>1.091900456</c:v>
                </c:pt>
                <c:pt idx="135">
                  <c:v>1.090638573</c:v>
                </c:pt>
                <c:pt idx="136">
                  <c:v>1.089371926</c:v>
                </c:pt>
                <c:pt idx="137">
                  <c:v>1.088100551</c:v>
                </c:pt>
                <c:pt idx="138">
                  <c:v>1.086824481</c:v>
                </c:pt>
                <c:pt idx="139">
                  <c:v>1.085543753</c:v>
                </c:pt>
                <c:pt idx="140">
                  <c:v>1.084258399</c:v>
                </c:pt>
                <c:pt idx="141">
                  <c:v>1.082968457</c:v>
                </c:pt>
                <c:pt idx="142">
                  <c:v>1.081673959</c:v>
                </c:pt>
                <c:pt idx="143">
                  <c:v>1.080374942</c:v>
                </c:pt>
                <c:pt idx="144">
                  <c:v>1.079071439</c:v>
                </c:pt>
                <c:pt idx="145">
                  <c:v>1.077763487</c:v>
                </c:pt>
                <c:pt idx="146">
                  <c:v>1.07645112</c:v>
                </c:pt>
                <c:pt idx="147">
                  <c:v>1.075134372</c:v>
                </c:pt>
                <c:pt idx="148">
                  <c:v>1.07381328</c:v>
                </c:pt>
                <c:pt idx="149">
                  <c:v>1.072487879</c:v>
                </c:pt>
                <c:pt idx="150">
                  <c:v>1.071158202</c:v>
                </c:pt>
                <c:pt idx="151">
                  <c:v>1.069824286</c:v>
                </c:pt>
                <c:pt idx="152">
                  <c:v>1.068486166</c:v>
                </c:pt>
                <c:pt idx="153">
                  <c:v>1.067143876</c:v>
                </c:pt>
                <c:pt idx="154">
                  <c:v>1.065797452</c:v>
                </c:pt>
                <c:pt idx="155">
                  <c:v>1.064446929</c:v>
                </c:pt>
                <c:pt idx="156">
                  <c:v>1.063092342</c:v>
                </c:pt>
                <c:pt idx="157">
                  <c:v>1.061733727</c:v>
                </c:pt>
                <c:pt idx="158">
                  <c:v>1.060371118</c:v>
                </c:pt>
                <c:pt idx="159">
                  <c:v>1.059004552</c:v>
                </c:pt>
                <c:pt idx="160">
                  <c:v>1.057634062</c:v>
                </c:pt>
                <c:pt idx="161">
                  <c:v>1.056259684</c:v>
                </c:pt>
                <c:pt idx="162">
                  <c:v>1.054881454</c:v>
                </c:pt>
                <c:pt idx="163">
                  <c:v>1.053499407</c:v>
                </c:pt>
                <c:pt idx="164">
                  <c:v>1.052113577</c:v>
                </c:pt>
                <c:pt idx="165">
                  <c:v>1.050724</c:v>
                </c:pt>
                <c:pt idx="166">
                  <c:v>1.049330712</c:v>
                </c:pt>
                <c:pt idx="167">
                  <c:v>1.047933746</c:v>
                </c:pt>
                <c:pt idx="168">
                  <c:v>1.04653314</c:v>
                </c:pt>
                <c:pt idx="169">
                  <c:v>1.045128926</c:v>
                </c:pt>
                <c:pt idx="170">
                  <c:v>1.043721142</c:v>
                </c:pt>
                <c:pt idx="171">
                  <c:v>1.042309821</c:v>
                </c:pt>
                <c:pt idx="172">
                  <c:v>1.040895</c:v>
                </c:pt>
                <c:pt idx="173">
                  <c:v>1.039476712</c:v>
                </c:pt>
                <c:pt idx="174">
                  <c:v>1.038054993</c:v>
                </c:pt>
                <c:pt idx="175">
                  <c:v>1.036629878</c:v>
                </c:pt>
                <c:pt idx="176">
                  <c:v>1.035201403</c:v>
                </c:pt>
                <c:pt idx="177">
                  <c:v>1.033769601</c:v>
                </c:pt>
                <c:pt idx="178">
                  <c:v>1.032334508</c:v>
                </c:pt>
                <c:pt idx="179">
                  <c:v>1.030896159</c:v>
                </c:pt>
                <c:pt idx="180">
                  <c:v>1.029454588</c:v>
                </c:pt>
                <c:pt idx="181">
                  <c:v>1.028009831</c:v>
                </c:pt>
                <c:pt idx="182">
                  <c:v>1.026561922</c:v>
                </c:pt>
                <c:pt idx="183">
                  <c:v>1.025110896</c:v>
                </c:pt>
                <c:pt idx="184">
                  <c:v>1.023656788</c:v>
                </c:pt>
                <c:pt idx="185">
                  <c:v>1.022199632</c:v>
                </c:pt>
                <c:pt idx="186">
                  <c:v>1.020739463</c:v>
                </c:pt>
                <c:pt idx="187">
                  <c:v>1.019276316</c:v>
                </c:pt>
                <c:pt idx="188">
                  <c:v>1.017810225</c:v>
                </c:pt>
                <c:pt idx="189">
                  <c:v>1.016341224</c:v>
                </c:pt>
                <c:pt idx="190">
                  <c:v>1.014869348</c:v>
                </c:pt>
                <c:pt idx="191">
                  <c:v>1.013394632</c:v>
                </c:pt>
                <c:pt idx="192">
                  <c:v>1.011917109</c:v>
                </c:pt>
                <c:pt idx="193">
                  <c:v>1.010436814</c:v>
                </c:pt>
                <c:pt idx="194">
                  <c:v>1.008953781</c:v>
                </c:pt>
                <c:pt idx="195">
                  <c:v>1.007468045</c:v>
                </c:pt>
                <c:pt idx="196">
                  <c:v>1.005979639</c:v>
                </c:pt>
                <c:pt idx="197">
                  <c:v>1.004488598</c:v>
                </c:pt>
                <c:pt idx="198">
                  <c:v>1.002994955</c:v>
                </c:pt>
                <c:pt idx="199">
                  <c:v>1.001498744</c:v>
                </c:pt>
                <c:pt idx="200">
                  <c:v>1</c:v>
                </c:pt>
                <c:pt idx="201">
                  <c:v>0.998498756</c:v>
                </c:pt>
                <c:pt idx="202">
                  <c:v>0.996995045</c:v>
                </c:pt>
                <c:pt idx="203">
                  <c:v>0.995488902</c:v>
                </c:pt>
                <c:pt idx="204">
                  <c:v>0.993980359</c:v>
                </c:pt>
                <c:pt idx="205">
                  <c:v>0.992469451</c:v>
                </c:pt>
                <c:pt idx="206">
                  <c:v>0.990956211</c:v>
                </c:pt>
                <c:pt idx="207">
                  <c:v>0.989440672</c:v>
                </c:pt>
                <c:pt idx="208">
                  <c:v>0.987922868</c:v>
                </c:pt>
                <c:pt idx="209">
                  <c:v>0.986402831</c:v>
                </c:pt>
                <c:pt idx="210">
                  <c:v>0.984880596</c:v>
                </c:pt>
                <c:pt idx="211">
                  <c:v>0.983356194</c:v>
                </c:pt>
                <c:pt idx="212">
                  <c:v>0.981829659</c:v>
                </c:pt>
                <c:pt idx="213">
                  <c:v>0.980301024</c:v>
                </c:pt>
                <c:pt idx="214">
                  <c:v>0.978770321</c:v>
                </c:pt>
                <c:pt idx="215">
                  <c:v>0.977237583</c:v>
                </c:pt>
                <c:pt idx="216">
                  <c:v>0.975702844</c:v>
                </c:pt>
                <c:pt idx="217">
                  <c:v>0.974166135</c:v>
                </c:pt>
                <c:pt idx="218">
                  <c:v>0.972627488</c:v>
                </c:pt>
                <c:pt idx="219">
                  <c:v>0.971086938</c:v>
                </c:pt>
                <c:pt idx="220">
                  <c:v>0.969544514</c:v>
                </c:pt>
                <c:pt idx="221">
                  <c:v>0.96800025</c:v>
                </c:pt>
                <c:pt idx="222">
                  <c:v>0.966454179</c:v>
                </c:pt>
                <c:pt idx="223">
                  <c:v>0.964906331</c:v>
                </c:pt>
                <c:pt idx="224">
                  <c:v>0.963356738</c:v>
                </c:pt>
                <c:pt idx="225">
                  <c:v>0.961805433</c:v>
                </c:pt>
                <c:pt idx="226">
                  <c:v>0.960252448</c:v>
                </c:pt>
                <c:pt idx="227">
                  <c:v>0.958697813</c:v>
                </c:pt>
                <c:pt idx="228">
                  <c:v>0.957141561</c:v>
                </c:pt>
                <c:pt idx="229">
                  <c:v>0.955583722</c:v>
                </c:pt>
                <c:pt idx="230">
                  <c:v>0.954024329</c:v>
                </c:pt>
                <c:pt idx="231">
                  <c:v>0.952463412</c:v>
                </c:pt>
                <c:pt idx="232">
                  <c:v>0.950901002</c:v>
                </c:pt>
                <c:pt idx="233">
                  <c:v>0.949337131</c:v>
                </c:pt>
                <c:pt idx="234">
                  <c:v>0.947771829</c:v>
                </c:pt>
                <c:pt idx="235">
                  <c:v>0.946205128</c:v>
                </c:pt>
                <c:pt idx="236">
                  <c:v>0.944637057</c:v>
                </c:pt>
                <c:pt idx="237">
                  <c:v>0.943067647</c:v>
                </c:pt>
                <c:pt idx="238">
                  <c:v>0.94149693</c:v>
                </c:pt>
                <c:pt idx="239">
                  <c:v>0.939924934</c:v>
                </c:pt>
                <c:pt idx="240">
                  <c:v>0.938351691</c:v>
                </c:pt>
                <c:pt idx="241">
                  <c:v>0.936777231</c:v>
                </c:pt>
                <c:pt idx="242">
                  <c:v>0.935201583</c:v>
                </c:pt>
                <c:pt idx="243">
                  <c:v>0.933624778</c:v>
                </c:pt>
                <c:pt idx="244">
                  <c:v>0.932046846</c:v>
                </c:pt>
                <c:pt idx="245">
                  <c:v>0.930467815</c:v>
                </c:pt>
                <c:pt idx="246">
                  <c:v>0.928887716</c:v>
                </c:pt>
                <c:pt idx="247">
                  <c:v>0.927306578</c:v>
                </c:pt>
                <c:pt idx="248">
                  <c:v>0.925724431</c:v>
                </c:pt>
                <c:pt idx="249">
                  <c:v>0.924141303</c:v>
                </c:pt>
                <c:pt idx="250">
                  <c:v>0.922557224</c:v>
                </c:pt>
                <c:pt idx="251">
                  <c:v>0.920972223</c:v>
                </c:pt>
                <c:pt idx="252">
                  <c:v>0.919386328</c:v>
                </c:pt>
                <c:pt idx="253">
                  <c:v>0.917799569</c:v>
                </c:pt>
                <c:pt idx="254">
                  <c:v>0.916211974</c:v>
                </c:pt>
                <c:pt idx="255">
                  <c:v>0.914623571</c:v>
                </c:pt>
                <c:pt idx="256">
                  <c:v>0.91303439</c:v>
                </c:pt>
                <c:pt idx="257">
                  <c:v>0.911444457</c:v>
                </c:pt>
                <c:pt idx="258">
                  <c:v>0.909853801</c:v>
                </c:pt>
                <c:pt idx="259">
                  <c:v>0.908262451</c:v>
                </c:pt>
                <c:pt idx="260">
                  <c:v>0.906670434</c:v>
                </c:pt>
                <c:pt idx="261">
                  <c:v>0.905077778</c:v>
                </c:pt>
                <c:pt idx="262">
                  <c:v>0.903484511</c:v>
                </c:pt>
                <c:pt idx="263">
                  <c:v>0.90189066</c:v>
                </c:pt>
                <c:pt idx="264">
                  <c:v>0.900296252</c:v>
                </c:pt>
                <c:pt idx="265">
                  <c:v>0.898701315</c:v>
                </c:pt>
                <c:pt idx="266">
                  <c:v>0.897105875</c:v>
                </c:pt>
                <c:pt idx="267">
                  <c:v>0.895509961</c:v>
                </c:pt>
                <c:pt idx="268">
                  <c:v>0.893913598</c:v>
                </c:pt>
                <c:pt idx="269">
                  <c:v>0.892316814</c:v>
                </c:pt>
                <c:pt idx="270">
                  <c:v>0.890719635</c:v>
                </c:pt>
                <c:pt idx="271">
                  <c:v>0.889122087</c:v>
                </c:pt>
                <c:pt idx="272">
                  <c:v>0.887524197</c:v>
                </c:pt>
                <c:pt idx="273">
                  <c:v>0.885925992</c:v>
                </c:pt>
                <c:pt idx="274">
                  <c:v>0.884327497</c:v>
                </c:pt>
                <c:pt idx="275">
                  <c:v>0.882728737</c:v>
                </c:pt>
                <c:pt idx="276">
                  <c:v>0.88112974</c:v>
                </c:pt>
                <c:pt idx="277">
                  <c:v>0.879530531</c:v>
                </c:pt>
                <c:pt idx="278">
                  <c:v>0.877931135</c:v>
                </c:pt>
                <c:pt idx="279">
                  <c:v>0.876331577</c:v>
                </c:pt>
                <c:pt idx="280">
                  <c:v>0.874731884</c:v>
                </c:pt>
                <c:pt idx="281">
                  <c:v>0.873132079</c:v>
                </c:pt>
                <c:pt idx="282">
                  <c:v>0.871532189</c:v>
                </c:pt>
                <c:pt idx="283">
                  <c:v>0.869932238</c:v>
                </c:pt>
                <c:pt idx="284">
                  <c:v>0.86833225</c:v>
                </c:pt>
                <c:pt idx="285">
                  <c:v>0.866732251</c:v>
                </c:pt>
                <c:pt idx="286">
                  <c:v>0.865132265</c:v>
                </c:pt>
                <c:pt idx="287">
                  <c:v>0.863532317</c:v>
                </c:pt>
                <c:pt idx="288">
                  <c:v>0.861932429</c:v>
                </c:pt>
                <c:pt idx="289">
                  <c:v>0.860332627</c:v>
                </c:pt>
                <c:pt idx="290">
                  <c:v>0.858732935</c:v>
                </c:pt>
                <c:pt idx="291">
                  <c:v>0.857133376</c:v>
                </c:pt>
                <c:pt idx="292">
                  <c:v>0.855533974</c:v>
                </c:pt>
                <c:pt idx="293">
                  <c:v>0.853934752</c:v>
                </c:pt>
                <c:pt idx="294">
                  <c:v>0.852335735</c:v>
                </c:pt>
                <c:pt idx="295">
                  <c:v>0.850736944</c:v>
                </c:pt>
                <c:pt idx="296">
                  <c:v>0.849138404</c:v>
                </c:pt>
                <c:pt idx="297">
                  <c:v>0.847540137</c:v>
                </c:pt>
                <c:pt idx="298">
                  <c:v>0.845942166</c:v>
                </c:pt>
                <c:pt idx="299">
                  <c:v>0.844344514</c:v>
                </c:pt>
                <c:pt idx="300">
                  <c:v>0.842747203</c:v>
                </c:pt>
              </c:numCache>
            </c:numRef>
          </c:yVal>
          <c:smooth val="0"/>
          <c:extLst>
            <c:ext uri="{C3380CC4-5D6E-409C-BE32-E72D297353CC}">
              <ns2:uniqueId val="{00000000-D46A-46A4-A0FA-0510E78B5A45}"/>
            </c:ext>
          </c:extLst>
        </c:ser>
        <c:ser>
          <c:idx val="1"/>
          <c:order val="1"/>
          <c:tx>
            <c:v>Old demand</c:v>
          </c:tx>
          <c:spPr>
            <a:ln w="14288">
              <a:solidFill>
                <a:srgbClr val="536873"/>
              </a:solidFill>
              <a:prstDash val="dash"/>
            </a:ln>
          </c:spPr>
          <c:marker>
            <c:symbol val="none"/>
          </c:marker>
          <c:xVal>
            <c:numRef>
              <c:f>'Chart Data'!$C$2:$C$3</c:f>
              <c:numCache>
                <c:formatCode>General</c:formatCode>
                <c:ptCount val="2"/>
                <c:pt idx="0">
                  <c:v>0.8</c:v>
                </c:pt>
                <c:pt idx="1">
                  <c:v>1.1</c:v>
                </c:pt>
              </c:numCache>
            </c:numRef>
          </c:xVal>
          <c:yVal>
            <c:numRef>
              <c:f>'Chart Data'!$D$2:$D$3</c:f>
              <c:numCache>
                <c:formatCode>0.0</c:formatCode>
                <c:ptCount val="2"/>
                <c:pt idx="0">
                  <c:v>1</c:v>
                </c:pt>
                <c:pt idx="1">
                  <c:v>1</c:v>
                </c:pt>
              </c:numCache>
            </c:numRef>
          </c:yVal>
          <c:smooth val="0"/>
          <c:extLst>
            <c:ext uri="{C3380CC4-5D6E-409C-BE32-E72D297353CC}">
              <ns2:uniqueId val="{00000001-D46A-46A4-A0FA-0510E78B5A45}"/>
            </c:ext>
          </c:extLst>
        </c:ser>
        <c:ser>
          <c:idx val="2"/>
          <c:order val="2"/>
          <c:tx>
            <c:v>New demand</c:v>
          </c:tx>
          <c:spPr>
            <a:ln w="19050">
              <a:solidFill>
                <a:srgbClr val="087F8C"/>
              </a:solidFill>
              <a:prstDash val="dash"/>
            </a:ln>
          </c:spPr>
          <c:marker>
            <c:symbol val="none"/>
          </c:marker>
          <c:xVal>
            <c:numRef>
              <c:f>'Chart Data'!$E$2:$E$3</c:f>
              <c:numCache>
                <c:formatCode>General</c:formatCode>
                <c:ptCount val="2"/>
                <c:pt idx="0">
                  <c:v>0.8</c:v>
                </c:pt>
                <c:pt idx="1">
                  <c:v>1.1</c:v>
                </c:pt>
              </c:numCache>
            </c:numRef>
          </c:xVal>
          <c:yVal>
            <c:numRef>
              <c:f>'Chart Data'!$F$2:$F$3</c:f>
              <c:numCache>
                <c:formatCode>0.0</c:formatCode>
                <c:ptCount val="2"/>
                <c:pt idx="0">
                  <c:v>1.1</c:v>
                </c:pt>
                <c:pt idx="1">
                  <c:v>1.1</c:v>
                </c:pt>
              </c:numCache>
            </c:numRef>
          </c:yVal>
          <c:smooth val="0"/>
          <c:extLst>
            <c:ext uri="{C3380CC4-5D6E-409C-BE32-E72D297353CC}">
              <ns2:uniqueId val="{00000002-D46A-46A4-A0FA-0510E78B5A45}"/>
            </c:ext>
          </c:extLst>
        </c:ser>
        <c:ser>
          <c:idx val="3"/>
          <c:order val="3"/>
          <c:tx>
            <c:v>Old</c:v>
          </c:tx>
          <c:spPr>
            <a:ln w="0">
              <a:noFill/>
            </a:ln>
          </c:spPr>
          <c:marker>
            <c:symbol val="circle"/>
            <c:size val="8"/>
            <c:spPr>
              <a:solidFill>
                <a:srgbClr val="142F3B"/>
              </a:solidFill>
            </c:spPr>
          </c:marker>
          <c:xVal>
            <c:numRef>
              <c:f>'Chart Data'!$G$2:$G$2</c:f>
              <c:numCache>
                <c:formatCode>General</c:formatCode>
                <c:ptCount val="1"/>
                <c:pt idx="0">
                  <c:v>1</c:v>
                </c:pt>
              </c:numCache>
            </c:numRef>
          </c:xVal>
          <c:yVal>
            <c:numRef>
              <c:f>'Chart Data'!$H$2:$H$2</c:f>
              <c:numCache>
                <c:formatCode>0.0</c:formatCode>
                <c:ptCount val="1"/>
                <c:pt idx="0">
                  <c:v>1</c:v>
                </c:pt>
              </c:numCache>
            </c:numRef>
          </c:yVal>
          <c:smooth val="0"/>
          <c:extLst>
            <c:ext uri="{C3380CC4-5D6E-409C-BE32-E72D297353CC}">
              <ns2:uniqueId val="{00000003-D46A-46A4-A0FA-0510E78B5A45}"/>
            </c:ext>
          </c:extLst>
        </c:ser>
        <c:ser>
          <c:idx val="4"/>
          <c:order val="4"/>
          <c:tx>
            <c:v>New</c:v>
          </c:tx>
          <c:spPr>
            <a:ln w="0">
              <a:noFill/>
            </a:ln>
          </c:spPr>
          <c:marker>
            <c:symbol val="circle"/>
            <c:size val="8"/>
            <c:spPr>
              <a:solidFill>
                <a:srgbClr val="087F8C"/>
              </a:solidFill>
            </c:spPr>
          </c:marker>
          <c:xVal>
            <c:numRef>
              <c:f>'Chart Data'!$I$2:$I$2</c:f>
              <c:numCache>
                <c:formatCode>General</c:formatCode>
                <c:ptCount val="1"/>
                <c:pt idx="0">
                  <c:v>0.92748713</c:v>
                </c:pt>
              </c:numCache>
            </c:numRef>
          </c:xVal>
          <c:yVal>
            <c:numRef>
              <c:f>'Chart Data'!$J$2:$J$2</c:f>
              <c:numCache>
                <c:formatCode>0.0</c:formatCode>
                <c:ptCount val="1"/>
                <c:pt idx="0">
                  <c:v>1.1</c:v>
                </c:pt>
              </c:numCache>
            </c:numRef>
          </c:yVal>
          <c:smooth val="0"/>
          <c:extLst>
            <c:ext uri="{C3380CC4-5D6E-409C-BE32-E72D297353CC}">
              <ns2:uniqueId val="{00000004-D46A-46A4-A0FA-0510E78B5A45}"/>
            </c:ext>
          </c:extLst>
        </c:ser>
        <c:dLbls>
          <c:showLegendKey val="0"/>
          <c:showVal val="0"/>
          <c:showCatName val="0"/>
          <c:showSerName val="0"/>
          <c:showPercent val="0"/>
          <c:showBubbleSize val="0"/>
        </c:dLbls>
        <c:axId val="48650112"/>
        <c:axId val="48672768"/>
      </c:scatterChart>
      <c:valAx>
        <c:axId val="48672768"/>
        <c:scaling>
          <c:orientation val="minMax"/>
          <c:max val="1.25"/>
          <c:min val="0.8"/>
        </c:scaling>
        <c:delete val="0"/>
        <c:axPos val="l"/>
        <c:majorGridlines>
          <c:spPr>
            <a:ln w="7620">
              <a:solidFill>
                <a:srgbClr val="D8DFDE"/>
              </a:solidFill>
            </a:ln>
          </c:spPr>
        </c:majorGridlines>
        <c:numFmt formatCode="0.0"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50112"/>
        <c:crosses val="autoZero"/>
        <c:crossBetween val="midCat"/>
        <c:majorUnit val="0.1"/>
      </c:valAx>
      <c:valAx>
        <c:axId val="48650112"/>
        <c:scaling>
          <c:orientation val="minMax"/>
          <c:max val="1.1000000000000001"/>
          <c:min val="0.8"/>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72768"/>
        <c:crosses val="autoZero"/>
        <c:crossBetween val="midCat"/>
        <c:majorUnit val="0.1"/>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charts/chart2.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Net ATP production</c:v>
          </c:tx>
          <c:spPr>
            <a:ln w="30480">
              <a:solidFill>
                <a:srgbClr val="C65C2A"/>
              </a:solidFill>
              <a:prstDash val="solid"/>
            </a:ln>
          </c:spPr>
          <c:marker>
            <c:symbol val="none"/>
          </c:marker>
          <c:xVal>
            <c:numRef>
              <c:f>'Chart Data'!$A$2:$A$202</c:f>
              <c:numCache>
                <c:formatCode>General</c:formatCode>
                <c:ptCount val="2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numCache>
            </c:numRef>
          </c:xVal>
          <c:yVal>
            <c:numRef>
              <c:f>'Chart Data'!$B$2:$B$202</c:f>
              <c:numCache>
                <c:formatCode>0.00</c:formatCode>
                <c:ptCount val="201"/>
                <c:pt idx="0">
                  <c:v>1</c:v>
                </c:pt>
                <c:pt idx="1">
                  <c:v>0.998243091</c:v>
                </c:pt>
                <c:pt idx="2">
                  <c:v>0.9965735</c:v>
                </c:pt>
                <c:pt idx="3">
                  <c:v>0.994992873</c:v>
                </c:pt>
                <c:pt idx="4">
                  <c:v>0.993502765</c:v>
                </c:pt>
                <c:pt idx="5">
                  <c:v>0.992104641</c:v>
                </c:pt>
                <c:pt idx="6">
                  <c:v>0.990799866</c:v>
                </c:pt>
                <c:pt idx="7">
                  <c:v>0.9895897</c:v>
                </c:pt>
                <c:pt idx="8">
                  <c:v>0.988475294</c:v>
                </c:pt>
                <c:pt idx="9">
                  <c:v>0.987457678</c:v>
                </c:pt>
                <c:pt idx="10">
                  <c:v>0.986537764</c:v>
                </c:pt>
                <c:pt idx="11">
                  <c:v>0.985716332</c:v>
                </c:pt>
                <c:pt idx="12">
                  <c:v>0.984994032</c:v>
                </c:pt>
                <c:pt idx="13">
                  <c:v>0.984371374</c:v>
                </c:pt>
                <c:pt idx="14">
                  <c:v>0.983848723</c:v>
                </c:pt>
                <c:pt idx="15">
                  <c:v>0.9834263</c:v>
                </c:pt>
                <c:pt idx="16">
                  <c:v>0.983104173</c:v>
                </c:pt>
                <c:pt idx="17">
                  <c:v>0.982882253</c:v>
                </c:pt>
                <c:pt idx="18">
                  <c:v>0.982760298</c:v>
                </c:pt>
                <c:pt idx="19">
                  <c:v>0.982737901</c:v>
                </c:pt>
                <c:pt idx="20">
                  <c:v>0.982814496</c:v>
                </c:pt>
                <c:pt idx="21">
                  <c:v>0.982989354</c:v>
                </c:pt>
                <c:pt idx="22">
                  <c:v>0.983261583</c:v>
                </c:pt>
                <c:pt idx="23">
                  <c:v>0.983630126</c:v>
                </c:pt>
                <c:pt idx="24">
                  <c:v>0.984093768</c:v>
                </c:pt>
                <c:pt idx="25">
                  <c:v>0.984651129</c:v>
                </c:pt>
                <c:pt idx="26">
                  <c:v>0.985300676</c:v>
                </c:pt>
                <c:pt idx="27">
                  <c:v>0.986040719</c:v>
                </c:pt>
                <c:pt idx="28">
                  <c:v>0.986869419</c:v>
                </c:pt>
                <c:pt idx="29">
                  <c:v>0.987784791</c:v>
                </c:pt>
                <c:pt idx="30">
                  <c:v>0.98878471</c:v>
                </c:pt>
                <c:pt idx="31">
                  <c:v>0.989866917</c:v>
                </c:pt>
                <c:pt idx="32">
                  <c:v>0.991029025</c:v>
                </c:pt>
                <c:pt idx="33">
                  <c:v>0.99226853</c:v>
                </c:pt>
                <c:pt idx="34">
                  <c:v>0.993582813</c:v>
                </c:pt>
                <c:pt idx="35">
                  <c:v>0.994969152</c:v>
                </c:pt>
                <c:pt idx="36">
                  <c:v>0.996424732</c:v>
                </c:pt>
                <c:pt idx="37">
                  <c:v>0.997946651</c:v>
                </c:pt>
                <c:pt idx="38">
                  <c:v>0.999531933</c:v>
                </c:pt>
                <c:pt idx="39">
                  <c:v>1.001177533</c:v>
                </c:pt>
                <c:pt idx="40">
                  <c:v>1.002880354</c:v>
                </c:pt>
                <c:pt idx="41">
                  <c:v>1.004637249</c:v>
                </c:pt>
                <c:pt idx="42">
                  <c:v>1.006445039</c:v>
                </c:pt>
                <c:pt idx="43">
                  <c:v>1.008300517</c:v>
                </c:pt>
                <c:pt idx="44">
                  <c:v>1.010200461</c:v>
                </c:pt>
                <c:pt idx="45">
                  <c:v>1.012141643</c:v>
                </c:pt>
                <c:pt idx="46">
                  <c:v>1.014120842</c:v>
                </c:pt>
                <c:pt idx="47">
                  <c:v>1.016134846</c:v>
                </c:pt>
                <c:pt idx="48">
                  <c:v>1.018180469</c:v>
                </c:pt>
                <c:pt idx="49">
                  <c:v>1.020254556</c:v>
                </c:pt>
                <c:pt idx="50">
                  <c:v>1.022353989</c:v>
                </c:pt>
                <c:pt idx="51">
                  <c:v>1.0244757</c:v>
                </c:pt>
                <c:pt idx="52">
                  <c:v>1.026616676</c:v>
                </c:pt>
                <c:pt idx="53">
                  <c:v>1.028773965</c:v>
                </c:pt>
                <c:pt idx="54">
                  <c:v>1.030944682</c:v>
                </c:pt>
                <c:pt idx="55">
                  <c:v>1.033126017</c:v>
                </c:pt>
                <c:pt idx="56">
                  <c:v>1.035315241</c:v>
                </c:pt>
                <c:pt idx="57">
                  <c:v>1.037509704</c:v>
                </c:pt>
                <c:pt idx="58">
                  <c:v>1.039706849</c:v>
                </c:pt>
                <c:pt idx="59">
                  <c:v>1.041904206</c:v>
                </c:pt>
                <c:pt idx="60">
                  <c:v>1.044099402</c:v>
                </c:pt>
                <c:pt idx="61">
                  <c:v>1.046290159</c:v>
                </c:pt>
                <c:pt idx="62">
                  <c:v>1.048474298</c:v>
                </c:pt>
                <c:pt idx="63">
                  <c:v>1.050649742</c:v>
                </c:pt>
                <c:pt idx="64">
                  <c:v>1.052814511</c:v>
                </c:pt>
                <c:pt idx="65">
                  <c:v>1.054966731</c:v>
                </c:pt>
                <c:pt idx="66">
                  <c:v>1.057104624</c:v>
                </c:pt>
                <c:pt idx="67">
                  <c:v>1.059226517</c:v>
                </c:pt>
                <c:pt idx="68">
                  <c:v>1.061330835</c:v>
                </c:pt>
                <c:pt idx="69">
                  <c:v>1.063416103</c:v>
                </c:pt>
                <c:pt idx="70">
                  <c:v>1.065480942</c:v>
                </c:pt>
                <c:pt idx="71">
                  <c:v>1.067524071</c:v>
                </c:pt>
                <c:pt idx="72">
                  <c:v>1.0695443</c:v>
                </c:pt>
                <c:pt idx="73">
                  <c:v>1.071540533</c:v>
                </c:pt>
                <c:pt idx="74">
                  <c:v>1.073511759</c:v>
                </c:pt>
                <c:pt idx="75">
                  <c:v>1.075457057</c:v>
                </c:pt>
                <c:pt idx="76">
                  <c:v>1.077375589</c:v>
                </c:pt>
                <c:pt idx="77">
                  <c:v>1.079266594</c:v>
                </c:pt>
                <c:pt idx="78">
                  <c:v>1.081129393</c:v>
                </c:pt>
                <c:pt idx="79">
                  <c:v>1.082963378</c:v>
                </c:pt>
                <c:pt idx="80">
                  <c:v>1.084768014</c:v>
                </c:pt>
                <c:pt idx="81">
                  <c:v>1.086542832</c:v>
                </c:pt>
                <c:pt idx="82">
                  <c:v>1.08828743</c:v>
                </c:pt>
                <c:pt idx="83">
                  <c:v>1.090001466</c:v>
                </c:pt>
                <c:pt idx="84">
                  <c:v>1.091684655</c:v>
                </c:pt>
                <c:pt idx="85">
                  <c:v>1.093336769</c:v>
                </c:pt>
                <c:pt idx="86">
                  <c:v>1.094957632</c:v>
                </c:pt>
                <c:pt idx="87">
                  <c:v>1.096547114</c:v>
                </c:pt>
                <c:pt idx="88">
                  <c:v>1.098105133</c:v>
                </c:pt>
                <c:pt idx="89">
                  <c:v>1.099631649</c:v>
                </c:pt>
                <c:pt idx="90">
                  <c:v>1.101126662</c:v>
                </c:pt>
                <c:pt idx="91">
                  <c:v>1.102590208</c:v>
                </c:pt>
                <c:pt idx="92">
                  <c:v>1.104022357</c:v>
                </c:pt>
                <c:pt idx="93">
                  <c:v>1.105423213</c:v>
                </c:pt>
                <c:pt idx="94">
                  <c:v>1.106792906</c:v>
                </c:pt>
                <c:pt idx="95">
                  <c:v>1.108131593</c:v>
                </c:pt>
                <c:pt idx="96">
                  <c:v>1.109439457</c:v>
                </c:pt>
                <c:pt idx="97">
                  <c:v>1.110716702</c:v>
                </c:pt>
                <c:pt idx="98">
                  <c:v>1.111963551</c:v>
                </c:pt>
                <c:pt idx="99">
                  <c:v>1.113180245</c:v>
                </c:pt>
                <c:pt idx="100">
                  <c:v>1.114367043</c:v>
                </c:pt>
                <c:pt idx="101">
                  <c:v>1.115524214</c:v>
                </c:pt>
                <c:pt idx="102">
                  <c:v>1.116652044</c:v>
                </c:pt>
                <c:pt idx="103">
                  <c:v>1.117750825</c:v>
                </c:pt>
                <c:pt idx="104">
                  <c:v>1.118820862</c:v>
                </c:pt>
                <c:pt idx="105">
                  <c:v>1.119862467</c:v>
                </c:pt>
                <c:pt idx="106">
                  <c:v>1.120875955</c:v>
                </c:pt>
                <c:pt idx="107">
                  <c:v>1.121861652</c:v>
                </c:pt>
                <c:pt idx="108">
                  <c:v>1.122819882</c:v>
                </c:pt>
                <c:pt idx="109">
                  <c:v>1.123750975</c:v>
                </c:pt>
                <c:pt idx="110">
                  <c:v>1.124655264</c:v>
                </c:pt>
                <c:pt idx="111">
                  <c:v>1.12553308</c:v>
                </c:pt>
                <c:pt idx="112">
                  <c:v>1.126384757</c:v>
                </c:pt>
                <c:pt idx="113">
                  <c:v>1.127210625</c:v>
                </c:pt>
                <c:pt idx="114">
                  <c:v>1.128011016</c:v>
                </c:pt>
                <c:pt idx="115">
                  <c:v>1.128786257</c:v>
                </c:pt>
                <c:pt idx="116">
                  <c:v>1.129536676</c:v>
                </c:pt>
                <c:pt idx="117">
                  <c:v>1.130262594</c:v>
                </c:pt>
                <c:pt idx="118">
                  <c:v>1.130964331</c:v>
                </c:pt>
                <c:pt idx="119">
                  <c:v>1.131642201</c:v>
                </c:pt>
                <c:pt idx="120">
                  <c:v>1.132296516</c:v>
                </c:pt>
                <c:pt idx="121">
                  <c:v>1.132927581</c:v>
                </c:pt>
                <c:pt idx="122">
                  <c:v>1.133535697</c:v>
                </c:pt>
                <c:pt idx="123">
                  <c:v>1.13412116</c:v>
                </c:pt>
                <c:pt idx="124">
                  <c:v>1.13468426</c:v>
                </c:pt>
                <c:pt idx="125">
                  <c:v>1.135225282</c:v>
                </c:pt>
                <c:pt idx="126">
                  <c:v>1.135744504</c:v>
                </c:pt>
                <c:pt idx="127">
                  <c:v>1.1362422</c:v>
                </c:pt>
                <c:pt idx="128">
                  <c:v>1.136718636</c:v>
                </c:pt>
                <c:pt idx="129">
                  <c:v>1.137174075</c:v>
                </c:pt>
                <c:pt idx="130">
                  <c:v>1.13760877</c:v>
                </c:pt>
                <c:pt idx="131">
                  <c:v>1.138022972</c:v>
                </c:pt>
                <c:pt idx="132">
                  <c:v>1.138416924</c:v>
                </c:pt>
                <c:pt idx="133">
                  <c:v>1.138790864</c:v>
                </c:pt>
                <c:pt idx="134">
                  <c:v>1.139145022</c:v>
                </c:pt>
                <c:pt idx="135">
                  <c:v>1.139479627</c:v>
                </c:pt>
                <c:pt idx="136">
                  <c:v>1.139794897</c:v>
                </c:pt>
                <c:pt idx="137">
                  <c:v>1.140091049</c:v>
                </c:pt>
                <c:pt idx="138">
                  <c:v>1.140368291</c:v>
                </c:pt>
                <c:pt idx="139">
                  <c:v>1.140626829</c:v>
                </c:pt>
                <c:pt idx="140">
                  <c:v>1.140866863</c:v>
                </c:pt>
                <c:pt idx="141">
                  <c:v>1.141088587</c:v>
                </c:pt>
                <c:pt idx="142">
                  <c:v>1.141292191</c:v>
                </c:pt>
                <c:pt idx="143">
                  <c:v>1.141477862</c:v>
                </c:pt>
                <c:pt idx="144">
                  <c:v>1.141645781</c:v>
                </c:pt>
                <c:pt idx="145">
                  <c:v>1.141796126</c:v>
                </c:pt>
                <c:pt idx="146">
                  <c:v>1.141929069</c:v>
                </c:pt>
                <c:pt idx="147">
                  <c:v>1.142044782</c:v>
                </c:pt>
                <c:pt idx="148">
                  <c:v>1.142143431</c:v>
                </c:pt>
                <c:pt idx="149">
                  <c:v>1.14222518</c:v>
                </c:pt>
                <c:pt idx="150">
                  <c:v>1.142290189</c:v>
                </c:pt>
                <c:pt idx="151">
                  <c:v>1.142338616</c:v>
                </c:pt>
                <c:pt idx="152">
                  <c:v>1.142370617</c:v>
                </c:pt>
                <c:pt idx="153">
                  <c:v>1.142386345</c:v>
                </c:pt>
                <c:pt idx="154">
                  <c:v>1.142385951</c:v>
                </c:pt>
                <c:pt idx="155">
                  <c:v>1.142369584</c:v>
                </c:pt>
                <c:pt idx="156">
                  <c:v>1.142337392</c:v>
                </c:pt>
                <c:pt idx="157">
                  <c:v>1.142289523</c:v>
                </c:pt>
                <c:pt idx="158">
                  <c:v>1.142226121</c:v>
                </c:pt>
                <c:pt idx="159">
                  <c:v>1.142147331</c:v>
                </c:pt>
                <c:pt idx="160">
                  <c:v>1.142053297</c:v>
                </c:pt>
                <c:pt idx="161">
                  <c:v>1.141944163</c:v>
                </c:pt>
                <c:pt idx="162">
                  <c:v>1.141820073</c:v>
                </c:pt>
                <c:pt idx="163">
                  <c:v>1.141681169</c:v>
                </c:pt>
                <c:pt idx="164">
                  <c:v>1.141527596</c:v>
                </c:pt>
                <c:pt idx="165">
                  <c:v>1.141359499</c:v>
                </c:pt>
                <c:pt idx="166">
                  <c:v>1.141177021</c:v>
                </c:pt>
                <c:pt idx="167">
                  <c:v>1.14098031</c:v>
                </c:pt>
                <c:pt idx="168">
                  <c:v>1.140769512</c:v>
                </c:pt>
                <c:pt idx="169">
                  <c:v>1.140544777</c:v>
                </c:pt>
                <c:pt idx="170">
                  <c:v>1.140306252</c:v>
                </c:pt>
                <c:pt idx="171">
                  <c:v>1.140054092</c:v>
                </c:pt>
                <c:pt idx="172">
                  <c:v>1.139788448</c:v>
                </c:pt>
                <c:pt idx="173">
                  <c:v>1.139509476</c:v>
                </c:pt>
                <c:pt idx="174">
                  <c:v>1.139217336</c:v>
                </c:pt>
                <c:pt idx="175">
                  <c:v>1.138912186</c:v>
                </c:pt>
                <c:pt idx="176">
                  <c:v>1.138594189</c:v>
                </c:pt>
                <c:pt idx="177">
                  <c:v>1.138263511</c:v>
                </c:pt>
                <c:pt idx="178">
                  <c:v>1.137920321</c:v>
                </c:pt>
                <c:pt idx="179">
                  <c:v>1.13756479</c:v>
                </c:pt>
                <c:pt idx="180">
                  <c:v>1.137197093</c:v>
                </c:pt>
                <c:pt idx="181">
                  <c:v>1.136817407</c:v>
                </c:pt>
                <c:pt idx="182">
                  <c:v>1.136425914</c:v>
                </c:pt>
                <c:pt idx="183">
                  <c:v>1.136022798</c:v>
                </c:pt>
                <c:pt idx="184">
                  <c:v>1.135608248</c:v>
                </c:pt>
                <c:pt idx="185">
                  <c:v>1.135182457</c:v>
                </c:pt>
                <c:pt idx="186">
                  <c:v>1.134745619</c:v>
                </c:pt>
                <c:pt idx="187">
                  <c:v>1.134297935</c:v>
                </c:pt>
                <c:pt idx="188">
                  <c:v>1.133839609</c:v>
                </c:pt>
                <c:pt idx="189">
                  <c:v>1.133370848</c:v>
                </c:pt>
                <c:pt idx="190">
                  <c:v>1.132891864</c:v>
                </c:pt>
                <c:pt idx="191">
                  <c:v>1.132402874</c:v>
                </c:pt>
                <c:pt idx="192">
                  <c:v>1.131904098</c:v>
                </c:pt>
                <c:pt idx="193">
                  <c:v>1.13139576</c:v>
                </c:pt>
                <c:pt idx="194">
                  <c:v>1.130878089</c:v>
                </c:pt>
                <c:pt idx="195">
                  <c:v>1.130351318</c:v>
                </c:pt>
                <c:pt idx="196">
                  <c:v>1.129815684</c:v>
                </c:pt>
                <c:pt idx="197">
                  <c:v>1.129271429</c:v>
                </c:pt>
                <c:pt idx="198">
                  <c:v>1.128718799</c:v>
                </c:pt>
                <c:pt idx="199">
                  <c:v>1.128158044</c:v>
                </c:pt>
                <c:pt idx="200">
                  <c:v>1.127589418</c:v>
                </c:pt>
              </c:numCache>
            </c:numRef>
          </c:yVal>
          <c:smooth val="0"/>
          <c:extLst>
            <c:ext uri="{C3380CC4-5D6E-409C-BE32-E72D297353CC}">
              <ns2:uniqueId val="{00000000-A7FE-413B-93BD-164E1981E2A8}"/>
            </c:ext>
          </c:extLst>
        </c:ser>
        <c:ser>
          <c:idx val="1"/>
          <c:order val="1"/>
          <c:tx>
            <c:v>New demand</c:v>
          </c:tx>
          <c:spPr>
            <a:ln w="14288">
              <a:solidFill>
                <a:srgbClr val="536873"/>
              </a:solidFill>
              <a:prstDash val="dash"/>
            </a:ln>
          </c:spPr>
          <c:marker>
            <c:symbol val="none"/>
          </c:marker>
          <c:xVal>
            <c:numRef>
              <c:f>'Chart Data'!$C$2:$C$3</c:f>
              <c:numCache>
                <c:formatCode>General</c:formatCode>
                <c:ptCount val="2"/>
                <c:pt idx="0">
                  <c:v>0</c:v>
                </c:pt>
                <c:pt idx="1">
                  <c:v>4</c:v>
                </c:pt>
              </c:numCache>
            </c:numRef>
          </c:xVal>
          <c:yVal>
            <c:numRef>
              <c:f>'Chart Data'!$D$2:$D$3</c:f>
              <c:numCache>
                <c:formatCode>0.00</c:formatCode>
                <c:ptCount val="2"/>
                <c:pt idx="0">
                  <c:v>1.1</c:v>
                </c:pt>
                <c:pt idx="1">
                  <c:v>1.1</c:v>
                </c:pt>
              </c:numCache>
            </c:numRef>
          </c:yVal>
          <c:smooth val="0"/>
          <c:extLst>
            <c:ext uri="{C3380CC4-5D6E-409C-BE32-E72D297353CC}">
              <ns2:uniqueId val="{00000001-A7FE-413B-93BD-164E1981E2A8}"/>
            </c:ext>
          </c:extLst>
        </c:ser>
        <c:ser>
          <c:idx val="2"/>
          <c:order val="2"/>
          <c:tx>
            <c:v>Start</c:v>
          </c:tx>
          <c:spPr>
            <a:ln w="0">
              <a:noFill/>
            </a:ln>
          </c:spPr>
          <c:marker>
            <c:symbol val="circle"/>
            <c:size val="8"/>
            <c:spPr>
              <a:solidFill>
                <a:srgbClr val="142F3B"/>
              </a:solidFill>
            </c:spPr>
          </c:marker>
          <c:xVal>
            <c:numRef>
              <c:f>'Chart Data'!$E$2:$E$2</c:f>
              <c:numCache>
                <c:formatCode>General</c:formatCode>
                <c:ptCount val="1"/>
                <c:pt idx="0">
                  <c:v>0</c:v>
                </c:pt>
              </c:numCache>
            </c:numRef>
          </c:xVal>
          <c:yVal>
            <c:numRef>
              <c:f>'Chart Data'!$F$2:$F$2</c:f>
              <c:numCache>
                <c:formatCode>0.00</c:formatCode>
                <c:ptCount val="1"/>
                <c:pt idx="0">
                  <c:v>1</c:v>
                </c:pt>
              </c:numCache>
            </c:numRef>
          </c:yVal>
          <c:smooth val="0"/>
          <c:extLst>
            <c:ext uri="{C3380CC4-5D6E-409C-BE32-E72D297353CC}">
              <ns2:uniqueId val="{00000002-A7FE-413B-93BD-164E1981E2A8}"/>
            </c:ext>
          </c:extLst>
        </c:ser>
        <c:dLbls>
          <c:showLegendKey val="0"/>
          <c:showVal val="0"/>
          <c:showCatName val="0"/>
          <c:showSerName val="0"/>
          <c:showPercent val="0"/>
          <c:showBubbleSize val="0"/>
        </c:dLbls>
        <c:axId val="48650112"/>
        <c:axId val="48672768"/>
      </c:scatterChart>
      <c:valAx>
        <c:axId val="48672768"/>
        <c:scaling>
          <c:orientation val="minMax"/>
          <c:max val="1.2"/>
          <c:min val="0.95"/>
        </c:scaling>
        <c:delete val="0"/>
        <c:axPos val="l"/>
        <c:majorGridlines>
          <c:spPr>
            <a:ln w="7620">
              <a:solidFill>
                <a:srgbClr val="D8DFDE"/>
              </a:solidFill>
            </a:ln>
          </c:spPr>
        </c:majorGridlines>
        <c:numFmt formatCode="0.00"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50112"/>
        <c:crosses val="autoZero"/>
        <c:crossBetween val="midCat"/>
        <c:majorUnit val="0.05"/>
      </c:valAx>
      <c:valAx>
        <c:axId val="48650112"/>
        <c:scaling>
          <c:orientation val="minMax"/>
          <c:max val="4"/>
          <c:min val="0"/>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72768"/>
        <c:crosses val="autoZero"/>
        <c:crossBetween val="midCat"/>
        <c:majorUnit val="1"/>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charts/chart3.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ATP</c:v>
          </c:tx>
          <c:spPr>
            <a:ln w="28575">
              <a:solidFill>
                <a:srgbClr val="087F8C"/>
              </a:solidFill>
              <a:prstDash val="solid"/>
            </a:ln>
          </c:spPr>
          <c:marker>
            <c:symbol val="none"/>
          </c:marker>
          <c:xVal>
            <c:numRef>
              <c:f>'Chart Data'!$A$2:$A$335</c:f>
              <c:numCache>
                <c:formatCode>General</c:formatCode>
                <c:ptCount val="334"/>
                <c:pt idx="0">
                  <c:v>0</c:v>
                </c:pt>
                <c:pt idx="1">
                  <c:v>0.06</c:v>
                </c:pt>
                <c:pt idx="2">
                  <c:v>0.12</c:v>
                </c:pt>
                <c:pt idx="3">
                  <c:v>0.18</c:v>
                </c:pt>
                <c:pt idx="4">
                  <c:v>0.24</c:v>
                </c:pt>
                <c:pt idx="5">
                  <c:v>0.3</c:v>
                </c:pt>
                <c:pt idx="6">
                  <c:v>0.36</c:v>
                </c:pt>
                <c:pt idx="7">
                  <c:v>0.42</c:v>
                </c:pt>
                <c:pt idx="8">
                  <c:v>0.48</c:v>
                </c:pt>
                <c:pt idx="9">
                  <c:v>0.54</c:v>
                </c:pt>
                <c:pt idx="10">
                  <c:v>0.6</c:v>
                </c:pt>
                <c:pt idx="11">
                  <c:v>0.66</c:v>
                </c:pt>
                <c:pt idx="12">
                  <c:v>0.72</c:v>
                </c:pt>
                <c:pt idx="13">
                  <c:v>0.78</c:v>
                </c:pt>
                <c:pt idx="14">
                  <c:v>0.84</c:v>
                </c:pt>
                <c:pt idx="15">
                  <c:v>0.9</c:v>
                </c:pt>
                <c:pt idx="16">
                  <c:v>0.96</c:v>
                </c:pt>
                <c:pt idx="17">
                  <c:v>1.02</c:v>
                </c:pt>
                <c:pt idx="18">
                  <c:v>1.08</c:v>
                </c:pt>
                <c:pt idx="19">
                  <c:v>1.14</c:v>
                </c:pt>
                <c:pt idx="20">
                  <c:v>1.2</c:v>
                </c:pt>
                <c:pt idx="21">
                  <c:v>1.26</c:v>
                </c:pt>
                <c:pt idx="22">
                  <c:v>1.32</c:v>
                </c:pt>
                <c:pt idx="23">
                  <c:v>1.38</c:v>
                </c:pt>
                <c:pt idx="24">
                  <c:v>1.44</c:v>
                </c:pt>
                <c:pt idx="25">
                  <c:v>1.5</c:v>
                </c:pt>
                <c:pt idx="26">
                  <c:v>1.56</c:v>
                </c:pt>
                <c:pt idx="27">
                  <c:v>1.62</c:v>
                </c:pt>
                <c:pt idx="28">
                  <c:v>1.68</c:v>
                </c:pt>
                <c:pt idx="29">
                  <c:v>1.74</c:v>
                </c:pt>
                <c:pt idx="30">
                  <c:v>1.8</c:v>
                </c:pt>
                <c:pt idx="31">
                  <c:v>1.86</c:v>
                </c:pt>
                <c:pt idx="32">
                  <c:v>1.92</c:v>
                </c:pt>
                <c:pt idx="33">
                  <c:v>1.98</c:v>
                </c:pt>
                <c:pt idx="34">
                  <c:v>2.04</c:v>
                </c:pt>
                <c:pt idx="35">
                  <c:v>2.1</c:v>
                </c:pt>
                <c:pt idx="36">
                  <c:v>2.16</c:v>
                </c:pt>
                <c:pt idx="37">
                  <c:v>2.22</c:v>
                </c:pt>
                <c:pt idx="38">
                  <c:v>2.28</c:v>
                </c:pt>
                <c:pt idx="39">
                  <c:v>2.34</c:v>
                </c:pt>
                <c:pt idx="40">
                  <c:v>2.4</c:v>
                </c:pt>
                <c:pt idx="41">
                  <c:v>2.46</c:v>
                </c:pt>
                <c:pt idx="42">
                  <c:v>2.52</c:v>
                </c:pt>
                <c:pt idx="43">
                  <c:v>2.58</c:v>
                </c:pt>
                <c:pt idx="44">
                  <c:v>2.64</c:v>
                </c:pt>
                <c:pt idx="45">
                  <c:v>2.7</c:v>
                </c:pt>
                <c:pt idx="46">
                  <c:v>2.76</c:v>
                </c:pt>
                <c:pt idx="47">
                  <c:v>2.82</c:v>
                </c:pt>
                <c:pt idx="48">
                  <c:v>2.88</c:v>
                </c:pt>
                <c:pt idx="49">
                  <c:v>2.94</c:v>
                </c:pt>
                <c:pt idx="50">
                  <c:v>3</c:v>
                </c:pt>
                <c:pt idx="51">
                  <c:v>3.06</c:v>
                </c:pt>
                <c:pt idx="52">
                  <c:v>3.12</c:v>
                </c:pt>
                <c:pt idx="53">
                  <c:v>3.18</c:v>
                </c:pt>
                <c:pt idx="54">
                  <c:v>3.24</c:v>
                </c:pt>
                <c:pt idx="55">
                  <c:v>3.3</c:v>
                </c:pt>
                <c:pt idx="56">
                  <c:v>3.36</c:v>
                </c:pt>
                <c:pt idx="57">
                  <c:v>3.42</c:v>
                </c:pt>
                <c:pt idx="58">
                  <c:v>3.48</c:v>
                </c:pt>
                <c:pt idx="59">
                  <c:v>3.54</c:v>
                </c:pt>
                <c:pt idx="60">
                  <c:v>3.6</c:v>
                </c:pt>
                <c:pt idx="61">
                  <c:v>3.66</c:v>
                </c:pt>
                <c:pt idx="62">
                  <c:v>3.72</c:v>
                </c:pt>
                <c:pt idx="63">
                  <c:v>3.78</c:v>
                </c:pt>
                <c:pt idx="64">
                  <c:v>3.84</c:v>
                </c:pt>
                <c:pt idx="65">
                  <c:v>3.9</c:v>
                </c:pt>
                <c:pt idx="66">
                  <c:v>3.96</c:v>
                </c:pt>
                <c:pt idx="67">
                  <c:v>4.02</c:v>
                </c:pt>
                <c:pt idx="68">
                  <c:v>4.08</c:v>
                </c:pt>
                <c:pt idx="69">
                  <c:v>4.14</c:v>
                </c:pt>
                <c:pt idx="70">
                  <c:v>4.2</c:v>
                </c:pt>
                <c:pt idx="71">
                  <c:v>4.26</c:v>
                </c:pt>
                <c:pt idx="72">
                  <c:v>4.32</c:v>
                </c:pt>
                <c:pt idx="73">
                  <c:v>4.38</c:v>
                </c:pt>
                <c:pt idx="74">
                  <c:v>4.44</c:v>
                </c:pt>
                <c:pt idx="75">
                  <c:v>4.5</c:v>
                </c:pt>
                <c:pt idx="76">
                  <c:v>4.56</c:v>
                </c:pt>
                <c:pt idx="77">
                  <c:v>4.62</c:v>
                </c:pt>
                <c:pt idx="78">
                  <c:v>4.68</c:v>
                </c:pt>
                <c:pt idx="79">
                  <c:v>4.74</c:v>
                </c:pt>
                <c:pt idx="80">
                  <c:v>4.8</c:v>
                </c:pt>
                <c:pt idx="81">
                  <c:v>4.86</c:v>
                </c:pt>
                <c:pt idx="82">
                  <c:v>4.92</c:v>
                </c:pt>
                <c:pt idx="83">
                  <c:v>4.98</c:v>
                </c:pt>
                <c:pt idx="84">
                  <c:v>5.04</c:v>
                </c:pt>
                <c:pt idx="85">
                  <c:v>5.1</c:v>
                </c:pt>
                <c:pt idx="86">
                  <c:v>5.16</c:v>
                </c:pt>
                <c:pt idx="87">
                  <c:v>5.22</c:v>
                </c:pt>
                <c:pt idx="88">
                  <c:v>5.28</c:v>
                </c:pt>
                <c:pt idx="89">
                  <c:v>5.34</c:v>
                </c:pt>
                <c:pt idx="90">
                  <c:v>5.4</c:v>
                </c:pt>
                <c:pt idx="91">
                  <c:v>5.46</c:v>
                </c:pt>
                <c:pt idx="92">
                  <c:v>5.52</c:v>
                </c:pt>
                <c:pt idx="93">
                  <c:v>5.58</c:v>
                </c:pt>
                <c:pt idx="94">
                  <c:v>5.64</c:v>
                </c:pt>
                <c:pt idx="95">
                  <c:v>5.7</c:v>
                </c:pt>
                <c:pt idx="96">
                  <c:v>5.76</c:v>
                </c:pt>
                <c:pt idx="97">
                  <c:v>5.82</c:v>
                </c:pt>
                <c:pt idx="98">
                  <c:v>5.88</c:v>
                </c:pt>
                <c:pt idx="99">
                  <c:v>5.94</c:v>
                </c:pt>
                <c:pt idx="100">
                  <c:v>6</c:v>
                </c:pt>
                <c:pt idx="101">
                  <c:v>6.06</c:v>
                </c:pt>
                <c:pt idx="102">
                  <c:v>6.12</c:v>
                </c:pt>
                <c:pt idx="103">
                  <c:v>6.18</c:v>
                </c:pt>
                <c:pt idx="104">
                  <c:v>6.24</c:v>
                </c:pt>
                <c:pt idx="105">
                  <c:v>6.3</c:v>
                </c:pt>
                <c:pt idx="106">
                  <c:v>6.36</c:v>
                </c:pt>
                <c:pt idx="107">
                  <c:v>6.42</c:v>
                </c:pt>
                <c:pt idx="108">
                  <c:v>6.48</c:v>
                </c:pt>
                <c:pt idx="109">
                  <c:v>6.54</c:v>
                </c:pt>
                <c:pt idx="110">
                  <c:v>6.6</c:v>
                </c:pt>
                <c:pt idx="111">
                  <c:v>6.66</c:v>
                </c:pt>
                <c:pt idx="112">
                  <c:v>6.72</c:v>
                </c:pt>
                <c:pt idx="113">
                  <c:v>6.78</c:v>
                </c:pt>
                <c:pt idx="114">
                  <c:v>6.84</c:v>
                </c:pt>
                <c:pt idx="115">
                  <c:v>6.9</c:v>
                </c:pt>
                <c:pt idx="116">
                  <c:v>6.96</c:v>
                </c:pt>
                <c:pt idx="117">
                  <c:v>7.02</c:v>
                </c:pt>
                <c:pt idx="118">
                  <c:v>7.08</c:v>
                </c:pt>
                <c:pt idx="119">
                  <c:v>7.14</c:v>
                </c:pt>
                <c:pt idx="120">
                  <c:v>7.2</c:v>
                </c:pt>
                <c:pt idx="121">
                  <c:v>7.26</c:v>
                </c:pt>
                <c:pt idx="122">
                  <c:v>7.32</c:v>
                </c:pt>
                <c:pt idx="123">
                  <c:v>7.38</c:v>
                </c:pt>
                <c:pt idx="124">
                  <c:v>7.44</c:v>
                </c:pt>
                <c:pt idx="125">
                  <c:v>7.5</c:v>
                </c:pt>
                <c:pt idx="126">
                  <c:v>7.56</c:v>
                </c:pt>
                <c:pt idx="127">
                  <c:v>7.62</c:v>
                </c:pt>
                <c:pt idx="128">
                  <c:v>7.68</c:v>
                </c:pt>
                <c:pt idx="129">
                  <c:v>7.74</c:v>
                </c:pt>
                <c:pt idx="130">
                  <c:v>7.8</c:v>
                </c:pt>
                <c:pt idx="131">
                  <c:v>7.86</c:v>
                </c:pt>
                <c:pt idx="132">
                  <c:v>7.92</c:v>
                </c:pt>
                <c:pt idx="133">
                  <c:v>7.98</c:v>
                </c:pt>
                <c:pt idx="134">
                  <c:v>8.04</c:v>
                </c:pt>
                <c:pt idx="135">
                  <c:v>8.1</c:v>
                </c:pt>
                <c:pt idx="136">
                  <c:v>8.16</c:v>
                </c:pt>
                <c:pt idx="137">
                  <c:v>8.22</c:v>
                </c:pt>
                <c:pt idx="138">
                  <c:v>8.28</c:v>
                </c:pt>
                <c:pt idx="139">
                  <c:v>8.34</c:v>
                </c:pt>
                <c:pt idx="140">
                  <c:v>8.4</c:v>
                </c:pt>
                <c:pt idx="141">
                  <c:v>8.46</c:v>
                </c:pt>
                <c:pt idx="142">
                  <c:v>8.52</c:v>
                </c:pt>
                <c:pt idx="143">
                  <c:v>8.58</c:v>
                </c:pt>
                <c:pt idx="144">
                  <c:v>8.64</c:v>
                </c:pt>
                <c:pt idx="145">
                  <c:v>8.7</c:v>
                </c:pt>
                <c:pt idx="146">
                  <c:v>8.76</c:v>
                </c:pt>
                <c:pt idx="147">
                  <c:v>8.82</c:v>
                </c:pt>
                <c:pt idx="148">
                  <c:v>8.88</c:v>
                </c:pt>
                <c:pt idx="149">
                  <c:v>8.94</c:v>
                </c:pt>
                <c:pt idx="150">
                  <c:v>9</c:v>
                </c:pt>
                <c:pt idx="151">
                  <c:v>9.06</c:v>
                </c:pt>
                <c:pt idx="152">
                  <c:v>9.12</c:v>
                </c:pt>
                <c:pt idx="153">
                  <c:v>9.18</c:v>
                </c:pt>
                <c:pt idx="154">
                  <c:v>9.24</c:v>
                </c:pt>
                <c:pt idx="155">
                  <c:v>9.3</c:v>
                </c:pt>
                <c:pt idx="156">
                  <c:v>9.36</c:v>
                </c:pt>
                <c:pt idx="157">
                  <c:v>9.42</c:v>
                </c:pt>
                <c:pt idx="158">
                  <c:v>9.48</c:v>
                </c:pt>
                <c:pt idx="159">
                  <c:v>9.54</c:v>
                </c:pt>
                <c:pt idx="160">
                  <c:v>9.6</c:v>
                </c:pt>
                <c:pt idx="161">
                  <c:v>9.66</c:v>
                </c:pt>
                <c:pt idx="162">
                  <c:v>9.72</c:v>
                </c:pt>
                <c:pt idx="163">
                  <c:v>9.78</c:v>
                </c:pt>
                <c:pt idx="164">
                  <c:v>9.84</c:v>
                </c:pt>
                <c:pt idx="165">
                  <c:v>9.9</c:v>
                </c:pt>
                <c:pt idx="166">
                  <c:v>9.96</c:v>
                </c:pt>
                <c:pt idx="167">
                  <c:v>10.02</c:v>
                </c:pt>
                <c:pt idx="168">
                  <c:v>10.08</c:v>
                </c:pt>
                <c:pt idx="169">
                  <c:v>10.14</c:v>
                </c:pt>
                <c:pt idx="170">
                  <c:v>10.2</c:v>
                </c:pt>
                <c:pt idx="171">
                  <c:v>10.26</c:v>
                </c:pt>
                <c:pt idx="172">
                  <c:v>10.32</c:v>
                </c:pt>
                <c:pt idx="173">
                  <c:v>10.38</c:v>
                </c:pt>
                <c:pt idx="174">
                  <c:v>10.44</c:v>
                </c:pt>
                <c:pt idx="175">
                  <c:v>10.5</c:v>
                </c:pt>
                <c:pt idx="176">
                  <c:v>10.56</c:v>
                </c:pt>
                <c:pt idx="177">
                  <c:v>10.62</c:v>
                </c:pt>
                <c:pt idx="178">
                  <c:v>10.68</c:v>
                </c:pt>
                <c:pt idx="179">
                  <c:v>10.74</c:v>
                </c:pt>
                <c:pt idx="180">
                  <c:v>10.8</c:v>
                </c:pt>
                <c:pt idx="181">
                  <c:v>10.86</c:v>
                </c:pt>
                <c:pt idx="182">
                  <c:v>10.92</c:v>
                </c:pt>
                <c:pt idx="183">
                  <c:v>10.98</c:v>
                </c:pt>
                <c:pt idx="184">
                  <c:v>11.04</c:v>
                </c:pt>
                <c:pt idx="185">
                  <c:v>11.1</c:v>
                </c:pt>
                <c:pt idx="186">
                  <c:v>11.16</c:v>
                </c:pt>
                <c:pt idx="187">
                  <c:v>11.22</c:v>
                </c:pt>
                <c:pt idx="188">
                  <c:v>11.28</c:v>
                </c:pt>
                <c:pt idx="189">
                  <c:v>11.34</c:v>
                </c:pt>
                <c:pt idx="190">
                  <c:v>11.4</c:v>
                </c:pt>
                <c:pt idx="191">
                  <c:v>11.46</c:v>
                </c:pt>
                <c:pt idx="192">
                  <c:v>11.52</c:v>
                </c:pt>
                <c:pt idx="193">
                  <c:v>11.58</c:v>
                </c:pt>
                <c:pt idx="194">
                  <c:v>11.64</c:v>
                </c:pt>
                <c:pt idx="195">
                  <c:v>11.7</c:v>
                </c:pt>
                <c:pt idx="196">
                  <c:v>11.76</c:v>
                </c:pt>
                <c:pt idx="197">
                  <c:v>11.82</c:v>
                </c:pt>
                <c:pt idx="198">
                  <c:v>11.88</c:v>
                </c:pt>
                <c:pt idx="199">
                  <c:v>11.94</c:v>
                </c:pt>
                <c:pt idx="200">
                  <c:v>12</c:v>
                </c:pt>
                <c:pt idx="201">
                  <c:v>12.06</c:v>
                </c:pt>
                <c:pt idx="202">
                  <c:v>12.12</c:v>
                </c:pt>
                <c:pt idx="203">
                  <c:v>12.18</c:v>
                </c:pt>
                <c:pt idx="204">
                  <c:v>12.24</c:v>
                </c:pt>
                <c:pt idx="205">
                  <c:v>12.3</c:v>
                </c:pt>
                <c:pt idx="206">
                  <c:v>12.36</c:v>
                </c:pt>
                <c:pt idx="207">
                  <c:v>12.42</c:v>
                </c:pt>
                <c:pt idx="208">
                  <c:v>12.48</c:v>
                </c:pt>
                <c:pt idx="209">
                  <c:v>12.54</c:v>
                </c:pt>
                <c:pt idx="210">
                  <c:v>12.6</c:v>
                </c:pt>
                <c:pt idx="211">
                  <c:v>12.66</c:v>
                </c:pt>
                <c:pt idx="212">
                  <c:v>12.72</c:v>
                </c:pt>
                <c:pt idx="213">
                  <c:v>12.78</c:v>
                </c:pt>
                <c:pt idx="214">
                  <c:v>12.84</c:v>
                </c:pt>
                <c:pt idx="215">
                  <c:v>12.9</c:v>
                </c:pt>
                <c:pt idx="216">
                  <c:v>12.96</c:v>
                </c:pt>
                <c:pt idx="217">
                  <c:v>13.02</c:v>
                </c:pt>
                <c:pt idx="218">
                  <c:v>13.08</c:v>
                </c:pt>
                <c:pt idx="219">
                  <c:v>13.14</c:v>
                </c:pt>
                <c:pt idx="220">
                  <c:v>13.2</c:v>
                </c:pt>
                <c:pt idx="221">
                  <c:v>13.26</c:v>
                </c:pt>
                <c:pt idx="222">
                  <c:v>13.32</c:v>
                </c:pt>
                <c:pt idx="223">
                  <c:v>13.38</c:v>
                </c:pt>
                <c:pt idx="224">
                  <c:v>13.44</c:v>
                </c:pt>
                <c:pt idx="225">
                  <c:v>13.5</c:v>
                </c:pt>
                <c:pt idx="226">
                  <c:v>13.56</c:v>
                </c:pt>
                <c:pt idx="227">
                  <c:v>13.62</c:v>
                </c:pt>
                <c:pt idx="228">
                  <c:v>13.68</c:v>
                </c:pt>
                <c:pt idx="229">
                  <c:v>13.74</c:v>
                </c:pt>
                <c:pt idx="230">
                  <c:v>13.8</c:v>
                </c:pt>
                <c:pt idx="231">
                  <c:v>13.86</c:v>
                </c:pt>
                <c:pt idx="232">
                  <c:v>13.92</c:v>
                </c:pt>
                <c:pt idx="233">
                  <c:v>13.98</c:v>
                </c:pt>
                <c:pt idx="234">
                  <c:v>14.04</c:v>
                </c:pt>
                <c:pt idx="235">
                  <c:v>14.1</c:v>
                </c:pt>
                <c:pt idx="236">
                  <c:v>14.16</c:v>
                </c:pt>
                <c:pt idx="237">
                  <c:v>14.22</c:v>
                </c:pt>
                <c:pt idx="238">
                  <c:v>14.28</c:v>
                </c:pt>
                <c:pt idx="239">
                  <c:v>14.34</c:v>
                </c:pt>
                <c:pt idx="240">
                  <c:v>14.4</c:v>
                </c:pt>
                <c:pt idx="241">
                  <c:v>14.46</c:v>
                </c:pt>
                <c:pt idx="242">
                  <c:v>14.52</c:v>
                </c:pt>
                <c:pt idx="243">
                  <c:v>14.58</c:v>
                </c:pt>
                <c:pt idx="244">
                  <c:v>14.64</c:v>
                </c:pt>
                <c:pt idx="245">
                  <c:v>14.7</c:v>
                </c:pt>
                <c:pt idx="246">
                  <c:v>14.76</c:v>
                </c:pt>
                <c:pt idx="247">
                  <c:v>14.82</c:v>
                </c:pt>
                <c:pt idx="248">
                  <c:v>14.88</c:v>
                </c:pt>
                <c:pt idx="249">
                  <c:v>14.94</c:v>
                </c:pt>
                <c:pt idx="250">
                  <c:v>15</c:v>
                </c:pt>
                <c:pt idx="251">
                  <c:v>15.06</c:v>
                </c:pt>
                <c:pt idx="252">
                  <c:v>15.12</c:v>
                </c:pt>
                <c:pt idx="253">
                  <c:v>15.18</c:v>
                </c:pt>
                <c:pt idx="254">
                  <c:v>15.24</c:v>
                </c:pt>
                <c:pt idx="255">
                  <c:v>15.3</c:v>
                </c:pt>
                <c:pt idx="256">
                  <c:v>15.36</c:v>
                </c:pt>
                <c:pt idx="257">
                  <c:v>15.42</c:v>
                </c:pt>
                <c:pt idx="258">
                  <c:v>15.48</c:v>
                </c:pt>
                <c:pt idx="259">
                  <c:v>15.54</c:v>
                </c:pt>
                <c:pt idx="260">
                  <c:v>15.6</c:v>
                </c:pt>
                <c:pt idx="261">
                  <c:v>15.66</c:v>
                </c:pt>
                <c:pt idx="262">
                  <c:v>15.72</c:v>
                </c:pt>
                <c:pt idx="263">
                  <c:v>15.78</c:v>
                </c:pt>
                <c:pt idx="264">
                  <c:v>15.84</c:v>
                </c:pt>
                <c:pt idx="265">
                  <c:v>15.9</c:v>
                </c:pt>
                <c:pt idx="266">
                  <c:v>15.96</c:v>
                </c:pt>
                <c:pt idx="267">
                  <c:v>16.02</c:v>
                </c:pt>
                <c:pt idx="268">
                  <c:v>16.08</c:v>
                </c:pt>
                <c:pt idx="269">
                  <c:v>16.14</c:v>
                </c:pt>
                <c:pt idx="270">
                  <c:v>16.2</c:v>
                </c:pt>
                <c:pt idx="271">
                  <c:v>16.26</c:v>
                </c:pt>
                <c:pt idx="272">
                  <c:v>16.32</c:v>
                </c:pt>
                <c:pt idx="273">
                  <c:v>16.38</c:v>
                </c:pt>
                <c:pt idx="274">
                  <c:v>16.44</c:v>
                </c:pt>
                <c:pt idx="275">
                  <c:v>16.5</c:v>
                </c:pt>
                <c:pt idx="276">
                  <c:v>16.56</c:v>
                </c:pt>
                <c:pt idx="277">
                  <c:v>16.62</c:v>
                </c:pt>
                <c:pt idx="278">
                  <c:v>16.68</c:v>
                </c:pt>
                <c:pt idx="279">
                  <c:v>16.74</c:v>
                </c:pt>
                <c:pt idx="280">
                  <c:v>16.8</c:v>
                </c:pt>
                <c:pt idx="281">
                  <c:v>16.86</c:v>
                </c:pt>
                <c:pt idx="282">
                  <c:v>16.92</c:v>
                </c:pt>
                <c:pt idx="283">
                  <c:v>16.98</c:v>
                </c:pt>
                <c:pt idx="284">
                  <c:v>17.04</c:v>
                </c:pt>
                <c:pt idx="285">
                  <c:v>17.1</c:v>
                </c:pt>
                <c:pt idx="286">
                  <c:v>17.16</c:v>
                </c:pt>
                <c:pt idx="287">
                  <c:v>17.22</c:v>
                </c:pt>
                <c:pt idx="288">
                  <c:v>17.28</c:v>
                </c:pt>
                <c:pt idx="289">
                  <c:v>17.34</c:v>
                </c:pt>
                <c:pt idx="290">
                  <c:v>17.4</c:v>
                </c:pt>
                <c:pt idx="291">
                  <c:v>17.46</c:v>
                </c:pt>
                <c:pt idx="292">
                  <c:v>17.52</c:v>
                </c:pt>
                <c:pt idx="293">
                  <c:v>17.58</c:v>
                </c:pt>
                <c:pt idx="294">
                  <c:v>17.64</c:v>
                </c:pt>
                <c:pt idx="295">
                  <c:v>17.7</c:v>
                </c:pt>
                <c:pt idx="296">
                  <c:v>17.76</c:v>
                </c:pt>
                <c:pt idx="297">
                  <c:v>17.82</c:v>
                </c:pt>
                <c:pt idx="298">
                  <c:v>17.88</c:v>
                </c:pt>
                <c:pt idx="299">
                  <c:v>17.94</c:v>
                </c:pt>
                <c:pt idx="300">
                  <c:v>18</c:v>
                </c:pt>
                <c:pt idx="301">
                  <c:v>18.06</c:v>
                </c:pt>
                <c:pt idx="302">
                  <c:v>18.12</c:v>
                </c:pt>
                <c:pt idx="303">
                  <c:v>18.18</c:v>
                </c:pt>
                <c:pt idx="304">
                  <c:v>18.24</c:v>
                </c:pt>
                <c:pt idx="305">
                  <c:v>18.3</c:v>
                </c:pt>
                <c:pt idx="306">
                  <c:v>18.36</c:v>
                </c:pt>
                <c:pt idx="307">
                  <c:v>18.42</c:v>
                </c:pt>
                <c:pt idx="308">
                  <c:v>18.48</c:v>
                </c:pt>
                <c:pt idx="309">
                  <c:v>18.54</c:v>
                </c:pt>
                <c:pt idx="310">
                  <c:v>18.6</c:v>
                </c:pt>
                <c:pt idx="311">
                  <c:v>18.66</c:v>
                </c:pt>
                <c:pt idx="312">
                  <c:v>18.72</c:v>
                </c:pt>
                <c:pt idx="313">
                  <c:v>18.78</c:v>
                </c:pt>
                <c:pt idx="314">
                  <c:v>18.84</c:v>
                </c:pt>
                <c:pt idx="315">
                  <c:v>18.9</c:v>
                </c:pt>
                <c:pt idx="316">
                  <c:v>18.96</c:v>
                </c:pt>
                <c:pt idx="317">
                  <c:v>19.02</c:v>
                </c:pt>
                <c:pt idx="318">
                  <c:v>19.08</c:v>
                </c:pt>
                <c:pt idx="319">
                  <c:v>19.14</c:v>
                </c:pt>
                <c:pt idx="320">
                  <c:v>19.2</c:v>
                </c:pt>
                <c:pt idx="321">
                  <c:v>19.26</c:v>
                </c:pt>
                <c:pt idx="322">
                  <c:v>19.32</c:v>
                </c:pt>
                <c:pt idx="323">
                  <c:v>19.38</c:v>
                </c:pt>
                <c:pt idx="324">
                  <c:v>19.44</c:v>
                </c:pt>
                <c:pt idx="325">
                  <c:v>19.5</c:v>
                </c:pt>
                <c:pt idx="326">
                  <c:v>19.56</c:v>
                </c:pt>
                <c:pt idx="327">
                  <c:v>19.62</c:v>
                </c:pt>
                <c:pt idx="328">
                  <c:v>19.68</c:v>
                </c:pt>
                <c:pt idx="329">
                  <c:v>19.74</c:v>
                </c:pt>
                <c:pt idx="330">
                  <c:v>19.8</c:v>
                </c:pt>
                <c:pt idx="331">
                  <c:v>19.86</c:v>
                </c:pt>
                <c:pt idx="332">
                  <c:v>19.92</c:v>
                </c:pt>
                <c:pt idx="333">
                  <c:v>19.98</c:v>
                </c:pt>
              </c:numCache>
            </c:numRef>
          </c:xVal>
          <c:yVal>
            <c:numRef>
              <c:f>'Chart Data'!$B$2:$B$335</c:f>
              <c:numCache>
                <c:formatCode>0.00</c:formatCode>
                <c:ptCount val="334"/>
                <c:pt idx="0">
                  <c:v>0.07251287</c:v>
                </c:pt>
                <c:pt idx="1">
                  <c:v>0.06635869</c:v>
                </c:pt>
                <c:pt idx="2">
                  <c:v>0.059928302</c:v>
                </c:pt>
                <c:pt idx="3">
                  <c:v>0.053271696</c:v>
                </c:pt>
                <c:pt idx="4">
                  <c:v>0.046440801</c:v>
                </c:pt>
                <c:pt idx="5">
                  <c:v>0.039488906</c:v>
                </c:pt>
                <c:pt idx="6">
                  <c:v>0.03247</c:v>
                </c:pt>
                <c:pt idx="7">
                  <c:v>0.025438052</c:v>
                </c:pt>
                <c:pt idx="8">
                  <c:v>0.018446239</c:v>
                </c:pt>
                <c:pt idx="9">
                  <c:v>0.011546163</c:v>
                </c:pt>
                <c:pt idx="10">
                  <c:v>0.004787074</c:v>
                </c:pt>
                <c:pt idx="11">
                  <c:v>-0.001784868</c:v>
                </c:pt>
                <c:pt idx="12">
                  <c:v>-0.00812725</c:v>
                </c:pt>
                <c:pt idx="13">
                  <c:v>-0.014201965</c:v>
                </c:pt>
                <c:pt idx="14">
                  <c:v>-0.019975649</c:v>
                </c:pt>
                <c:pt idx="15">
                  <c:v>-0.025419977</c:v>
                </c:pt>
                <c:pt idx="16">
                  <c:v>-0.030511808</c:v>
                </c:pt>
                <c:pt idx="17">
                  <c:v>-0.035233195</c:v>
                </c:pt>
                <c:pt idx="18">
                  <c:v>-0.039571253</c:v>
                </c:pt>
                <c:pt idx="19">
                  <c:v>-0.043517916</c:v>
                </c:pt>
                <c:pt idx="20">
                  <c:v>-0.047069599</c:v>
                </c:pt>
                <c:pt idx="21">
                  <c:v>-0.050226781</c:v>
                </c:pt>
                <c:pt idx="22">
                  <c:v>-0.052993545</c:v>
                </c:pt>
                <c:pt idx="23">
                  <c:v>-0.055377099</c:v>
                </c:pt>
                <c:pt idx="24">
                  <c:v>-0.057387283</c:v>
                </c:pt>
                <c:pt idx="25">
                  <c:v>-0.059036097</c:v>
                </c:pt>
                <c:pt idx="26">
                  <c:v>-0.060337249</c:v>
                </c:pt>
                <c:pt idx="27">
                  <c:v>-0.061305751</c:v>
                </c:pt>
                <c:pt idx="28">
                  <c:v>-0.061957545</c:v>
                </c:pt>
                <c:pt idx="29">
                  <c:v>-0.062309183</c:v>
                </c:pt>
                <c:pt idx="30">
                  <c:v>-0.062377552</c:v>
                </c:pt>
                <c:pt idx="31">
                  <c:v>-0.062179645</c:v>
                </c:pt>
                <c:pt idx="32">
                  <c:v>-0.061732374</c:v>
                </c:pt>
                <c:pt idx="33">
                  <c:v>-0.061052421</c:v>
                </c:pt>
                <c:pt idx="34">
                  <c:v>-0.060156125</c:v>
                </c:pt>
                <c:pt idx="35">
                  <c:v>-0.059059403</c:v>
                </c:pt>
                <c:pt idx="36">
                  <c:v>-0.05777769</c:v>
                </c:pt>
                <c:pt idx="37">
                  <c:v>-0.056325902</c:v>
                </c:pt>
                <c:pt idx="38">
                  <c:v>-0.054718425</c:v>
                </c:pt>
                <c:pt idx="39">
                  <c:v>-0.052969107</c:v>
                </c:pt>
                <c:pt idx="40">
                  <c:v>-0.051091267</c:v>
                </c:pt>
                <c:pt idx="41">
                  <c:v>-0.04909771</c:v>
                </c:pt>
                <c:pt idx="42">
                  <c:v>-0.047000753</c:v>
                </c:pt>
                <c:pt idx="43">
                  <c:v>-0.044812245</c:v>
                </c:pt>
                <c:pt idx="44">
                  <c:v>-0.042543598</c:v>
                </c:pt>
                <c:pt idx="45">
                  <c:v>-0.040205817</c:v>
                </c:pt>
                <c:pt idx="46">
                  <c:v>-0.037809524</c:v>
                </c:pt>
                <c:pt idx="47">
                  <c:v>-0.035364989</c:v>
                </c:pt>
                <c:pt idx="48">
                  <c:v>-0.032882155</c:v>
                </c:pt>
                <c:pt idx="49">
                  <c:v>-0.030370659</c:v>
                </c:pt>
                <c:pt idx="50">
                  <c:v>-0.027839853</c:v>
                </c:pt>
                <c:pt idx="51">
                  <c:v>-0.025298821</c:v>
                </c:pt>
                <c:pt idx="52">
                  <c:v>-0.022756394</c:v>
                </c:pt>
                <c:pt idx="53">
                  <c:v>-0.020221156</c:v>
                </c:pt>
                <c:pt idx="54">
                  <c:v>-0.017701458</c:v>
                </c:pt>
                <c:pt idx="55">
                  <c:v>-0.015205414</c:v>
                </c:pt>
                <c:pt idx="56">
                  <c:v>-0.012740906</c:v>
                </c:pt>
                <c:pt idx="57">
                  <c:v>-0.010315581</c:v>
                </c:pt>
                <c:pt idx="58">
                  <c:v>-0.007936842</c:v>
                </c:pt>
                <c:pt idx="59">
                  <c:v>-0.005611842</c:v>
                </c:pt>
                <c:pt idx="60">
                  <c:v>-0.003347473</c:v>
                </c:pt>
                <c:pt idx="61">
                  <c:v>-0.001150349</c:v>
                </c:pt>
                <c:pt idx="62">
                  <c:v>0.000973205</c:v>
                </c:pt>
                <c:pt idx="63">
                  <c:v>0.003017173</c:v>
                </c:pt>
                <c:pt idx="64">
                  <c:v>0.004975867</c:v>
                </c:pt>
                <c:pt idx="65">
                  <c:v>0.006843944</c:v>
                </c:pt>
                <c:pt idx="66">
                  <c:v>0.00861643</c:v>
                </c:pt>
                <c:pt idx="67">
                  <c:v>0.010288738</c:v>
                </c:pt>
                <c:pt idx="68">
                  <c:v>0.011856689</c:v>
                </c:pt>
                <c:pt idx="69">
                  <c:v>0.013316535</c:v>
                </c:pt>
                <c:pt idx="70">
                  <c:v>0.014664974</c:v>
                </c:pt>
                <c:pt idx="71">
                  <c:v>0.015899173</c:v>
                </c:pt>
                <c:pt idx="72">
                  <c:v>0.017016782</c:v>
                </c:pt>
                <c:pt idx="73">
                  <c:v>0.01801595</c:v>
                </c:pt>
                <c:pt idx="74">
                  <c:v>0.01889534</c:v>
                </c:pt>
                <c:pt idx="75">
                  <c:v>0.019654137</c:v>
                </c:pt>
                <c:pt idx="76">
                  <c:v>0.020292057</c:v>
                </c:pt>
                <c:pt idx="77">
                  <c:v>0.020809353</c:v>
                </c:pt>
                <c:pt idx="78">
                  <c:v>0.021206816</c:v>
                </c:pt>
                <c:pt idx="79">
                  <c:v>0.021485775</c:v>
                </c:pt>
                <c:pt idx="80">
                  <c:v>0.02164809</c:v>
                </c:pt>
                <c:pt idx="81">
                  <c:v>0.021696146</c:v>
                </c:pt>
                <c:pt idx="82">
                  <c:v>0.02163284</c:v>
                </c:pt>
                <c:pt idx="83">
                  <c:v>0.021461563</c:v>
                </c:pt>
                <c:pt idx="84">
                  <c:v>0.021186184</c:v>
                </c:pt>
                <c:pt idx="85">
                  <c:v>0.020811028</c:v>
                </c:pt>
                <c:pt idx="86">
                  <c:v>0.020340843</c:v>
                </c:pt>
                <c:pt idx="87">
                  <c:v>0.019780775</c:v>
                </c:pt>
                <c:pt idx="88">
                  <c:v>0.019136334</c:v>
                </c:pt>
                <c:pt idx="89">
                  <c:v>0.018413357</c:v>
                </c:pt>
                <c:pt idx="90">
                  <c:v>0.017617971</c:v>
                </c:pt>
                <c:pt idx="91">
                  <c:v>0.016756548</c:v>
                </c:pt>
                <c:pt idx="92">
                  <c:v>0.015835667</c:v>
                </c:pt>
                <c:pt idx="93">
                  <c:v>0.014862065</c:v>
                </c:pt>
                <c:pt idx="94">
                  <c:v>0.013842594</c:v>
                </c:pt>
                <c:pt idx="95">
                  <c:v>0.012784176</c:v>
                </c:pt>
                <c:pt idx="96">
                  <c:v>0.011693753</c:v>
                </c:pt>
                <c:pt idx="97">
                  <c:v>0.010578244</c:v>
                </c:pt>
                <c:pt idx="98">
                  <c:v>0.009444501</c:v>
                </c:pt>
                <c:pt idx="99">
                  <c:v>0.008299261</c:v>
                </c:pt>
                <c:pt idx="100">
                  <c:v>0.007149111</c:v>
                </c:pt>
                <c:pt idx="101">
                  <c:v>0.006000441</c:v>
                </c:pt>
                <c:pt idx="102">
                  <c:v>0.004859416</c:v>
                </c:pt>
                <c:pt idx="103">
                  <c:v>0.003731934</c:v>
                </c:pt>
                <c:pt idx="104">
                  <c:v>0.002623602</c:v>
                </c:pt>
                <c:pt idx="105">
                  <c:v>0.001539705</c:v>
                </c:pt>
                <c:pt idx="106">
                  <c:v>0.000485185</c:v>
                </c:pt>
                <c:pt idx="107">
                  <c:v>-0.000535377</c:v>
                </c:pt>
                <c:pt idx="108">
                  <c:v>-0.00151778</c:v>
                </c:pt>
                <c:pt idx="109">
                  <c:v>-0.002458211</c:v>
                </c:pt>
                <c:pt idx="110">
                  <c:v>-0.003353254</c:v>
                </c:pt>
                <c:pt idx="111">
                  <c:v>-0.004199895</c:v>
                </c:pt>
                <c:pt idx="112">
                  <c:v>-0.004995521</c:v>
                </c:pt>
                <c:pt idx="113">
                  <c:v>-0.005737918</c:v>
                </c:pt>
                <c:pt idx="114">
                  <c:v>-0.006425265</c:v>
                </c:pt>
                <c:pt idx="115">
                  <c:v>-0.007056127</c:v>
                </c:pt>
                <c:pt idx="116">
                  <c:v>-0.007629441</c:v>
                </c:pt>
                <c:pt idx="117">
                  <c:v>-0.008144506</c:v>
                </c:pt>
                <c:pt idx="118">
                  <c:v>-0.008600969</c:v>
                </c:pt>
                <c:pt idx="119">
                  <c:v>-0.008998803</c:v>
                </c:pt>
                <c:pt idx="120">
                  <c:v>-0.009338297</c:v>
                </c:pt>
                <c:pt idx="121">
                  <c:v>-0.009620031</c:v>
                </c:pt>
                <c:pt idx="122">
                  <c:v>-0.00984486</c:v>
                </c:pt>
                <c:pt idx="123">
                  <c:v>-0.010013895</c:v>
                </c:pt>
                <c:pt idx="124">
                  <c:v>-0.010128481</c:v>
                </c:pt>
                <c:pt idx="125">
                  <c:v>-0.010190178</c:v>
                </c:pt>
                <c:pt idx="126">
                  <c:v>-0.010200742</c:v>
                </c:pt>
                <c:pt idx="127">
                  <c:v>-0.010162103</c:v>
                </c:pt>
                <c:pt idx="128">
                  <c:v>-0.010076351</c:v>
                </c:pt>
                <c:pt idx="129">
                  <c:v>-0.009945712</c:v>
                </c:pt>
                <c:pt idx="130">
                  <c:v>-0.009772532</c:v>
                </c:pt>
                <c:pt idx="131">
                  <c:v>-0.00955926</c:v>
                </c:pt>
                <c:pt idx="132">
                  <c:v>-0.009308432</c:v>
                </c:pt>
                <c:pt idx="133">
                  <c:v>-0.009022655</c:v>
                </c:pt>
                <c:pt idx="134">
                  <c:v>-0.00870459</c:v>
                </c:pt>
                <c:pt idx="135">
                  <c:v>-0.00835694</c:v>
                </c:pt>
                <c:pt idx="136">
                  <c:v>-0.007982434</c:v>
                </c:pt>
                <c:pt idx="137">
                  <c:v>-0.007583816</c:v>
                </c:pt>
                <c:pt idx="138">
                  <c:v>-0.007163831</c:v>
                </c:pt>
                <c:pt idx="139">
                  <c:v>-0.006725215</c:v>
                </c:pt>
                <c:pt idx="140">
                  <c:v>-0.006270684</c:v>
                </c:pt>
                <c:pt idx="141">
                  <c:v>-0.005802921</c:v>
                </c:pt>
                <c:pt idx="142">
                  <c:v>-0.005324572</c:v>
                </c:pt>
                <c:pt idx="143">
                  <c:v>-0.004838228</c:v>
                </c:pt>
                <c:pt idx="144">
                  <c:v>-0.004346427</c:v>
                </c:pt>
                <c:pt idx="145">
                  <c:v>-0.003851638</c:v>
                </c:pt>
                <c:pt idx="146">
                  <c:v>-0.003356256</c:v>
                </c:pt>
                <c:pt idx="147">
                  <c:v>-0.002862595</c:v>
                </c:pt>
                <c:pt idx="148">
                  <c:v>-0.002372884</c:v>
                </c:pt>
                <c:pt idx="149">
                  <c:v>-0.001889256</c:v>
                </c:pt>
                <c:pt idx="150">
                  <c:v>-0.001413747</c:v>
                </c:pt>
                <c:pt idx="151">
                  <c:v>-0.000948288</c:v>
                </c:pt>
                <c:pt idx="152">
                  <c:v>-0.000494702</c:v>
                </c:pt>
                <c:pt idx="153">
                  <c:v>-5.4699E-05</c:v>
                </c:pt>
                <c:pt idx="154">
                  <c:v>0.000370127</c:v>
                </c:pt>
                <c:pt idx="155">
                  <c:v>0.000778302</c:v>
                </c:pt>
                <c:pt idx="156">
                  <c:v>0.001168472</c:v>
                </c:pt>
                <c:pt idx="157">
                  <c:v>0.001539411</c:v>
                </c:pt>
                <c:pt idx="158">
                  <c:v>0.001890017</c:v>
                </c:pt>
                <c:pt idx="159">
                  <c:v>0.002219314</c:v>
                </c:pt>
                <c:pt idx="160">
                  <c:v>0.002526457</c:v>
                </c:pt>
                <c:pt idx="161">
                  <c:v>0.002810728</c:v>
                </c:pt>
                <c:pt idx="162">
                  <c:v>0.003071536</c:v>
                </c:pt>
                <c:pt idx="163">
                  <c:v>0.003308419</c:v>
                </c:pt>
                <c:pt idx="164">
                  <c:v>0.00352104</c:v>
                </c:pt>
                <c:pt idx="165">
                  <c:v>0.003709185</c:v>
                </c:pt>
                <c:pt idx="166">
                  <c:v>0.003872764</c:v>
                </c:pt>
                <c:pt idx="167">
                  <c:v>0.004011804</c:v>
                </c:pt>
                <c:pt idx="168">
                  <c:v>0.00412645</c:v>
                </c:pt>
                <c:pt idx="169">
                  <c:v>0.004216956</c:v>
                </c:pt>
                <c:pt idx="170">
                  <c:v>0.004283685</c:v>
                </c:pt>
                <c:pt idx="171">
                  <c:v>0.004327106</c:v>
                </c:pt>
                <c:pt idx="172">
                  <c:v>0.004347781</c:v>
                </c:pt>
                <c:pt idx="173">
                  <c:v>0.004346368</c:v>
                </c:pt>
                <c:pt idx="174">
                  <c:v>0.004323612</c:v>
                </c:pt>
                <c:pt idx="175">
                  <c:v>0.004280338</c:v>
                </c:pt>
                <c:pt idx="176">
                  <c:v>0.004217446</c:v>
                </c:pt>
                <c:pt idx="177">
                  <c:v>0.004135904</c:v>
                </c:pt>
                <c:pt idx="178">
                  <c:v>0.004036741</c:v>
                </c:pt>
                <c:pt idx="179">
                  <c:v>0.00392104</c:v>
                </c:pt>
                <c:pt idx="180">
                  <c:v>0.003789933</c:v>
                </c:pt>
                <c:pt idx="181">
                  <c:v>0.003644589</c:v>
                </c:pt>
                <c:pt idx="182">
                  <c:v>0.003486214</c:v>
                </c:pt>
                <c:pt idx="183">
                  <c:v>0.003316036</c:v>
                </c:pt>
                <c:pt idx="184">
                  <c:v>0.003135304</c:v>
                </c:pt>
                <c:pt idx="185">
                  <c:v>0.002945277</c:v>
                </c:pt>
                <c:pt idx="186">
                  <c:v>0.00274722</c:v>
                </c:pt>
                <c:pt idx="187">
                  <c:v>0.002542395</c:v>
                </c:pt>
                <c:pt idx="188">
                  <c:v>0.002332057</c:v>
                </c:pt>
                <c:pt idx="189">
                  <c:v>0.002117443</c:v>
                </c:pt>
                <c:pt idx="190">
                  <c:v>0.001899773</c:v>
                </c:pt>
                <c:pt idx="191">
                  <c:v>0.001680238</c:v>
                </c:pt>
                <c:pt idx="192">
                  <c:v>0.001459998</c:v>
                </c:pt>
                <c:pt idx="193">
                  <c:v>0.001240177</c:v>
                </c:pt>
                <c:pt idx="194">
                  <c:v>0.001021856</c:v>
                </c:pt>
                <c:pt idx="195">
                  <c:v>0.000806071</c:v>
                </c:pt>
                <c:pt idx="196">
                  <c:v>0.000593809</c:v>
                </c:pt>
                <c:pt idx="197">
                  <c:v>0.000386003</c:v>
                </c:pt>
                <c:pt idx="198">
                  <c:v>0.000183531</c:v>
                </c:pt>
                <c:pt idx="199">
                  <c:v>-1.2788E-05</c:v>
                </c:pt>
                <c:pt idx="200">
                  <c:v>-0.000202194</c:v>
                </c:pt>
                <c:pt idx="201">
                  <c:v>-0.000383991</c:v>
                </c:pt>
                <c:pt idx="202">
                  <c:v>-0.000557547</c:v>
                </c:pt>
                <c:pt idx="203">
                  <c:v>-0.000722292</c:v>
                </c:pt>
                <c:pt idx="204">
                  <c:v>-0.000877725</c:v>
                </c:pt>
                <c:pt idx="205">
                  <c:v>-0.001023406</c:v>
                </c:pt>
                <c:pt idx="206">
                  <c:v>-0.001158961</c:v>
                </c:pt>
                <c:pt idx="207">
                  <c:v>-0.001284083</c:v>
                </c:pt>
                <c:pt idx="208">
                  <c:v>-0.001398526</c:v>
                </c:pt>
                <c:pt idx="209">
                  <c:v>-0.001502107</c:v>
                </c:pt>
                <c:pt idx="210">
                  <c:v>-0.001594703</c:v>
                </c:pt>
                <c:pt idx="211">
                  <c:v>-0.001676251</c:v>
                </c:pt>
                <c:pt idx="212">
                  <c:v>-0.001746746</c:v>
                </c:pt>
                <c:pt idx="213">
                  <c:v>-0.001806236</c:v>
                </c:pt>
                <c:pt idx="214">
                  <c:v>-0.001854822</c:v>
                </c:pt>
                <c:pt idx="215">
                  <c:v>-0.001892656</c:v>
                </c:pt>
                <c:pt idx="216">
                  <c:v>-0.001919938</c:v>
                </c:pt>
                <c:pt idx="217">
                  <c:v>-0.00193691</c:v>
                </c:pt>
                <c:pt idx="218">
                  <c:v>-0.001943857</c:v>
                </c:pt>
                <c:pt idx="219">
                  <c:v>-0.001941104</c:v>
                </c:pt>
                <c:pt idx="220">
                  <c:v>-0.001929009</c:v>
                </c:pt>
                <c:pt idx="221">
                  <c:v>-0.001907964</c:v>
                </c:pt>
                <c:pt idx="222">
                  <c:v>-0.001878391</c:v>
                </c:pt>
                <c:pt idx="223">
                  <c:v>-0.001840736</c:v>
                </c:pt>
                <c:pt idx="224">
                  <c:v>-0.001795469</c:v>
                </c:pt>
                <c:pt idx="225">
                  <c:v>-0.001743081</c:v>
                </c:pt>
                <c:pt idx="226">
                  <c:v>-0.001684078</c:v>
                </c:pt>
                <c:pt idx="227">
                  <c:v>-0.00161898</c:v>
                </c:pt>
                <c:pt idx="228">
                  <c:v>-0.001548319</c:v>
                </c:pt>
                <c:pt idx="229">
                  <c:v>-0.001472634</c:v>
                </c:pt>
                <c:pt idx="230">
                  <c:v>-0.001392468</c:v>
                </c:pt>
                <c:pt idx="231">
                  <c:v>-0.001308368</c:v>
                </c:pt>
                <c:pt idx="232">
                  <c:v>-0.001220879</c:v>
                </c:pt>
                <c:pt idx="233">
                  <c:v>-0.001130543</c:v>
                </c:pt>
                <c:pt idx="234">
                  <c:v>-0.001037897</c:v>
                </c:pt>
                <c:pt idx="235">
                  <c:v>-0.000943471</c:v>
                </c:pt>
                <c:pt idx="236">
                  <c:v>-0.000847783</c:v>
                </c:pt>
                <c:pt idx="237">
                  <c:v>-0.000751339</c:v>
                </c:pt>
                <c:pt idx="238">
                  <c:v>-0.000654634</c:v>
                </c:pt>
                <c:pt idx="239">
                  <c:v>-0.000558142</c:v>
                </c:pt>
                <c:pt idx="240">
                  <c:v>-0.000462323</c:v>
                </c:pt>
                <c:pt idx="241">
                  <c:v>-0.000367617</c:v>
                </c:pt>
                <c:pt idx="242">
                  <c:v>-0.000274443</c:v>
                </c:pt>
                <c:pt idx="243">
                  <c:v>-0.000183198</c:v>
                </c:pt>
                <c:pt idx="244">
                  <c:v>-9.4256E-05</c:v>
                </c:pt>
                <c:pt idx="245">
                  <c:v>-7.968E-06</c:v>
                </c:pt>
                <c:pt idx="246">
                  <c:v>7.5341E-05</c:v>
                </c:pt>
                <c:pt idx="247">
                  <c:v>0.000155371</c:v>
                </c:pt>
                <c:pt idx="248">
                  <c:v>0.000231848</c:v>
                </c:pt>
                <c:pt idx="249">
                  <c:v>0.000304525</c:v>
                </c:pt>
                <c:pt idx="250">
                  <c:v>0.000373182</c:v>
                </c:pt>
                <c:pt idx="251">
                  <c:v>0.000437624</c:v>
                </c:pt>
                <c:pt idx="252">
                  <c:v>0.000497685</c:v>
                </c:pt>
                <c:pt idx="253">
                  <c:v>0.000553225</c:v>
                </c:pt>
                <c:pt idx="254">
                  <c:v>0.000604131</c:v>
                </c:pt>
                <c:pt idx="255">
                  <c:v>0.000650317</c:v>
                </c:pt>
                <c:pt idx="256">
                  <c:v>0.00069172</c:v>
                </c:pt>
                <c:pt idx="257">
                  <c:v>0.000728306</c:v>
                </c:pt>
                <c:pt idx="258">
                  <c:v>0.000760062</c:v>
                </c:pt>
                <c:pt idx="259">
                  <c:v>0.000787001</c:v>
                </c:pt>
                <c:pt idx="260">
                  <c:v>0.000809159</c:v>
                </c:pt>
                <c:pt idx="261">
                  <c:v>0.000826594</c:v>
                </c:pt>
                <c:pt idx="262">
                  <c:v>0.000839382</c:v>
                </c:pt>
                <c:pt idx="263">
                  <c:v>0.000847625</c:v>
                </c:pt>
                <c:pt idx="264">
                  <c:v>0.000851437</c:v>
                </c:pt>
                <c:pt idx="265">
                  <c:v>0.000850954</c:v>
                </c:pt>
                <c:pt idx="266">
                  <c:v>0.000846328</c:v>
                </c:pt>
                <c:pt idx="267">
                  <c:v>0.000837724</c:v>
                </c:pt>
                <c:pt idx="268">
                  <c:v>0.000825322</c:v>
                </c:pt>
                <c:pt idx="269">
                  <c:v>0.000809315</c:v>
                </c:pt>
                <c:pt idx="270">
                  <c:v>0.000789906</c:v>
                </c:pt>
                <c:pt idx="271">
                  <c:v>0.000767307</c:v>
                </c:pt>
                <c:pt idx="272">
                  <c:v>0.000741742</c:v>
                </c:pt>
                <c:pt idx="273">
                  <c:v>0.000713436</c:v>
                </c:pt>
                <c:pt idx="274">
                  <c:v>0.000682625</c:v>
                </c:pt>
                <c:pt idx="275">
                  <c:v>0.000649547</c:v>
                </c:pt>
                <c:pt idx="276">
                  <c:v>0.000614441</c:v>
                </c:pt>
                <c:pt idx="277">
                  <c:v>0.000577551</c:v>
                </c:pt>
                <c:pt idx="278">
                  <c:v>0.00053912</c:v>
                </c:pt>
                <c:pt idx="279">
                  <c:v>0.00049939</c:v>
                </c:pt>
                <c:pt idx="280">
                  <c:v>0.000458601</c:v>
                </c:pt>
                <c:pt idx="281">
                  <c:v>0.000416989</c:v>
                </c:pt>
                <c:pt idx="282">
                  <c:v>0.000374787</c:v>
                </c:pt>
                <c:pt idx="283">
                  <c:v>0.000332223</c:v>
                </c:pt>
                <c:pt idx="284">
                  <c:v>0.000289518</c:v>
                </c:pt>
                <c:pt idx="285">
                  <c:v>0.000246886</c:v>
                </c:pt>
                <c:pt idx="286">
                  <c:v>0.000204534</c:v>
                </c:pt>
                <c:pt idx="287">
                  <c:v>0.00016266</c:v>
                </c:pt>
                <c:pt idx="288">
                  <c:v>0.000121452</c:v>
                </c:pt>
                <c:pt idx="289">
                  <c:v>8.1088E-05</c:v>
                </c:pt>
                <c:pt idx="290">
                  <c:v>4.1738E-05</c:v>
                </c:pt>
                <c:pt idx="291">
                  <c:v>3.558E-06</c:v>
                </c:pt>
                <c:pt idx="292">
                  <c:v>-3.3306E-05</c:v>
                </c:pt>
                <c:pt idx="293">
                  <c:v>-6.8719E-05</c:v>
                </c:pt>
                <c:pt idx="294">
                  <c:v>-0.000102559</c:v>
                </c:pt>
                <c:pt idx="295">
                  <c:v>-0.000134714</c:v>
                </c:pt>
                <c:pt idx="296">
                  <c:v>-0.000165087</c:v>
                </c:pt>
                <c:pt idx="297">
                  <c:v>-0.000193592</c:v>
                </c:pt>
                <c:pt idx="298">
                  <c:v>-0.000220153</c:v>
                </c:pt>
                <c:pt idx="299">
                  <c:v>-0.000244711</c:v>
                </c:pt>
                <c:pt idx="300">
                  <c:v>-0.000267215</c:v>
                </c:pt>
                <c:pt idx="301">
                  <c:v>-0.000287626</c:v>
                </c:pt>
                <c:pt idx="302">
                  <c:v>-0.000305919</c:v>
                </c:pt>
                <c:pt idx="303">
                  <c:v>-0.000322078</c:v>
                </c:pt>
                <c:pt idx="304">
                  <c:v>-0.000336099</c:v>
                </c:pt>
                <c:pt idx="305">
                  <c:v>-0.000347989</c:v>
                </c:pt>
                <c:pt idx="306">
                  <c:v>-0.000357765</c:v>
                </c:pt>
                <c:pt idx="307">
                  <c:v>-0.000365453</c:v>
                </c:pt>
                <c:pt idx="308">
                  <c:v>-0.000371088</c:v>
                </c:pt>
                <c:pt idx="309">
                  <c:v>-0.000374716</c:v>
                </c:pt>
                <c:pt idx="310">
                  <c:v>-0.000376388</c:v>
                </c:pt>
                <c:pt idx="311">
                  <c:v>-0.000376166</c:v>
                </c:pt>
                <c:pt idx="312">
                  <c:v>-0.000374117</c:v>
                </c:pt>
                <c:pt idx="313">
                  <c:v>-0.000370315</c:v>
                </c:pt>
                <c:pt idx="314">
                  <c:v>-0.00036484</c:v>
                </c:pt>
                <c:pt idx="315">
                  <c:v>-0.000357777</c:v>
                </c:pt>
                <c:pt idx="316">
                  <c:v>-0.000349217</c:v>
                </c:pt>
                <c:pt idx="317">
                  <c:v>-0.000339254</c:v>
                </c:pt>
                <c:pt idx="318">
                  <c:v>-0.000327985</c:v>
                </c:pt>
                <c:pt idx="319">
                  <c:v>-0.000315512</c:v>
                </c:pt>
                <c:pt idx="320">
                  <c:v>-0.000301936</c:v>
                </c:pt>
                <c:pt idx="321">
                  <c:v>-0.000287364</c:v>
                </c:pt>
                <c:pt idx="322">
                  <c:v>-0.0002719</c:v>
                </c:pt>
                <c:pt idx="323">
                  <c:v>-0.000255652</c:v>
                </c:pt>
                <c:pt idx="324">
                  <c:v>-0.000238726</c:v>
                </c:pt>
                <c:pt idx="325">
                  <c:v>-0.000221229</c:v>
                </c:pt>
                <c:pt idx="326">
                  <c:v>-0.000203265</c:v>
                </c:pt>
                <c:pt idx="327">
                  <c:v>-0.000184938</c:v>
                </c:pt>
                <c:pt idx="328">
                  <c:v>-0.000166351</c:v>
                </c:pt>
                <c:pt idx="329">
                  <c:v>-0.000147602</c:v>
                </c:pt>
                <c:pt idx="330">
                  <c:v>-0.00012879</c:v>
                </c:pt>
                <c:pt idx="331">
                  <c:v>-0.000110008</c:v>
                </c:pt>
                <c:pt idx="332">
                  <c:v>-9.1346E-05</c:v>
                </c:pt>
                <c:pt idx="333">
                  <c:v>-7.2891E-05</c:v>
                </c:pt>
              </c:numCache>
            </c:numRef>
          </c:yVal>
          <c:smooth val="0"/>
          <c:extLst>
            <c:ext uri="{C3380CC4-5D6E-409C-BE32-E72D297353CC}">
              <ns2:uniqueId val="{00000000-A39C-4451-8151-BF6E49079D1C}"/>
            </c:ext>
          </c:extLst>
        </c:ser>
        <c:ser>
          <c:idx val="1"/>
          <c:order val="1"/>
          <c:tx>
            <c:v>I</c:v>
          </c:tx>
          <c:spPr>
            <a:ln w="28575">
              <a:solidFill>
                <a:srgbClr val="C65C2A"/>
              </a:solidFill>
              <a:prstDash val="dash"/>
            </a:ln>
          </c:spPr>
          <c:marker>
            <c:symbol val="none"/>
          </c:marker>
          <c:xVal>
            <c:numRef>
              <c:f>'Chart Data'!$C$2:$C$335</c:f>
              <c:numCache>
                <c:formatCode>General</c:formatCode>
                <c:ptCount val="334"/>
                <c:pt idx="0">
                  <c:v>0</c:v>
                </c:pt>
                <c:pt idx="1">
                  <c:v>0.06</c:v>
                </c:pt>
                <c:pt idx="2">
                  <c:v>0.12</c:v>
                </c:pt>
                <c:pt idx="3">
                  <c:v>0.18</c:v>
                </c:pt>
                <c:pt idx="4">
                  <c:v>0.24</c:v>
                </c:pt>
                <c:pt idx="5">
                  <c:v>0.3</c:v>
                </c:pt>
                <c:pt idx="6">
                  <c:v>0.36</c:v>
                </c:pt>
                <c:pt idx="7">
                  <c:v>0.42</c:v>
                </c:pt>
                <c:pt idx="8">
                  <c:v>0.48</c:v>
                </c:pt>
                <c:pt idx="9">
                  <c:v>0.54</c:v>
                </c:pt>
                <c:pt idx="10">
                  <c:v>0.6</c:v>
                </c:pt>
                <c:pt idx="11">
                  <c:v>0.66</c:v>
                </c:pt>
                <c:pt idx="12">
                  <c:v>0.72</c:v>
                </c:pt>
                <c:pt idx="13">
                  <c:v>0.78</c:v>
                </c:pt>
                <c:pt idx="14">
                  <c:v>0.84</c:v>
                </c:pt>
                <c:pt idx="15">
                  <c:v>0.9</c:v>
                </c:pt>
                <c:pt idx="16">
                  <c:v>0.96</c:v>
                </c:pt>
                <c:pt idx="17">
                  <c:v>1.02</c:v>
                </c:pt>
                <c:pt idx="18">
                  <c:v>1.08</c:v>
                </c:pt>
                <c:pt idx="19">
                  <c:v>1.14</c:v>
                </c:pt>
                <c:pt idx="20">
                  <c:v>1.2</c:v>
                </c:pt>
                <c:pt idx="21">
                  <c:v>1.26</c:v>
                </c:pt>
                <c:pt idx="22">
                  <c:v>1.32</c:v>
                </c:pt>
                <c:pt idx="23">
                  <c:v>1.38</c:v>
                </c:pt>
                <c:pt idx="24">
                  <c:v>1.44</c:v>
                </c:pt>
                <c:pt idx="25">
                  <c:v>1.5</c:v>
                </c:pt>
                <c:pt idx="26">
                  <c:v>1.56</c:v>
                </c:pt>
                <c:pt idx="27">
                  <c:v>1.62</c:v>
                </c:pt>
                <c:pt idx="28">
                  <c:v>1.68</c:v>
                </c:pt>
                <c:pt idx="29">
                  <c:v>1.74</c:v>
                </c:pt>
                <c:pt idx="30">
                  <c:v>1.8</c:v>
                </c:pt>
                <c:pt idx="31">
                  <c:v>1.86</c:v>
                </c:pt>
                <c:pt idx="32">
                  <c:v>1.92</c:v>
                </c:pt>
                <c:pt idx="33">
                  <c:v>1.98</c:v>
                </c:pt>
                <c:pt idx="34">
                  <c:v>2.04</c:v>
                </c:pt>
                <c:pt idx="35">
                  <c:v>2.1</c:v>
                </c:pt>
                <c:pt idx="36">
                  <c:v>2.16</c:v>
                </c:pt>
                <c:pt idx="37">
                  <c:v>2.22</c:v>
                </c:pt>
                <c:pt idx="38">
                  <c:v>2.28</c:v>
                </c:pt>
                <c:pt idx="39">
                  <c:v>2.34</c:v>
                </c:pt>
                <c:pt idx="40">
                  <c:v>2.4</c:v>
                </c:pt>
                <c:pt idx="41">
                  <c:v>2.46</c:v>
                </c:pt>
                <c:pt idx="42">
                  <c:v>2.52</c:v>
                </c:pt>
                <c:pt idx="43">
                  <c:v>2.58</c:v>
                </c:pt>
                <c:pt idx="44">
                  <c:v>2.64</c:v>
                </c:pt>
                <c:pt idx="45">
                  <c:v>2.7</c:v>
                </c:pt>
                <c:pt idx="46">
                  <c:v>2.76</c:v>
                </c:pt>
                <c:pt idx="47">
                  <c:v>2.82</c:v>
                </c:pt>
                <c:pt idx="48">
                  <c:v>2.88</c:v>
                </c:pt>
                <c:pt idx="49">
                  <c:v>2.94</c:v>
                </c:pt>
                <c:pt idx="50">
                  <c:v>3</c:v>
                </c:pt>
                <c:pt idx="51">
                  <c:v>3.06</c:v>
                </c:pt>
                <c:pt idx="52">
                  <c:v>3.12</c:v>
                </c:pt>
                <c:pt idx="53">
                  <c:v>3.18</c:v>
                </c:pt>
                <c:pt idx="54">
                  <c:v>3.24</c:v>
                </c:pt>
                <c:pt idx="55">
                  <c:v>3.3</c:v>
                </c:pt>
                <c:pt idx="56">
                  <c:v>3.36</c:v>
                </c:pt>
                <c:pt idx="57">
                  <c:v>3.42</c:v>
                </c:pt>
                <c:pt idx="58">
                  <c:v>3.48</c:v>
                </c:pt>
                <c:pt idx="59">
                  <c:v>3.54</c:v>
                </c:pt>
                <c:pt idx="60">
                  <c:v>3.6</c:v>
                </c:pt>
                <c:pt idx="61">
                  <c:v>3.66</c:v>
                </c:pt>
                <c:pt idx="62">
                  <c:v>3.72</c:v>
                </c:pt>
                <c:pt idx="63">
                  <c:v>3.78</c:v>
                </c:pt>
                <c:pt idx="64">
                  <c:v>3.84</c:v>
                </c:pt>
                <c:pt idx="65">
                  <c:v>3.9</c:v>
                </c:pt>
                <c:pt idx="66">
                  <c:v>3.96</c:v>
                </c:pt>
                <c:pt idx="67">
                  <c:v>4.02</c:v>
                </c:pt>
                <c:pt idx="68">
                  <c:v>4.08</c:v>
                </c:pt>
                <c:pt idx="69">
                  <c:v>4.14</c:v>
                </c:pt>
                <c:pt idx="70">
                  <c:v>4.2</c:v>
                </c:pt>
                <c:pt idx="71">
                  <c:v>4.26</c:v>
                </c:pt>
                <c:pt idx="72">
                  <c:v>4.32</c:v>
                </c:pt>
                <c:pt idx="73">
                  <c:v>4.38</c:v>
                </c:pt>
                <c:pt idx="74">
                  <c:v>4.44</c:v>
                </c:pt>
                <c:pt idx="75">
                  <c:v>4.5</c:v>
                </c:pt>
                <c:pt idx="76">
                  <c:v>4.56</c:v>
                </c:pt>
                <c:pt idx="77">
                  <c:v>4.62</c:v>
                </c:pt>
                <c:pt idx="78">
                  <c:v>4.68</c:v>
                </c:pt>
                <c:pt idx="79">
                  <c:v>4.74</c:v>
                </c:pt>
                <c:pt idx="80">
                  <c:v>4.8</c:v>
                </c:pt>
                <c:pt idx="81">
                  <c:v>4.86</c:v>
                </c:pt>
                <c:pt idx="82">
                  <c:v>4.92</c:v>
                </c:pt>
                <c:pt idx="83">
                  <c:v>4.98</c:v>
                </c:pt>
                <c:pt idx="84">
                  <c:v>5.04</c:v>
                </c:pt>
                <c:pt idx="85">
                  <c:v>5.1</c:v>
                </c:pt>
                <c:pt idx="86">
                  <c:v>5.16</c:v>
                </c:pt>
                <c:pt idx="87">
                  <c:v>5.22</c:v>
                </c:pt>
                <c:pt idx="88">
                  <c:v>5.28</c:v>
                </c:pt>
                <c:pt idx="89">
                  <c:v>5.34</c:v>
                </c:pt>
                <c:pt idx="90">
                  <c:v>5.4</c:v>
                </c:pt>
                <c:pt idx="91">
                  <c:v>5.46</c:v>
                </c:pt>
                <c:pt idx="92">
                  <c:v>5.52</c:v>
                </c:pt>
                <c:pt idx="93">
                  <c:v>5.58</c:v>
                </c:pt>
                <c:pt idx="94">
                  <c:v>5.64</c:v>
                </c:pt>
                <c:pt idx="95">
                  <c:v>5.7</c:v>
                </c:pt>
                <c:pt idx="96">
                  <c:v>5.76</c:v>
                </c:pt>
                <c:pt idx="97">
                  <c:v>5.82</c:v>
                </c:pt>
                <c:pt idx="98">
                  <c:v>5.88</c:v>
                </c:pt>
                <c:pt idx="99">
                  <c:v>5.94</c:v>
                </c:pt>
                <c:pt idx="100">
                  <c:v>6</c:v>
                </c:pt>
                <c:pt idx="101">
                  <c:v>6.06</c:v>
                </c:pt>
                <c:pt idx="102">
                  <c:v>6.12</c:v>
                </c:pt>
                <c:pt idx="103">
                  <c:v>6.18</c:v>
                </c:pt>
                <c:pt idx="104">
                  <c:v>6.24</c:v>
                </c:pt>
                <c:pt idx="105">
                  <c:v>6.3</c:v>
                </c:pt>
                <c:pt idx="106">
                  <c:v>6.36</c:v>
                </c:pt>
                <c:pt idx="107">
                  <c:v>6.42</c:v>
                </c:pt>
                <c:pt idx="108">
                  <c:v>6.48</c:v>
                </c:pt>
                <c:pt idx="109">
                  <c:v>6.54</c:v>
                </c:pt>
                <c:pt idx="110">
                  <c:v>6.6</c:v>
                </c:pt>
                <c:pt idx="111">
                  <c:v>6.66</c:v>
                </c:pt>
                <c:pt idx="112">
                  <c:v>6.72</c:v>
                </c:pt>
                <c:pt idx="113">
                  <c:v>6.78</c:v>
                </c:pt>
                <c:pt idx="114">
                  <c:v>6.84</c:v>
                </c:pt>
                <c:pt idx="115">
                  <c:v>6.9</c:v>
                </c:pt>
                <c:pt idx="116">
                  <c:v>6.96</c:v>
                </c:pt>
                <c:pt idx="117">
                  <c:v>7.02</c:v>
                </c:pt>
                <c:pt idx="118">
                  <c:v>7.08</c:v>
                </c:pt>
                <c:pt idx="119">
                  <c:v>7.14</c:v>
                </c:pt>
                <c:pt idx="120">
                  <c:v>7.2</c:v>
                </c:pt>
                <c:pt idx="121">
                  <c:v>7.26</c:v>
                </c:pt>
                <c:pt idx="122">
                  <c:v>7.32</c:v>
                </c:pt>
                <c:pt idx="123">
                  <c:v>7.38</c:v>
                </c:pt>
                <c:pt idx="124">
                  <c:v>7.44</c:v>
                </c:pt>
                <c:pt idx="125">
                  <c:v>7.5</c:v>
                </c:pt>
                <c:pt idx="126">
                  <c:v>7.56</c:v>
                </c:pt>
                <c:pt idx="127">
                  <c:v>7.62</c:v>
                </c:pt>
                <c:pt idx="128">
                  <c:v>7.68</c:v>
                </c:pt>
                <c:pt idx="129">
                  <c:v>7.74</c:v>
                </c:pt>
                <c:pt idx="130">
                  <c:v>7.8</c:v>
                </c:pt>
                <c:pt idx="131">
                  <c:v>7.86</c:v>
                </c:pt>
                <c:pt idx="132">
                  <c:v>7.92</c:v>
                </c:pt>
                <c:pt idx="133">
                  <c:v>7.98</c:v>
                </c:pt>
                <c:pt idx="134">
                  <c:v>8.04</c:v>
                </c:pt>
                <c:pt idx="135">
                  <c:v>8.1</c:v>
                </c:pt>
                <c:pt idx="136">
                  <c:v>8.16</c:v>
                </c:pt>
                <c:pt idx="137">
                  <c:v>8.22</c:v>
                </c:pt>
                <c:pt idx="138">
                  <c:v>8.28</c:v>
                </c:pt>
                <c:pt idx="139">
                  <c:v>8.34</c:v>
                </c:pt>
                <c:pt idx="140">
                  <c:v>8.4</c:v>
                </c:pt>
                <c:pt idx="141">
                  <c:v>8.46</c:v>
                </c:pt>
                <c:pt idx="142">
                  <c:v>8.52</c:v>
                </c:pt>
                <c:pt idx="143">
                  <c:v>8.58</c:v>
                </c:pt>
                <c:pt idx="144">
                  <c:v>8.64</c:v>
                </c:pt>
                <c:pt idx="145">
                  <c:v>8.7</c:v>
                </c:pt>
                <c:pt idx="146">
                  <c:v>8.76</c:v>
                </c:pt>
                <c:pt idx="147">
                  <c:v>8.82</c:v>
                </c:pt>
                <c:pt idx="148">
                  <c:v>8.88</c:v>
                </c:pt>
                <c:pt idx="149">
                  <c:v>8.94</c:v>
                </c:pt>
                <c:pt idx="150">
                  <c:v>9</c:v>
                </c:pt>
                <c:pt idx="151">
                  <c:v>9.06</c:v>
                </c:pt>
                <c:pt idx="152">
                  <c:v>9.12</c:v>
                </c:pt>
                <c:pt idx="153">
                  <c:v>9.18</c:v>
                </c:pt>
                <c:pt idx="154">
                  <c:v>9.24</c:v>
                </c:pt>
                <c:pt idx="155">
                  <c:v>9.3</c:v>
                </c:pt>
                <c:pt idx="156">
                  <c:v>9.36</c:v>
                </c:pt>
                <c:pt idx="157">
                  <c:v>9.42</c:v>
                </c:pt>
                <c:pt idx="158">
                  <c:v>9.48</c:v>
                </c:pt>
                <c:pt idx="159">
                  <c:v>9.54</c:v>
                </c:pt>
                <c:pt idx="160">
                  <c:v>9.6</c:v>
                </c:pt>
                <c:pt idx="161">
                  <c:v>9.66</c:v>
                </c:pt>
                <c:pt idx="162">
                  <c:v>9.72</c:v>
                </c:pt>
                <c:pt idx="163">
                  <c:v>9.78</c:v>
                </c:pt>
                <c:pt idx="164">
                  <c:v>9.84</c:v>
                </c:pt>
                <c:pt idx="165">
                  <c:v>9.9</c:v>
                </c:pt>
                <c:pt idx="166">
                  <c:v>9.96</c:v>
                </c:pt>
                <c:pt idx="167">
                  <c:v>10.02</c:v>
                </c:pt>
                <c:pt idx="168">
                  <c:v>10.08</c:v>
                </c:pt>
                <c:pt idx="169">
                  <c:v>10.14</c:v>
                </c:pt>
                <c:pt idx="170">
                  <c:v>10.2</c:v>
                </c:pt>
                <c:pt idx="171">
                  <c:v>10.26</c:v>
                </c:pt>
                <c:pt idx="172">
                  <c:v>10.32</c:v>
                </c:pt>
                <c:pt idx="173">
                  <c:v>10.38</c:v>
                </c:pt>
                <c:pt idx="174">
                  <c:v>10.44</c:v>
                </c:pt>
                <c:pt idx="175">
                  <c:v>10.5</c:v>
                </c:pt>
                <c:pt idx="176">
                  <c:v>10.56</c:v>
                </c:pt>
                <c:pt idx="177">
                  <c:v>10.62</c:v>
                </c:pt>
                <c:pt idx="178">
                  <c:v>10.68</c:v>
                </c:pt>
                <c:pt idx="179">
                  <c:v>10.74</c:v>
                </c:pt>
                <c:pt idx="180">
                  <c:v>10.8</c:v>
                </c:pt>
                <c:pt idx="181">
                  <c:v>10.86</c:v>
                </c:pt>
                <c:pt idx="182">
                  <c:v>10.92</c:v>
                </c:pt>
                <c:pt idx="183">
                  <c:v>10.98</c:v>
                </c:pt>
                <c:pt idx="184">
                  <c:v>11.04</c:v>
                </c:pt>
                <c:pt idx="185">
                  <c:v>11.1</c:v>
                </c:pt>
                <c:pt idx="186">
                  <c:v>11.16</c:v>
                </c:pt>
                <c:pt idx="187">
                  <c:v>11.22</c:v>
                </c:pt>
                <c:pt idx="188">
                  <c:v>11.28</c:v>
                </c:pt>
                <c:pt idx="189">
                  <c:v>11.34</c:v>
                </c:pt>
                <c:pt idx="190">
                  <c:v>11.4</c:v>
                </c:pt>
                <c:pt idx="191">
                  <c:v>11.46</c:v>
                </c:pt>
                <c:pt idx="192">
                  <c:v>11.52</c:v>
                </c:pt>
                <c:pt idx="193">
                  <c:v>11.58</c:v>
                </c:pt>
                <c:pt idx="194">
                  <c:v>11.64</c:v>
                </c:pt>
                <c:pt idx="195">
                  <c:v>11.7</c:v>
                </c:pt>
                <c:pt idx="196">
                  <c:v>11.76</c:v>
                </c:pt>
                <c:pt idx="197">
                  <c:v>11.82</c:v>
                </c:pt>
                <c:pt idx="198">
                  <c:v>11.88</c:v>
                </c:pt>
                <c:pt idx="199">
                  <c:v>11.94</c:v>
                </c:pt>
                <c:pt idx="200">
                  <c:v>12</c:v>
                </c:pt>
                <c:pt idx="201">
                  <c:v>12.06</c:v>
                </c:pt>
                <c:pt idx="202">
                  <c:v>12.12</c:v>
                </c:pt>
                <c:pt idx="203">
                  <c:v>12.18</c:v>
                </c:pt>
                <c:pt idx="204">
                  <c:v>12.24</c:v>
                </c:pt>
                <c:pt idx="205">
                  <c:v>12.3</c:v>
                </c:pt>
                <c:pt idx="206">
                  <c:v>12.36</c:v>
                </c:pt>
                <c:pt idx="207">
                  <c:v>12.42</c:v>
                </c:pt>
                <c:pt idx="208">
                  <c:v>12.48</c:v>
                </c:pt>
                <c:pt idx="209">
                  <c:v>12.54</c:v>
                </c:pt>
                <c:pt idx="210">
                  <c:v>12.6</c:v>
                </c:pt>
                <c:pt idx="211">
                  <c:v>12.66</c:v>
                </c:pt>
                <c:pt idx="212">
                  <c:v>12.72</c:v>
                </c:pt>
                <c:pt idx="213">
                  <c:v>12.78</c:v>
                </c:pt>
                <c:pt idx="214">
                  <c:v>12.84</c:v>
                </c:pt>
                <c:pt idx="215">
                  <c:v>12.9</c:v>
                </c:pt>
                <c:pt idx="216">
                  <c:v>12.96</c:v>
                </c:pt>
                <c:pt idx="217">
                  <c:v>13.02</c:v>
                </c:pt>
                <c:pt idx="218">
                  <c:v>13.08</c:v>
                </c:pt>
                <c:pt idx="219">
                  <c:v>13.14</c:v>
                </c:pt>
                <c:pt idx="220">
                  <c:v>13.2</c:v>
                </c:pt>
                <c:pt idx="221">
                  <c:v>13.26</c:v>
                </c:pt>
                <c:pt idx="222">
                  <c:v>13.32</c:v>
                </c:pt>
                <c:pt idx="223">
                  <c:v>13.38</c:v>
                </c:pt>
                <c:pt idx="224">
                  <c:v>13.44</c:v>
                </c:pt>
                <c:pt idx="225">
                  <c:v>13.5</c:v>
                </c:pt>
                <c:pt idx="226">
                  <c:v>13.56</c:v>
                </c:pt>
                <c:pt idx="227">
                  <c:v>13.62</c:v>
                </c:pt>
                <c:pt idx="228">
                  <c:v>13.68</c:v>
                </c:pt>
                <c:pt idx="229">
                  <c:v>13.74</c:v>
                </c:pt>
                <c:pt idx="230">
                  <c:v>13.8</c:v>
                </c:pt>
                <c:pt idx="231">
                  <c:v>13.86</c:v>
                </c:pt>
                <c:pt idx="232">
                  <c:v>13.92</c:v>
                </c:pt>
                <c:pt idx="233">
                  <c:v>13.98</c:v>
                </c:pt>
                <c:pt idx="234">
                  <c:v>14.04</c:v>
                </c:pt>
                <c:pt idx="235">
                  <c:v>14.1</c:v>
                </c:pt>
                <c:pt idx="236">
                  <c:v>14.16</c:v>
                </c:pt>
                <c:pt idx="237">
                  <c:v>14.22</c:v>
                </c:pt>
                <c:pt idx="238">
                  <c:v>14.28</c:v>
                </c:pt>
                <c:pt idx="239">
                  <c:v>14.34</c:v>
                </c:pt>
                <c:pt idx="240">
                  <c:v>14.4</c:v>
                </c:pt>
                <c:pt idx="241">
                  <c:v>14.46</c:v>
                </c:pt>
                <c:pt idx="242">
                  <c:v>14.52</c:v>
                </c:pt>
                <c:pt idx="243">
                  <c:v>14.58</c:v>
                </c:pt>
                <c:pt idx="244">
                  <c:v>14.64</c:v>
                </c:pt>
                <c:pt idx="245">
                  <c:v>14.7</c:v>
                </c:pt>
                <c:pt idx="246">
                  <c:v>14.76</c:v>
                </c:pt>
                <c:pt idx="247">
                  <c:v>14.82</c:v>
                </c:pt>
                <c:pt idx="248">
                  <c:v>14.88</c:v>
                </c:pt>
                <c:pt idx="249">
                  <c:v>14.94</c:v>
                </c:pt>
                <c:pt idx="250">
                  <c:v>15</c:v>
                </c:pt>
                <c:pt idx="251">
                  <c:v>15.06</c:v>
                </c:pt>
                <c:pt idx="252">
                  <c:v>15.12</c:v>
                </c:pt>
                <c:pt idx="253">
                  <c:v>15.18</c:v>
                </c:pt>
                <c:pt idx="254">
                  <c:v>15.24</c:v>
                </c:pt>
                <c:pt idx="255">
                  <c:v>15.3</c:v>
                </c:pt>
                <c:pt idx="256">
                  <c:v>15.36</c:v>
                </c:pt>
                <c:pt idx="257">
                  <c:v>15.42</c:v>
                </c:pt>
                <c:pt idx="258">
                  <c:v>15.48</c:v>
                </c:pt>
                <c:pt idx="259">
                  <c:v>15.54</c:v>
                </c:pt>
                <c:pt idx="260">
                  <c:v>15.6</c:v>
                </c:pt>
                <c:pt idx="261">
                  <c:v>15.66</c:v>
                </c:pt>
                <c:pt idx="262">
                  <c:v>15.72</c:v>
                </c:pt>
                <c:pt idx="263">
                  <c:v>15.78</c:v>
                </c:pt>
                <c:pt idx="264">
                  <c:v>15.84</c:v>
                </c:pt>
                <c:pt idx="265">
                  <c:v>15.9</c:v>
                </c:pt>
                <c:pt idx="266">
                  <c:v>15.96</c:v>
                </c:pt>
                <c:pt idx="267">
                  <c:v>16.02</c:v>
                </c:pt>
                <c:pt idx="268">
                  <c:v>16.08</c:v>
                </c:pt>
                <c:pt idx="269">
                  <c:v>16.14</c:v>
                </c:pt>
                <c:pt idx="270">
                  <c:v>16.2</c:v>
                </c:pt>
                <c:pt idx="271">
                  <c:v>16.26</c:v>
                </c:pt>
                <c:pt idx="272">
                  <c:v>16.32</c:v>
                </c:pt>
                <c:pt idx="273">
                  <c:v>16.38</c:v>
                </c:pt>
                <c:pt idx="274">
                  <c:v>16.44</c:v>
                </c:pt>
                <c:pt idx="275">
                  <c:v>16.5</c:v>
                </c:pt>
                <c:pt idx="276">
                  <c:v>16.56</c:v>
                </c:pt>
                <c:pt idx="277">
                  <c:v>16.62</c:v>
                </c:pt>
                <c:pt idx="278">
                  <c:v>16.68</c:v>
                </c:pt>
                <c:pt idx="279">
                  <c:v>16.74</c:v>
                </c:pt>
                <c:pt idx="280">
                  <c:v>16.8</c:v>
                </c:pt>
                <c:pt idx="281">
                  <c:v>16.86</c:v>
                </c:pt>
                <c:pt idx="282">
                  <c:v>16.92</c:v>
                </c:pt>
                <c:pt idx="283">
                  <c:v>16.98</c:v>
                </c:pt>
                <c:pt idx="284">
                  <c:v>17.04</c:v>
                </c:pt>
                <c:pt idx="285">
                  <c:v>17.1</c:v>
                </c:pt>
                <c:pt idx="286">
                  <c:v>17.16</c:v>
                </c:pt>
                <c:pt idx="287">
                  <c:v>17.22</c:v>
                </c:pt>
                <c:pt idx="288">
                  <c:v>17.28</c:v>
                </c:pt>
                <c:pt idx="289">
                  <c:v>17.34</c:v>
                </c:pt>
                <c:pt idx="290">
                  <c:v>17.4</c:v>
                </c:pt>
                <c:pt idx="291">
                  <c:v>17.46</c:v>
                </c:pt>
                <c:pt idx="292">
                  <c:v>17.52</c:v>
                </c:pt>
                <c:pt idx="293">
                  <c:v>17.58</c:v>
                </c:pt>
                <c:pt idx="294">
                  <c:v>17.64</c:v>
                </c:pt>
                <c:pt idx="295">
                  <c:v>17.7</c:v>
                </c:pt>
                <c:pt idx="296">
                  <c:v>17.76</c:v>
                </c:pt>
                <c:pt idx="297">
                  <c:v>17.82</c:v>
                </c:pt>
                <c:pt idx="298">
                  <c:v>17.88</c:v>
                </c:pt>
                <c:pt idx="299">
                  <c:v>17.94</c:v>
                </c:pt>
                <c:pt idx="300">
                  <c:v>18</c:v>
                </c:pt>
                <c:pt idx="301">
                  <c:v>18.06</c:v>
                </c:pt>
                <c:pt idx="302">
                  <c:v>18.12</c:v>
                </c:pt>
                <c:pt idx="303">
                  <c:v>18.18</c:v>
                </c:pt>
                <c:pt idx="304">
                  <c:v>18.24</c:v>
                </c:pt>
                <c:pt idx="305">
                  <c:v>18.3</c:v>
                </c:pt>
                <c:pt idx="306">
                  <c:v>18.36</c:v>
                </c:pt>
                <c:pt idx="307">
                  <c:v>18.42</c:v>
                </c:pt>
                <c:pt idx="308">
                  <c:v>18.48</c:v>
                </c:pt>
                <c:pt idx="309">
                  <c:v>18.54</c:v>
                </c:pt>
                <c:pt idx="310">
                  <c:v>18.6</c:v>
                </c:pt>
                <c:pt idx="311">
                  <c:v>18.66</c:v>
                </c:pt>
                <c:pt idx="312">
                  <c:v>18.72</c:v>
                </c:pt>
                <c:pt idx="313">
                  <c:v>18.78</c:v>
                </c:pt>
                <c:pt idx="314">
                  <c:v>18.84</c:v>
                </c:pt>
                <c:pt idx="315">
                  <c:v>18.9</c:v>
                </c:pt>
                <c:pt idx="316">
                  <c:v>18.96</c:v>
                </c:pt>
                <c:pt idx="317">
                  <c:v>19.02</c:v>
                </c:pt>
                <c:pt idx="318">
                  <c:v>19.08</c:v>
                </c:pt>
                <c:pt idx="319">
                  <c:v>19.14</c:v>
                </c:pt>
                <c:pt idx="320">
                  <c:v>19.2</c:v>
                </c:pt>
                <c:pt idx="321">
                  <c:v>19.26</c:v>
                </c:pt>
                <c:pt idx="322">
                  <c:v>19.32</c:v>
                </c:pt>
                <c:pt idx="323">
                  <c:v>19.38</c:v>
                </c:pt>
                <c:pt idx="324">
                  <c:v>19.44</c:v>
                </c:pt>
                <c:pt idx="325">
                  <c:v>19.5</c:v>
                </c:pt>
                <c:pt idx="326">
                  <c:v>19.56</c:v>
                </c:pt>
                <c:pt idx="327">
                  <c:v>19.62</c:v>
                </c:pt>
                <c:pt idx="328">
                  <c:v>19.68</c:v>
                </c:pt>
                <c:pt idx="329">
                  <c:v>19.74</c:v>
                </c:pt>
                <c:pt idx="330">
                  <c:v>19.8</c:v>
                </c:pt>
                <c:pt idx="331">
                  <c:v>19.86</c:v>
                </c:pt>
                <c:pt idx="332">
                  <c:v>19.92</c:v>
                </c:pt>
                <c:pt idx="333">
                  <c:v>19.98</c:v>
                </c:pt>
              </c:numCache>
            </c:numRef>
          </c:xVal>
          <c:yVal>
            <c:numRef>
              <c:f>'Chart Data'!$D$2:$D$335</c:f>
              <c:numCache>
                <c:formatCode>0.00</c:formatCode>
                <c:ptCount val="334"/>
                <c:pt idx="0">
                  <c:v>-0.068828578</c:v>
                </c:pt>
                <c:pt idx="1">
                  <c:v>-0.068614623</c:v>
                </c:pt>
                <c:pt idx="2">
                  <c:v>-0.067982313</c:v>
                </c:pt>
                <c:pt idx="3">
                  <c:v>-0.06694901</c:v>
                </c:pt>
                <c:pt idx="4">
                  <c:v>-0.065535968</c:v>
                </c:pt>
                <c:pt idx="5">
                  <c:v>-0.063768055</c:v>
                </c:pt>
                <c:pt idx="6">
                  <c:v>-0.061673374</c:v>
                </c:pt>
                <c:pt idx="7">
                  <c:v>-0.059282797</c:v>
                </c:pt>
                <c:pt idx="8">
                  <c:v>-0.056629402</c:v>
                </c:pt>
                <c:pt idx="9">
                  <c:v>-0.053747853</c:v>
                </c:pt>
                <c:pt idx="10">
                  <c:v>-0.050673726</c:v>
                </c:pt>
                <c:pt idx="11">
                  <c:v>-0.047442826</c:v>
                </c:pt>
                <c:pt idx="12">
                  <c:v>-0.04409051</c:v>
                </c:pt>
                <c:pt idx="13">
                  <c:v>-0.040651055</c:v>
                </c:pt>
                <c:pt idx="14">
                  <c:v>-0.037157094</c:v>
                </c:pt>
                <c:pt idx="15">
                  <c:v>-0.033639136</c:v>
                </c:pt>
                <c:pt idx="16">
                  <c:v>-0.030125193</c:v>
                </c:pt>
                <c:pt idx="17">
                  <c:v>-0.02664052</c:v>
                </c:pt>
                <c:pt idx="18">
                  <c:v>-0.023207457</c:v>
                </c:pt>
                <c:pt idx="19">
                  <c:v>-0.019845384</c:v>
                </c:pt>
                <c:pt idx="20">
                  <c:v>-0.016570763</c:v>
                </c:pt>
                <c:pt idx="21">
                  <c:v>-0.013397262</c:v>
                </c:pt>
                <c:pt idx="22">
                  <c:v>-0.01033594</c:v>
                </c:pt>
                <c:pt idx="23">
                  <c:v>-0.007395465</c:v>
                </c:pt>
                <c:pt idx="24">
                  <c:v>-0.004582379</c:v>
                </c:pt>
                <c:pt idx="25">
                  <c:v>-0.001901355</c:v>
                </c:pt>
                <c:pt idx="26">
                  <c:v>0.00064453</c:v>
                </c:pt>
                <c:pt idx="27">
                  <c:v>0.003053545</c:v>
                </c:pt>
                <c:pt idx="28">
                  <c:v>0.005325059</c:v>
                </c:pt>
                <c:pt idx="29">
                  <c:v>0.007459326</c:v>
                </c:pt>
                <c:pt idx="30">
                  <c:v>0.009457293</c:v>
                </c:pt>
                <c:pt idx="31">
                  <c:v>0.01132043</c:v>
                </c:pt>
                <c:pt idx="32">
                  <c:v>0.013050592</c:v>
                </c:pt>
                <c:pt idx="33">
                  <c:v>0.014649898</c:v>
                </c:pt>
                <c:pt idx="34">
                  <c:v>0.016120641</c:v>
                </c:pt>
                <c:pt idx="35">
                  <c:v>0.017465213</c:v>
                </c:pt>
                <c:pt idx="36">
                  <c:v>0.018686049</c:v>
                </c:pt>
                <c:pt idx="37">
                  <c:v>0.019785592</c:v>
                </c:pt>
                <c:pt idx="38">
                  <c:v>0.020766267</c:v>
                </c:pt>
                <c:pt idx="39">
                  <c:v>0.021630465</c:v>
                </c:pt>
                <c:pt idx="40">
                  <c:v>0.022380541</c:v>
                </c:pt>
                <c:pt idx="41">
                  <c:v>0.023018817</c:v>
                </c:pt>
                <c:pt idx="42">
                  <c:v>0.023547593</c:v>
                </c:pt>
                <c:pt idx="43">
                  <c:v>0.023969158</c:v>
                </c:pt>
                <c:pt idx="44">
                  <c:v>0.02428581</c:v>
                </c:pt>
                <c:pt idx="45">
                  <c:v>0.024499874</c:v>
                </c:pt>
                <c:pt idx="46">
                  <c:v>0.024613724</c:v>
                </c:pt>
                <c:pt idx="47">
                  <c:v>0.024629802</c:v>
                </c:pt>
                <c:pt idx="48">
                  <c:v>0.024550643</c:v>
                </c:pt>
                <c:pt idx="49">
                  <c:v>0.024378889</c:v>
                </c:pt>
                <c:pt idx="50">
                  <c:v>0.024117317</c:v>
                </c:pt>
                <c:pt idx="51">
                  <c:v>0.023768847</c:v>
                </c:pt>
                <c:pt idx="52">
                  <c:v>0.023336565</c:v>
                </c:pt>
                <c:pt idx="53">
                  <c:v>0.022823732</c:v>
                </c:pt>
                <c:pt idx="54">
                  <c:v>0.022233798</c:v>
                </c:pt>
                <c:pt idx="55">
                  <c:v>0.021570406</c:v>
                </c:pt>
                <c:pt idx="56">
                  <c:v>0.020837401</c:v>
                </c:pt>
                <c:pt idx="57">
                  <c:v>0.020038831</c:v>
                </c:pt>
                <c:pt idx="58">
                  <c:v>0.019178947</c:v>
                </c:pt>
                <c:pt idx="59">
                  <c:v>0.018262198</c:v>
                </c:pt>
                <c:pt idx="60">
                  <c:v>0.017293225</c:v>
                </c:pt>
                <c:pt idx="61">
                  <c:v>0.016276852</c:v>
                </c:pt>
                <c:pt idx="62">
                  <c:v>0.015218073</c:v>
                </c:pt>
                <c:pt idx="63">
                  <c:v>0.014122035</c:v>
                </c:pt>
                <c:pt idx="64">
                  <c:v>0.012994025</c:v>
                </c:pt>
                <c:pt idx="65">
                  <c:v>0.011839443</c:v>
                </c:pt>
                <c:pt idx="66">
                  <c:v>0.010663783</c:v>
                </c:pt>
                <c:pt idx="67">
                  <c:v>0.009472607</c:v>
                </c:pt>
                <c:pt idx="68">
                  <c:v>0.008271518</c:v>
                </c:pt>
                <c:pt idx="69">
                  <c:v>0.007066132</c:v>
                </c:pt>
                <c:pt idx="70">
                  <c:v>0.005862049</c:v>
                </c:pt>
                <c:pt idx="71">
                  <c:v>0.00466482</c:v>
                </c:pt>
                <c:pt idx="72">
                  <c:v>0.003479918</c:v>
                </c:pt>
                <c:pt idx="73">
                  <c:v>0.002312705</c:v>
                </c:pt>
                <c:pt idx="74">
                  <c:v>0.001168401</c:v>
                </c:pt>
                <c:pt idx="75">
                  <c:v>5.2051E-05</c:v>
                </c:pt>
                <c:pt idx="76">
                  <c:v>-0.001031503</c:v>
                </c:pt>
                <c:pt idx="77">
                  <c:v>-0.002077654</c:v>
                </c:pt>
                <c:pt idx="78">
                  <c:v>-0.003082058</c:v>
                </c:pt>
                <c:pt idx="79">
                  <c:v>-0.00404066</c:v>
                </c:pt>
                <c:pt idx="80">
                  <c:v>-0.004949718</c:v>
                </c:pt>
                <c:pt idx="81">
                  <c:v>-0.005805828</c:v>
                </c:pt>
                <c:pt idx="82">
                  <c:v>-0.006605943</c:v>
                </c:pt>
                <c:pt idx="83">
                  <c:v>-0.007347388</c:v>
                </c:pt>
                <c:pt idx="84">
                  <c:v>-0.008027877</c:v>
                </c:pt>
                <c:pt idx="85">
                  <c:v>-0.008645522</c:v>
                </c:pt>
                <c:pt idx="86">
                  <c:v>-0.009198842</c:v>
                </c:pt>
                <c:pt idx="87">
                  <c:v>-0.009686767</c:v>
                </c:pt>
                <c:pt idx="88">
                  <c:v>-0.010108637</c:v>
                </c:pt>
                <c:pt idx="89">
                  <c:v>-0.010464202</c:v>
                </c:pt>
                <c:pt idx="90">
                  <c:v>-0.010753614</c:v>
                </c:pt>
                <c:pt idx="91">
                  <c:v>-0.010977417</c:v>
                </c:pt>
                <c:pt idx="92">
                  <c:v>-0.011136533</c:v>
                </c:pt>
                <c:pt idx="93">
                  <c:v>-0.011232249</c:v>
                </c:pt>
                <c:pt idx="94">
                  <c:v>-0.011266194</c:v>
                </c:pt>
                <c:pt idx="95">
                  <c:v>-0.011240322</c:v>
                </c:pt>
                <c:pt idx="96">
                  <c:v>-0.011156881</c:v>
                </c:pt>
                <c:pt idx="97">
                  <c:v>-0.011018394</c:v>
                </c:pt>
                <c:pt idx="98">
                  <c:v>-0.010827627</c:v>
                </c:pt>
                <c:pt idx="99">
                  <c:v>-0.01058756</c:v>
                </c:pt>
                <c:pt idx="100">
                  <c:v>-0.010301359</c:v>
                </c:pt>
                <c:pt idx="101">
                  <c:v>-0.009972343</c:v>
                </c:pt>
                <c:pt idx="102">
                  <c:v>-0.009603957</c:v>
                </c:pt>
                <c:pt idx="103">
                  <c:v>-0.009199739</c:v>
                </c:pt>
                <c:pt idx="104">
                  <c:v>-0.00876329</c:v>
                </c:pt>
                <c:pt idx="105">
                  <c:v>-0.008298247</c:v>
                </c:pt>
                <c:pt idx="106">
                  <c:v>-0.007808257</c:v>
                </c:pt>
                <c:pt idx="107">
                  <c:v>-0.007296948</c:v>
                </c:pt>
                <c:pt idx="108">
                  <c:v>-0.006767905</c:v>
                </c:pt>
                <c:pt idx="109">
                  <c:v>-0.006224653</c:v>
                </c:pt>
                <c:pt idx="110">
                  <c:v>-0.00567063</c:v>
                </c:pt>
                <c:pt idx="111">
                  <c:v>-0.005109174</c:v>
                </c:pt>
                <c:pt idx="112">
                  <c:v>-0.004543505</c:v>
                </c:pt>
                <c:pt idx="113">
                  <c:v>-0.003976713</c:v>
                </c:pt>
                <c:pt idx="114">
                  <c:v>-0.003411744</c:v>
                </c:pt>
                <c:pt idx="115">
                  <c:v>-0.002851392</c:v>
                </c:pt>
                <c:pt idx="116">
                  <c:v>-0.002298294</c:v>
                </c:pt>
                <c:pt idx="117">
                  <c:v>-0.001754919</c:v>
                </c:pt>
                <c:pt idx="118">
                  <c:v>-0.001223569</c:v>
                </c:pt>
                <c:pt idx="119">
                  <c:v>-0.000706371</c:v>
                </c:pt>
                <c:pt idx="120">
                  <c:v>-0.000205283</c:v>
                </c:pt>
                <c:pt idx="121">
                  <c:v>0.000277911</c:v>
                </c:pt>
                <c:pt idx="122">
                  <c:v>0.000741598</c:v>
                </c:pt>
                <c:pt idx="123">
                  <c:v>0.001184336</c:v>
                </c:pt>
                <c:pt idx="124">
                  <c:v>0.001604846</c:v>
                </c:pt>
                <c:pt idx="125">
                  <c:v>0.002002013</c:v>
                </c:pt>
                <c:pt idx="126">
                  <c:v>0.002374882</c:v>
                </c:pt>
                <c:pt idx="127">
                  <c:v>0.002722649</c:v>
                </c:pt>
                <c:pt idx="128">
                  <c:v>0.003044661</c:v>
                </c:pt>
                <c:pt idx="129">
                  <c:v>0.003340408</c:v>
                </c:pt>
                <c:pt idx="130">
                  <c:v>0.003609518</c:v>
                </c:pt>
                <c:pt idx="131">
                  <c:v>0.003851754</c:v>
                </c:pt>
                <c:pt idx="132">
                  <c:v>0.004067003</c:v>
                </c:pt>
                <c:pt idx="133">
                  <c:v>0.004255277</c:v>
                </c:pt>
                <c:pt idx="134">
                  <c:v>0.004416703</c:v>
                </c:pt>
                <c:pt idx="135">
                  <c:v>0.004551521</c:v>
                </c:pt>
                <c:pt idx="136">
                  <c:v>0.004660072</c:v>
                </c:pt>
                <c:pt idx="137">
                  <c:v>0.004742801</c:v>
                </c:pt>
                <c:pt idx="138">
                  <c:v>0.004800246</c:v>
                </c:pt>
                <c:pt idx="139">
                  <c:v>0.004833032</c:v>
                </c:pt>
                <c:pt idx="140">
                  <c:v>0.00484187</c:v>
                </c:pt>
                <c:pt idx="141">
                  <c:v>0.004827547</c:v>
                </c:pt>
                <c:pt idx="142">
                  <c:v>0.004790923</c:v>
                </c:pt>
                <c:pt idx="143">
                  <c:v>0.004732927</c:v>
                </c:pt>
                <c:pt idx="144">
                  <c:v>0.004654546</c:v>
                </c:pt>
                <c:pt idx="145">
                  <c:v>0.004556825</c:v>
                </c:pt>
                <c:pt idx="146">
                  <c:v>0.004440861</c:v>
                </c:pt>
                <c:pt idx="147">
                  <c:v>0.004307792</c:v>
                </c:pt>
                <c:pt idx="148">
                  <c:v>0.004158799</c:v>
                </c:pt>
                <c:pt idx="149">
                  <c:v>0.003995096</c:v>
                </c:pt>
                <c:pt idx="150">
                  <c:v>0.003817923</c:v>
                </c:pt>
                <c:pt idx="151">
                  <c:v>0.003628544</c:v>
                </c:pt>
                <c:pt idx="152">
                  <c:v>0.003428241</c:v>
                </c:pt>
                <c:pt idx="153">
                  <c:v>0.003218304</c:v>
                </c:pt>
                <c:pt idx="154">
                  <c:v>0.003000031</c:v>
                </c:pt>
                <c:pt idx="155">
                  <c:v>0.002774719</c:v>
                </c:pt>
                <c:pt idx="156">
                  <c:v>0.002543659</c:v>
                </c:pt>
                <c:pt idx="157">
                  <c:v>0.002308131</c:v>
                </c:pt>
                <c:pt idx="158">
                  <c:v>0.002069398</c:v>
                </c:pt>
                <c:pt idx="159">
                  <c:v>0.001828701</c:v>
                </c:pt>
                <c:pt idx="160">
                  <c:v>0.001587255</c:v>
                </c:pt>
                <c:pt idx="161">
                  <c:v>0.001346242</c:v>
                </c:pt>
                <c:pt idx="162">
                  <c:v>0.001106808</c:v>
                </c:pt>
                <c:pt idx="163">
                  <c:v>0.000870059</c:v>
                </c:pt>
                <c:pt idx="164">
                  <c:v>0.000637052</c:v>
                </c:pt>
                <c:pt idx="165">
                  <c:v>0.000408799</c:v>
                </c:pt>
                <c:pt idx="166">
                  <c:v>0.000186256</c:v>
                </c:pt>
                <c:pt idx="167">
                  <c:v>-2.9677E-05</c:v>
                </c:pt>
                <c:pt idx="168">
                  <c:v>-0.000238158</c:v>
                </c:pt>
                <c:pt idx="169">
                  <c:v>-0.000438408</c:v>
                </c:pt>
                <c:pt idx="170">
                  <c:v>-0.000629714</c:v>
                </c:pt>
                <c:pt idx="171">
                  <c:v>-0.000811426</c:v>
                </c:pt>
                <c:pt idx="172">
                  <c:v>-0.000982965</c:v>
                </c:pt>
                <c:pt idx="173">
                  <c:v>-0.001143818</c:v>
                </c:pt>
                <c:pt idx="174">
                  <c:v>-0.001293544</c:v>
                </c:pt>
                <c:pt idx="175">
                  <c:v>-0.001431772</c:v>
                </c:pt>
                <c:pt idx="176">
                  <c:v>-0.001558199</c:v>
                </c:pt>
                <c:pt idx="177">
                  <c:v>-0.001672594</c:v>
                </c:pt>
                <c:pt idx="178">
                  <c:v>-0.001774792</c:v>
                </c:pt>
                <c:pt idx="179">
                  <c:v>-0.001864697</c:v>
                </c:pt>
                <c:pt idx="180">
                  <c:v>-0.001942279</c:v>
                </c:pt>
                <c:pt idx="181">
                  <c:v>-0.002007571</c:v>
                </c:pt>
                <c:pt idx="182">
                  <c:v>-0.002060669</c:v>
                </c:pt>
                <c:pt idx="183">
                  <c:v>-0.002101727</c:v>
                </c:pt>
                <c:pt idx="184">
                  <c:v>-0.002130957</c:v>
                </c:pt>
                <c:pt idx="185">
                  <c:v>-0.002148621</c:v>
                </c:pt>
                <c:pt idx="186">
                  <c:v>-0.002155036</c:v>
                </c:pt>
                <c:pt idx="187">
                  <c:v>-0.002150563</c:v>
                </c:pt>
                <c:pt idx="188">
                  <c:v>-0.002135605</c:v>
                </c:pt>
                <c:pt idx="189">
                  <c:v>-0.002110608</c:v>
                </c:pt>
                <c:pt idx="190">
                  <c:v>-0.002076051</c:v>
                </c:pt>
                <c:pt idx="191">
                  <c:v>-0.002032446</c:v>
                </c:pt>
                <c:pt idx="192">
                  <c:v>-0.001980332</c:v>
                </c:pt>
                <c:pt idx="193">
                  <c:v>-0.001920273</c:v>
                </c:pt>
                <c:pt idx="194">
                  <c:v>-0.001852852</c:v>
                </c:pt>
                <c:pt idx="195">
                  <c:v>-0.001778671</c:v>
                </c:pt>
                <c:pt idx="196">
                  <c:v>-0.00169834</c:v>
                </c:pt>
                <c:pt idx="197">
                  <c:v>-0.001612481</c:v>
                </c:pt>
                <c:pt idx="198">
                  <c:v>-0.00152172</c:v>
                </c:pt>
                <c:pt idx="199">
                  <c:v>-0.001426686</c:v>
                </c:pt>
                <c:pt idx="200">
                  <c:v>-0.001328003</c:v>
                </c:pt>
                <c:pt idx="201">
                  <c:v>-0.001226293</c:v>
                </c:pt>
                <c:pt idx="202">
                  <c:v>-0.00112217</c:v>
                </c:pt>
                <c:pt idx="203">
                  <c:v>-0.001016235</c:v>
                </c:pt>
                <c:pt idx="204">
                  <c:v>-0.000909078</c:v>
                </c:pt>
                <c:pt idx="205">
                  <c:v>-0.000801271</c:v>
                </c:pt>
                <c:pt idx="206">
                  <c:v>-0.000693368</c:v>
                </c:pt>
                <c:pt idx="207">
                  <c:v>-0.000585905</c:v>
                </c:pt>
                <c:pt idx="208">
                  <c:v>-0.000479393</c:v>
                </c:pt>
                <c:pt idx="209">
                  <c:v>-0.00037432</c:v>
                </c:pt>
                <c:pt idx="210">
                  <c:v>-0.000271149</c:v>
                </c:pt>
                <c:pt idx="211">
                  <c:v>-0.000170316</c:v>
                </c:pt>
                <c:pt idx="212">
                  <c:v>-7.2231E-05</c:v>
                </c:pt>
                <c:pt idx="213">
                  <c:v>2.2729E-05</c:v>
                </c:pt>
                <c:pt idx="214">
                  <c:v>0.000114211</c:v>
                </c:pt>
                <c:pt idx="215">
                  <c:v>0.000201896</c:v>
                </c:pt>
                <c:pt idx="216">
                  <c:v>0.000285494</c:v>
                </c:pt>
                <c:pt idx="217">
                  <c:v>0.000364744</c:v>
                </c:pt>
                <c:pt idx="218">
                  <c:v>0.000439418</c:v>
                </c:pt>
                <c:pt idx="219">
                  <c:v>0.000509317</c:v>
                </c:pt>
                <c:pt idx="220">
                  <c:v>0.000574273</c:v>
                </c:pt>
                <c:pt idx="221">
                  <c:v>0.000634148</c:v>
                </c:pt>
                <c:pt idx="222">
                  <c:v>0.000688832</c:v>
                </c:pt>
                <c:pt idx="223">
                  <c:v>0.000738246</c:v>
                </c:pt>
                <c:pt idx="224">
                  <c:v>0.000782337</c:v>
                </c:pt>
                <c:pt idx="225">
                  <c:v>0.000821081</c:v>
                </c:pt>
                <c:pt idx="226">
                  <c:v>0.00085448</c:v>
                </c:pt>
                <c:pt idx="227">
                  <c:v>0.000882561</c:v>
                </c:pt>
                <c:pt idx="228">
                  <c:v>0.000905375</c:v>
                </c:pt>
                <c:pt idx="229">
                  <c:v>0.000922998</c:v>
                </c:pt>
                <c:pt idx="230">
                  <c:v>0.000935527</c:v>
                </c:pt>
                <c:pt idx="231">
                  <c:v>0.00094308</c:v>
                </c:pt>
                <c:pt idx="232">
                  <c:v>0.000945794</c:v>
                </c:pt>
                <c:pt idx="233">
                  <c:v>0.000943825</c:v>
                </c:pt>
                <c:pt idx="234">
                  <c:v>0.000937347</c:v>
                </c:pt>
                <c:pt idx="235">
                  <c:v>0.000926546</c:v>
                </c:pt>
                <c:pt idx="236">
                  <c:v>0.000911626</c:v>
                </c:pt>
                <c:pt idx="237">
                  <c:v>0.000892802</c:v>
                </c:pt>
                <c:pt idx="238">
                  <c:v>0.000870299</c:v>
                </c:pt>
                <c:pt idx="239">
                  <c:v>0.000844355</c:v>
                </c:pt>
                <c:pt idx="240">
                  <c:v>0.000815212</c:v>
                </c:pt>
                <c:pt idx="241">
                  <c:v>0.000783123</c:v>
                </c:pt>
                <c:pt idx="242">
                  <c:v>0.000748345</c:v>
                </c:pt>
                <c:pt idx="243">
                  <c:v>0.000711139</c:v>
                </c:pt>
                <c:pt idx="244">
                  <c:v>0.000671767</c:v>
                </c:pt>
                <c:pt idx="245">
                  <c:v>0.000630497</c:v>
                </c:pt>
                <c:pt idx="246">
                  <c:v>0.000587592</c:v>
                </c:pt>
                <c:pt idx="247">
                  <c:v>0.000543317</c:v>
                </c:pt>
                <c:pt idx="248">
                  <c:v>0.000497935</c:v>
                </c:pt>
                <c:pt idx="249">
                  <c:v>0.000451703</c:v>
                </c:pt>
                <c:pt idx="250">
                  <c:v>0.000404875</c:v>
                </c:pt>
                <c:pt idx="251">
                  <c:v>0.000357699</c:v>
                </c:pt>
                <c:pt idx="252">
                  <c:v>0.000310417</c:v>
                </c:pt>
                <c:pt idx="253">
                  <c:v>0.000263262</c:v>
                </c:pt>
                <c:pt idx="254">
                  <c:v>0.000216459</c:v>
                </c:pt>
                <c:pt idx="255">
                  <c:v>0.000170224</c:v>
                </c:pt>
                <c:pt idx="256">
                  <c:v>0.000124764</c:v>
                </c:pt>
                <c:pt idx="257">
                  <c:v>8.0272E-05</c:v>
                </c:pt>
                <c:pt idx="258">
                  <c:v>3.6932E-05</c:v>
                </c:pt>
                <c:pt idx="259">
                  <c:v>-5.083E-06</c:v>
                </c:pt>
                <c:pt idx="260">
                  <c:v>-4.5614E-05</c:v>
                </c:pt>
                <c:pt idx="261">
                  <c:v>-8.4514E-05</c:v>
                </c:pt>
                <c:pt idx="262">
                  <c:v>-0.00012165</c:v>
                </c:pt>
                <c:pt idx="263">
                  <c:v>-0.000156901</c:v>
                </c:pt>
                <c:pt idx="264">
                  <c:v>-0.000190159</c:v>
                </c:pt>
                <c:pt idx="265">
                  <c:v>-0.00022133</c:v>
                </c:pt>
                <c:pt idx="266">
                  <c:v>-0.000250335</c:v>
                </c:pt>
                <c:pt idx="267">
                  <c:v>-0.000277106</c:v>
                </c:pt>
                <c:pt idx="268">
                  <c:v>-0.00030159</c:v>
                </c:pt>
                <c:pt idx="269">
                  <c:v>-0.000323745</c:v>
                </c:pt>
                <c:pt idx="270">
                  <c:v>-0.000343545</c:v>
                </c:pt>
                <c:pt idx="271">
                  <c:v>-0.000360973</c:v>
                </c:pt>
                <c:pt idx="272">
                  <c:v>-0.000376028</c:v>
                </c:pt>
                <c:pt idx="273">
                  <c:v>-0.000388716</c:v>
                </c:pt>
                <c:pt idx="274">
                  <c:v>-0.00039906</c:v>
                </c:pt>
                <c:pt idx="275">
                  <c:v>-0.00040709</c:v>
                </c:pt>
                <c:pt idx="276">
                  <c:v>-0.000412846</c:v>
                </c:pt>
                <c:pt idx="277">
                  <c:v>-0.000416381</c:v>
                </c:pt>
                <c:pt idx="278">
                  <c:v>-0.000417754</c:v>
                </c:pt>
                <c:pt idx="279">
                  <c:v>-0.000417035</c:v>
                </c:pt>
                <c:pt idx="280">
                  <c:v>-0.000414299</c:v>
                </c:pt>
                <c:pt idx="281">
                  <c:v>-0.000409632</c:v>
                </c:pt>
                <c:pt idx="282">
                  <c:v>-0.000403123</c:v>
                </c:pt>
                <c:pt idx="283">
                  <c:v>-0.000394869</c:v>
                </c:pt>
                <c:pt idx="284">
                  <c:v>-0.000384972</c:v>
                </c:pt>
                <c:pt idx="285">
                  <c:v>-0.000373537</c:v>
                </c:pt>
                <c:pt idx="286">
                  <c:v>-0.000360676</c:v>
                </c:pt>
                <c:pt idx="287">
                  <c:v>-0.0003465</c:v>
                </c:pt>
                <c:pt idx="288">
                  <c:v>-0.000331127</c:v>
                </c:pt>
                <c:pt idx="289">
                  <c:v>-0.000314672</c:v>
                </c:pt>
                <c:pt idx="290">
                  <c:v>-0.000297255</c:v>
                </c:pt>
                <c:pt idx="291">
                  <c:v>-0.000278996</c:v>
                </c:pt>
                <c:pt idx="292">
                  <c:v>-0.000260012</c:v>
                </c:pt>
                <c:pt idx="293">
                  <c:v>-0.000240422</c:v>
                </c:pt>
                <c:pt idx="294">
                  <c:v>-0.000220344</c:v>
                </c:pt>
                <c:pt idx="295">
                  <c:v>-0.000199894</c:v>
                </c:pt>
                <c:pt idx="296">
                  <c:v>-0.000179183</c:v>
                </c:pt>
                <c:pt idx="297">
                  <c:v>-0.000158323</c:v>
                </c:pt>
                <c:pt idx="298">
                  <c:v>-0.000137421</c:v>
                </c:pt>
                <c:pt idx="299">
                  <c:v>-0.000116581</c:v>
                </c:pt>
                <c:pt idx="300">
                  <c:v>-9.5902E-05</c:v>
                </c:pt>
                <c:pt idx="301">
                  <c:v>-7.5479E-05</c:v>
                </c:pt>
                <c:pt idx="302">
                  <c:v>-5.5405E-05</c:v>
                </c:pt>
                <c:pt idx="303">
                  <c:v>-3.5763E-05</c:v>
                </c:pt>
                <c:pt idx="304">
                  <c:v>-1.6635E-05</c:v>
                </c:pt>
                <c:pt idx="305">
                  <c:v>1.904E-06</c:v>
                </c:pt>
                <c:pt idx="306">
                  <c:v>1.9784E-05</c:v>
                </c:pt>
                <c:pt idx="307">
                  <c:v>3.694E-05</c:v>
                </c:pt>
                <c:pt idx="308">
                  <c:v>5.3316E-05</c:v>
                </c:pt>
                <c:pt idx="309">
                  <c:v>6.8857E-05</c:v>
                </c:pt>
                <c:pt idx="310">
                  <c:v>8.3519E-05</c:v>
                </c:pt>
                <c:pt idx="311">
                  <c:v>9.7259E-05</c:v>
                </c:pt>
                <c:pt idx="312">
                  <c:v>0.000110044</c:v>
                </c:pt>
                <c:pt idx="313">
                  <c:v>0.000121845</c:v>
                </c:pt>
                <c:pt idx="314">
                  <c:v>0.000132638</c:v>
                </c:pt>
                <c:pt idx="315">
                  <c:v>0.000142407</c:v>
                </c:pt>
                <c:pt idx="316">
                  <c:v>0.00015114</c:v>
                </c:pt>
                <c:pt idx="317">
                  <c:v>0.00015883</c:v>
                </c:pt>
                <c:pt idx="318">
                  <c:v>0.000165477</c:v>
                </c:pt>
                <c:pt idx="319">
                  <c:v>0.000171084</c:v>
                </c:pt>
                <c:pt idx="320">
                  <c:v>0.000175661</c:v>
                </c:pt>
                <c:pt idx="321">
                  <c:v>0.000179222</c:v>
                </c:pt>
                <c:pt idx="322">
                  <c:v>0.000181784</c:v>
                </c:pt>
                <c:pt idx="323">
                  <c:v>0.000183371</c:v>
                </c:pt>
                <c:pt idx="324">
                  <c:v>0.000184008</c:v>
                </c:pt>
                <c:pt idx="325">
                  <c:v>0.000183726</c:v>
                </c:pt>
                <c:pt idx="326">
                  <c:v>0.000182558</c:v>
                </c:pt>
                <c:pt idx="327">
                  <c:v>0.00018054</c:v>
                </c:pt>
                <c:pt idx="328">
                  <c:v>0.000177713</c:v>
                </c:pt>
                <c:pt idx="329">
                  <c:v>0.000174118</c:v>
                </c:pt>
                <c:pt idx="330">
                  <c:v>0.0001698</c:v>
                </c:pt>
                <c:pt idx="331">
                  <c:v>0.000164804</c:v>
                </c:pt>
                <c:pt idx="332">
                  <c:v>0.00015918</c:v>
                </c:pt>
                <c:pt idx="333">
                  <c:v>0.000152975</c:v>
                </c:pt>
              </c:numCache>
            </c:numRef>
          </c:yVal>
          <c:smooth val="0"/>
          <c:extLst>
            <c:ext uri="{C3380CC4-5D6E-409C-BE32-E72D297353CC}">
              <ns2:uniqueId val="{00000001-A39C-4451-8151-BF6E49079D1C}"/>
            </c:ext>
          </c:extLst>
        </c:ser>
        <c:ser>
          <c:idx val="2"/>
          <c:order val="2"/>
          <c:tx>
            <c:v>Zero</c:v>
          </c:tx>
          <c:spPr>
            <a:ln w="9525">
              <a:solidFill>
                <a:srgbClr val="536873"/>
              </a:solidFill>
              <a:prstDash val="dash"/>
            </a:ln>
          </c:spPr>
          <c:marker>
            <c:symbol val="none"/>
          </c:marker>
          <c:xVal>
            <c:numRef>
              <c:f>'Chart Data'!$E$2:$E$3</c:f>
              <c:numCache>
                <c:formatCode>General</c:formatCode>
                <c:ptCount val="2"/>
                <c:pt idx="0">
                  <c:v>0</c:v>
                </c:pt>
                <c:pt idx="1">
                  <c:v>20</c:v>
                </c:pt>
              </c:numCache>
            </c:numRef>
          </c:xVal>
          <c:yVal>
            <c:numRef>
              <c:f>'Chart Data'!$F$2:$F$3</c:f>
              <c:numCache>
                <c:formatCode>0.00</c:formatCode>
                <c:ptCount val="2"/>
                <c:pt idx="0">
                  <c:v>0</c:v>
                </c:pt>
                <c:pt idx="1">
                  <c:v>0</c:v>
                </c:pt>
              </c:numCache>
            </c:numRef>
          </c:yVal>
          <c:smooth val="0"/>
          <c:extLst>
            <c:ext uri="{C3380CC4-5D6E-409C-BE32-E72D297353CC}">
              <ns2:uniqueId val="{00000002-A39C-4451-8151-BF6E49079D1C}"/>
            </c:ext>
          </c:extLst>
        </c:ser>
        <c:ser>
          <c:idx val="3"/>
          <c:order val="3"/>
          <c:tx>
            <c:v>Crossing</c:v>
          </c:tx>
          <c:spPr>
            <a:ln w="9525">
              <a:solidFill>
                <a:srgbClr val="536873"/>
              </a:solidFill>
              <a:prstDash val="dash"/>
            </a:ln>
          </c:spPr>
          <c:marker>
            <c:symbol val="none"/>
          </c:marker>
          <c:xVal>
            <c:numRef>
              <c:f>'Chart Data'!$G$2:$G$3</c:f>
              <c:numCache>
                <c:formatCode>General</c:formatCode>
                <c:ptCount val="2"/>
                <c:pt idx="0">
                  <c:v>3.692233123</c:v>
                </c:pt>
                <c:pt idx="1">
                  <c:v>3.692233123</c:v>
                </c:pt>
              </c:numCache>
            </c:numRef>
          </c:xVal>
          <c:yVal>
            <c:numRef>
              <c:f>'Chart Data'!$H$2:$H$3</c:f>
              <c:numCache>
                <c:formatCode>0.00</c:formatCode>
                <c:ptCount val="2"/>
                <c:pt idx="0">
                  <c:v>-0.08</c:v>
                </c:pt>
                <c:pt idx="1">
                  <c:v>0.08</c:v>
                </c:pt>
              </c:numCache>
            </c:numRef>
          </c:yVal>
          <c:smooth val="0"/>
          <c:extLst>
            <c:ext uri="{C3380CC4-5D6E-409C-BE32-E72D297353CC}">
              <ns2:uniqueId val="{00000003-A39C-4451-8151-BF6E49079D1C}"/>
            </c:ext>
          </c:extLst>
        </c:ser>
        <c:ser>
          <c:idx val="4"/>
          <c:order val="4"/>
          <c:tx>
            <c:v>ATP at steady value</c:v>
          </c:tx>
          <c:spPr>
            <a:ln w="0">
              <a:noFill/>
            </a:ln>
          </c:spPr>
          <c:marker>
            <c:symbol val="circle"/>
            <c:size val="8"/>
            <c:spPr>
              <a:solidFill>
                <a:srgbClr val="087F8C"/>
              </a:solidFill>
            </c:spPr>
          </c:marker>
          <c:xVal>
            <c:numRef>
              <c:f>'Chart Data'!$I$2:$I$2</c:f>
              <c:numCache>
                <c:formatCode>General</c:formatCode>
                <c:ptCount val="1"/>
                <c:pt idx="0">
                  <c:v>3.692233123</c:v>
                </c:pt>
              </c:numCache>
            </c:numRef>
          </c:xVal>
          <c:yVal>
            <c:numRef>
              <c:f>'Chart Data'!$J$2:$J$2</c:f>
              <c:numCache>
                <c:formatCode>0.00</c:formatCode>
                <c:ptCount val="1"/>
                <c:pt idx="0">
                  <c:v>0</c:v>
                </c:pt>
              </c:numCache>
            </c:numRef>
          </c:yVal>
          <c:smooth val="0"/>
          <c:extLst>
            <c:ext uri="{C3380CC4-5D6E-409C-BE32-E72D297353CC}">
              <ns2:uniqueId val="{00000004-A39C-4451-8151-BF6E49079D1C}"/>
            </c:ext>
          </c:extLst>
        </c:ser>
        <c:ser>
          <c:idx val="5"/>
          <c:order val="5"/>
          <c:tx>
            <c:v>I still high</c:v>
          </c:tx>
          <c:spPr>
            <a:ln w="0">
              <a:noFill/>
            </a:ln>
          </c:spPr>
          <c:marker>
            <c:symbol val="circle"/>
            <c:size val="8"/>
            <c:spPr>
              <a:solidFill>
                <a:srgbClr val="C65C2A"/>
              </a:solidFill>
            </c:spPr>
          </c:marker>
          <c:xVal>
            <c:numRef>
              <c:f>'Chart Data'!$K$2:$K$2</c:f>
              <c:numCache>
                <c:formatCode>General</c:formatCode>
                <c:ptCount val="1"/>
                <c:pt idx="0">
                  <c:v>3.692233123</c:v>
                </c:pt>
              </c:numCache>
            </c:numRef>
          </c:xVal>
          <c:yVal>
            <c:numRef>
              <c:f>'Chart Data'!$L$2:$L$2</c:f>
              <c:numCache>
                <c:formatCode>0.00</c:formatCode>
                <c:ptCount val="1"/>
                <c:pt idx="0">
                  <c:v>0.015713003</c:v>
                </c:pt>
              </c:numCache>
            </c:numRef>
          </c:yVal>
          <c:smooth val="0"/>
          <c:extLst>
            <c:ext uri="{C3380CC4-5D6E-409C-BE32-E72D297353CC}">
              <ns2:uniqueId val="{00000005-A39C-4451-8151-BF6E49079D1C}"/>
            </c:ext>
          </c:extLst>
        </c:ser>
        <c:dLbls>
          <c:showLegendKey val="0"/>
          <c:showVal val="0"/>
          <c:showCatName val="0"/>
          <c:showSerName val="0"/>
          <c:showPercent val="0"/>
          <c:showBubbleSize val="0"/>
        </c:dLbls>
        <c:axId val="48650112"/>
        <c:axId val="48672768"/>
      </c:scatterChart>
      <c:valAx>
        <c:axId val="48672768"/>
        <c:scaling>
          <c:orientation val="minMax"/>
          <c:max val="0.09"/>
          <c:min val="-0.08"/>
        </c:scaling>
        <c:delete val="0"/>
        <c:axPos val="l"/>
        <c:majorGridlines>
          <c:spPr>
            <a:ln w="7620">
              <a:solidFill>
                <a:srgbClr val="D8DFDE"/>
              </a:solidFill>
            </a:ln>
          </c:spPr>
        </c:majorGridlines>
        <c:numFmt formatCode="0.00"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50112"/>
        <c:crosses val="autoZero"/>
        <c:crossBetween val="midCat"/>
        <c:majorUnit val="0.04"/>
      </c:valAx>
      <c:valAx>
        <c:axId val="48650112"/>
        <c:scaling>
          <c:orientation val="minMax"/>
          <c:max val="20"/>
          <c:min val="0"/>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72768"/>
        <c:crosses val="autoZero"/>
        <c:crossBetween val="midCat"/>
        <c:majorUnit val="5"/>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charts/chart4.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ATP</c:v>
          </c:tx>
          <c:spPr>
            <a:ln w="28575">
              <a:solidFill>
                <a:srgbClr val="087F8C"/>
              </a:solidFill>
              <a:prstDash val="solid"/>
            </a:ln>
          </c:spPr>
          <c:marker>
            <c:symbol val="none"/>
          </c:marker>
          <c:xVal>
            <c:numRef>
              <c:f>'Chart Data'!$A$2:$A$1002</c:f>
              <c:numCache>
                <c:formatCode>General</c:formatCode>
                <c:ptCount val="10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c:v>
                </c:pt>
                <c:pt idx="501">
                  <c:v>10.02</c:v>
                </c:pt>
                <c:pt idx="502">
                  <c:v>10.04</c:v>
                </c:pt>
                <c:pt idx="503">
                  <c:v>10.06</c:v>
                </c:pt>
                <c:pt idx="504">
                  <c:v>10.08</c:v>
                </c:pt>
                <c:pt idx="505">
                  <c:v>10.1</c:v>
                </c:pt>
                <c:pt idx="506">
                  <c:v>10.12</c:v>
                </c:pt>
                <c:pt idx="507">
                  <c:v>10.14</c:v>
                </c:pt>
                <c:pt idx="508">
                  <c:v>10.16</c:v>
                </c:pt>
                <c:pt idx="509">
                  <c:v>10.18</c:v>
                </c:pt>
                <c:pt idx="510">
                  <c:v>10.2</c:v>
                </c:pt>
                <c:pt idx="511">
                  <c:v>10.22</c:v>
                </c:pt>
                <c:pt idx="512">
                  <c:v>10.24</c:v>
                </c:pt>
                <c:pt idx="513">
                  <c:v>10.26</c:v>
                </c:pt>
                <c:pt idx="514">
                  <c:v>10.28</c:v>
                </c:pt>
                <c:pt idx="515">
                  <c:v>10.3</c:v>
                </c:pt>
                <c:pt idx="516">
                  <c:v>10.32</c:v>
                </c:pt>
                <c:pt idx="517">
                  <c:v>10.34</c:v>
                </c:pt>
                <c:pt idx="518">
                  <c:v>10.36</c:v>
                </c:pt>
                <c:pt idx="519">
                  <c:v>10.38</c:v>
                </c:pt>
                <c:pt idx="520">
                  <c:v>10.4</c:v>
                </c:pt>
                <c:pt idx="521">
                  <c:v>10.42</c:v>
                </c:pt>
                <c:pt idx="522">
                  <c:v>10.44</c:v>
                </c:pt>
                <c:pt idx="523">
                  <c:v>10.46</c:v>
                </c:pt>
                <c:pt idx="524">
                  <c:v>10.48</c:v>
                </c:pt>
                <c:pt idx="525">
                  <c:v>10.5</c:v>
                </c:pt>
                <c:pt idx="526">
                  <c:v>10.52</c:v>
                </c:pt>
                <c:pt idx="527">
                  <c:v>10.54</c:v>
                </c:pt>
                <c:pt idx="528">
                  <c:v>10.56</c:v>
                </c:pt>
                <c:pt idx="529">
                  <c:v>10.58</c:v>
                </c:pt>
                <c:pt idx="530">
                  <c:v>10.6</c:v>
                </c:pt>
                <c:pt idx="531">
                  <c:v>10.62</c:v>
                </c:pt>
                <c:pt idx="532">
                  <c:v>10.64</c:v>
                </c:pt>
                <c:pt idx="533">
                  <c:v>10.66</c:v>
                </c:pt>
                <c:pt idx="534">
                  <c:v>10.68</c:v>
                </c:pt>
                <c:pt idx="535">
                  <c:v>10.7</c:v>
                </c:pt>
                <c:pt idx="536">
                  <c:v>10.72</c:v>
                </c:pt>
                <c:pt idx="537">
                  <c:v>10.74</c:v>
                </c:pt>
                <c:pt idx="538">
                  <c:v>10.76</c:v>
                </c:pt>
                <c:pt idx="539">
                  <c:v>10.78</c:v>
                </c:pt>
                <c:pt idx="540">
                  <c:v>10.8</c:v>
                </c:pt>
                <c:pt idx="541">
                  <c:v>10.82</c:v>
                </c:pt>
                <c:pt idx="542">
                  <c:v>10.84</c:v>
                </c:pt>
                <c:pt idx="543">
                  <c:v>10.86</c:v>
                </c:pt>
                <c:pt idx="544">
                  <c:v>10.88</c:v>
                </c:pt>
                <c:pt idx="545">
                  <c:v>10.9</c:v>
                </c:pt>
                <c:pt idx="546">
                  <c:v>10.92</c:v>
                </c:pt>
                <c:pt idx="547">
                  <c:v>10.94</c:v>
                </c:pt>
                <c:pt idx="548">
                  <c:v>10.96</c:v>
                </c:pt>
                <c:pt idx="549">
                  <c:v>10.98</c:v>
                </c:pt>
                <c:pt idx="550">
                  <c:v>11</c:v>
                </c:pt>
                <c:pt idx="551">
                  <c:v>11.02</c:v>
                </c:pt>
                <c:pt idx="552">
                  <c:v>11.04</c:v>
                </c:pt>
                <c:pt idx="553">
                  <c:v>11.06</c:v>
                </c:pt>
                <c:pt idx="554">
                  <c:v>11.08</c:v>
                </c:pt>
                <c:pt idx="555">
                  <c:v>11.1</c:v>
                </c:pt>
                <c:pt idx="556">
                  <c:v>11.12</c:v>
                </c:pt>
                <c:pt idx="557">
                  <c:v>11.14</c:v>
                </c:pt>
                <c:pt idx="558">
                  <c:v>11.16</c:v>
                </c:pt>
                <c:pt idx="559">
                  <c:v>11.18</c:v>
                </c:pt>
                <c:pt idx="560">
                  <c:v>11.2</c:v>
                </c:pt>
                <c:pt idx="561">
                  <c:v>11.22</c:v>
                </c:pt>
                <c:pt idx="562">
                  <c:v>11.24</c:v>
                </c:pt>
                <c:pt idx="563">
                  <c:v>11.26</c:v>
                </c:pt>
                <c:pt idx="564">
                  <c:v>11.28</c:v>
                </c:pt>
                <c:pt idx="565">
                  <c:v>11.3</c:v>
                </c:pt>
                <c:pt idx="566">
                  <c:v>11.32</c:v>
                </c:pt>
                <c:pt idx="567">
                  <c:v>11.34</c:v>
                </c:pt>
                <c:pt idx="568">
                  <c:v>11.36</c:v>
                </c:pt>
                <c:pt idx="569">
                  <c:v>11.38</c:v>
                </c:pt>
                <c:pt idx="570">
                  <c:v>11.4</c:v>
                </c:pt>
                <c:pt idx="571">
                  <c:v>11.42</c:v>
                </c:pt>
                <c:pt idx="572">
                  <c:v>11.44</c:v>
                </c:pt>
                <c:pt idx="573">
                  <c:v>11.46</c:v>
                </c:pt>
                <c:pt idx="574">
                  <c:v>11.48</c:v>
                </c:pt>
                <c:pt idx="575">
                  <c:v>11.5</c:v>
                </c:pt>
                <c:pt idx="576">
                  <c:v>11.52</c:v>
                </c:pt>
                <c:pt idx="577">
                  <c:v>11.54</c:v>
                </c:pt>
                <c:pt idx="578">
                  <c:v>11.56</c:v>
                </c:pt>
                <c:pt idx="579">
                  <c:v>11.58</c:v>
                </c:pt>
                <c:pt idx="580">
                  <c:v>11.6</c:v>
                </c:pt>
                <c:pt idx="581">
                  <c:v>11.62</c:v>
                </c:pt>
                <c:pt idx="582">
                  <c:v>11.64</c:v>
                </c:pt>
                <c:pt idx="583">
                  <c:v>11.66</c:v>
                </c:pt>
                <c:pt idx="584">
                  <c:v>11.68</c:v>
                </c:pt>
                <c:pt idx="585">
                  <c:v>11.7</c:v>
                </c:pt>
                <c:pt idx="586">
                  <c:v>11.72</c:v>
                </c:pt>
                <c:pt idx="587">
                  <c:v>11.74</c:v>
                </c:pt>
                <c:pt idx="588">
                  <c:v>11.76</c:v>
                </c:pt>
                <c:pt idx="589">
                  <c:v>11.78</c:v>
                </c:pt>
                <c:pt idx="590">
                  <c:v>11.8</c:v>
                </c:pt>
                <c:pt idx="591">
                  <c:v>11.82</c:v>
                </c:pt>
                <c:pt idx="592">
                  <c:v>11.84</c:v>
                </c:pt>
                <c:pt idx="593">
                  <c:v>11.86</c:v>
                </c:pt>
                <c:pt idx="594">
                  <c:v>11.88</c:v>
                </c:pt>
                <c:pt idx="595">
                  <c:v>11.9</c:v>
                </c:pt>
                <c:pt idx="596">
                  <c:v>11.92</c:v>
                </c:pt>
                <c:pt idx="597">
                  <c:v>11.94</c:v>
                </c:pt>
                <c:pt idx="598">
                  <c:v>11.96</c:v>
                </c:pt>
                <c:pt idx="599">
                  <c:v>11.98</c:v>
                </c:pt>
                <c:pt idx="600">
                  <c:v>12</c:v>
                </c:pt>
                <c:pt idx="601">
                  <c:v>12.02</c:v>
                </c:pt>
                <c:pt idx="602">
                  <c:v>12.04</c:v>
                </c:pt>
                <c:pt idx="603">
                  <c:v>12.06</c:v>
                </c:pt>
                <c:pt idx="604">
                  <c:v>12.08</c:v>
                </c:pt>
                <c:pt idx="605">
                  <c:v>12.1</c:v>
                </c:pt>
                <c:pt idx="606">
                  <c:v>12.12</c:v>
                </c:pt>
                <c:pt idx="607">
                  <c:v>12.14</c:v>
                </c:pt>
                <c:pt idx="608">
                  <c:v>12.16</c:v>
                </c:pt>
                <c:pt idx="609">
                  <c:v>12.18</c:v>
                </c:pt>
                <c:pt idx="610">
                  <c:v>12.2</c:v>
                </c:pt>
                <c:pt idx="611">
                  <c:v>12.22</c:v>
                </c:pt>
                <c:pt idx="612">
                  <c:v>12.24</c:v>
                </c:pt>
                <c:pt idx="613">
                  <c:v>12.26</c:v>
                </c:pt>
                <c:pt idx="614">
                  <c:v>12.28</c:v>
                </c:pt>
                <c:pt idx="615">
                  <c:v>12.3</c:v>
                </c:pt>
                <c:pt idx="616">
                  <c:v>12.32</c:v>
                </c:pt>
                <c:pt idx="617">
                  <c:v>12.34</c:v>
                </c:pt>
                <c:pt idx="618">
                  <c:v>12.36</c:v>
                </c:pt>
                <c:pt idx="619">
                  <c:v>12.38</c:v>
                </c:pt>
                <c:pt idx="620">
                  <c:v>12.4</c:v>
                </c:pt>
                <c:pt idx="621">
                  <c:v>12.42</c:v>
                </c:pt>
                <c:pt idx="622">
                  <c:v>12.44</c:v>
                </c:pt>
                <c:pt idx="623">
                  <c:v>12.46</c:v>
                </c:pt>
                <c:pt idx="624">
                  <c:v>12.48</c:v>
                </c:pt>
                <c:pt idx="625">
                  <c:v>12.5</c:v>
                </c:pt>
                <c:pt idx="626">
                  <c:v>12.52</c:v>
                </c:pt>
                <c:pt idx="627">
                  <c:v>12.54</c:v>
                </c:pt>
                <c:pt idx="628">
                  <c:v>12.56</c:v>
                </c:pt>
                <c:pt idx="629">
                  <c:v>12.58</c:v>
                </c:pt>
                <c:pt idx="630">
                  <c:v>12.6</c:v>
                </c:pt>
                <c:pt idx="631">
                  <c:v>12.62</c:v>
                </c:pt>
                <c:pt idx="632">
                  <c:v>12.64</c:v>
                </c:pt>
                <c:pt idx="633">
                  <c:v>12.66</c:v>
                </c:pt>
                <c:pt idx="634">
                  <c:v>12.68</c:v>
                </c:pt>
                <c:pt idx="635">
                  <c:v>12.7</c:v>
                </c:pt>
                <c:pt idx="636">
                  <c:v>12.72</c:v>
                </c:pt>
                <c:pt idx="637">
                  <c:v>12.74</c:v>
                </c:pt>
                <c:pt idx="638">
                  <c:v>12.76</c:v>
                </c:pt>
                <c:pt idx="639">
                  <c:v>12.78</c:v>
                </c:pt>
                <c:pt idx="640">
                  <c:v>12.8</c:v>
                </c:pt>
                <c:pt idx="641">
                  <c:v>12.82</c:v>
                </c:pt>
                <c:pt idx="642">
                  <c:v>12.84</c:v>
                </c:pt>
                <c:pt idx="643">
                  <c:v>12.86</c:v>
                </c:pt>
                <c:pt idx="644">
                  <c:v>12.88</c:v>
                </c:pt>
                <c:pt idx="645">
                  <c:v>12.9</c:v>
                </c:pt>
                <c:pt idx="646">
                  <c:v>12.92</c:v>
                </c:pt>
                <c:pt idx="647">
                  <c:v>12.94</c:v>
                </c:pt>
                <c:pt idx="648">
                  <c:v>12.96</c:v>
                </c:pt>
                <c:pt idx="649">
                  <c:v>12.98</c:v>
                </c:pt>
                <c:pt idx="650">
                  <c:v>13</c:v>
                </c:pt>
                <c:pt idx="651">
                  <c:v>13.02</c:v>
                </c:pt>
                <c:pt idx="652">
                  <c:v>13.04</c:v>
                </c:pt>
                <c:pt idx="653">
                  <c:v>13.06</c:v>
                </c:pt>
                <c:pt idx="654">
                  <c:v>13.08</c:v>
                </c:pt>
                <c:pt idx="655">
                  <c:v>13.1</c:v>
                </c:pt>
                <c:pt idx="656">
                  <c:v>13.12</c:v>
                </c:pt>
                <c:pt idx="657">
                  <c:v>13.14</c:v>
                </c:pt>
                <c:pt idx="658">
                  <c:v>13.16</c:v>
                </c:pt>
                <c:pt idx="659">
                  <c:v>13.18</c:v>
                </c:pt>
                <c:pt idx="660">
                  <c:v>13.2</c:v>
                </c:pt>
                <c:pt idx="661">
                  <c:v>13.22</c:v>
                </c:pt>
                <c:pt idx="662">
                  <c:v>13.24</c:v>
                </c:pt>
                <c:pt idx="663">
                  <c:v>13.26</c:v>
                </c:pt>
                <c:pt idx="664">
                  <c:v>13.28</c:v>
                </c:pt>
                <c:pt idx="665">
                  <c:v>13.3</c:v>
                </c:pt>
                <c:pt idx="666">
                  <c:v>13.32</c:v>
                </c:pt>
                <c:pt idx="667">
                  <c:v>13.34</c:v>
                </c:pt>
                <c:pt idx="668">
                  <c:v>13.36</c:v>
                </c:pt>
                <c:pt idx="669">
                  <c:v>13.38</c:v>
                </c:pt>
                <c:pt idx="670">
                  <c:v>13.4</c:v>
                </c:pt>
                <c:pt idx="671">
                  <c:v>13.42</c:v>
                </c:pt>
                <c:pt idx="672">
                  <c:v>13.44</c:v>
                </c:pt>
                <c:pt idx="673">
                  <c:v>13.46</c:v>
                </c:pt>
                <c:pt idx="674">
                  <c:v>13.48</c:v>
                </c:pt>
                <c:pt idx="675">
                  <c:v>13.5</c:v>
                </c:pt>
                <c:pt idx="676">
                  <c:v>13.52</c:v>
                </c:pt>
                <c:pt idx="677">
                  <c:v>13.54</c:v>
                </c:pt>
                <c:pt idx="678">
                  <c:v>13.56</c:v>
                </c:pt>
                <c:pt idx="679">
                  <c:v>13.58</c:v>
                </c:pt>
                <c:pt idx="680">
                  <c:v>13.6</c:v>
                </c:pt>
                <c:pt idx="681">
                  <c:v>13.62</c:v>
                </c:pt>
                <c:pt idx="682">
                  <c:v>13.64</c:v>
                </c:pt>
                <c:pt idx="683">
                  <c:v>13.66</c:v>
                </c:pt>
                <c:pt idx="684">
                  <c:v>13.68</c:v>
                </c:pt>
                <c:pt idx="685">
                  <c:v>13.7</c:v>
                </c:pt>
                <c:pt idx="686">
                  <c:v>13.72</c:v>
                </c:pt>
                <c:pt idx="687">
                  <c:v>13.74</c:v>
                </c:pt>
                <c:pt idx="688">
                  <c:v>13.76</c:v>
                </c:pt>
                <c:pt idx="689">
                  <c:v>13.78</c:v>
                </c:pt>
                <c:pt idx="690">
                  <c:v>13.8</c:v>
                </c:pt>
                <c:pt idx="691">
                  <c:v>13.82</c:v>
                </c:pt>
                <c:pt idx="692">
                  <c:v>13.84</c:v>
                </c:pt>
                <c:pt idx="693">
                  <c:v>13.86</c:v>
                </c:pt>
                <c:pt idx="694">
                  <c:v>13.88</c:v>
                </c:pt>
                <c:pt idx="695">
                  <c:v>13.9</c:v>
                </c:pt>
                <c:pt idx="696">
                  <c:v>13.92</c:v>
                </c:pt>
                <c:pt idx="697">
                  <c:v>13.94</c:v>
                </c:pt>
                <c:pt idx="698">
                  <c:v>13.96</c:v>
                </c:pt>
                <c:pt idx="699">
                  <c:v>13.98</c:v>
                </c:pt>
                <c:pt idx="700">
                  <c:v>14</c:v>
                </c:pt>
                <c:pt idx="701">
                  <c:v>14.02</c:v>
                </c:pt>
                <c:pt idx="702">
                  <c:v>14.04</c:v>
                </c:pt>
                <c:pt idx="703">
                  <c:v>14.06</c:v>
                </c:pt>
                <c:pt idx="704">
                  <c:v>14.08</c:v>
                </c:pt>
                <c:pt idx="705">
                  <c:v>14.1</c:v>
                </c:pt>
                <c:pt idx="706">
                  <c:v>14.12</c:v>
                </c:pt>
                <c:pt idx="707">
                  <c:v>14.14</c:v>
                </c:pt>
                <c:pt idx="708">
                  <c:v>14.16</c:v>
                </c:pt>
                <c:pt idx="709">
                  <c:v>14.18</c:v>
                </c:pt>
                <c:pt idx="710">
                  <c:v>14.2</c:v>
                </c:pt>
                <c:pt idx="711">
                  <c:v>14.22</c:v>
                </c:pt>
                <c:pt idx="712">
                  <c:v>14.24</c:v>
                </c:pt>
                <c:pt idx="713">
                  <c:v>14.26</c:v>
                </c:pt>
                <c:pt idx="714">
                  <c:v>14.28</c:v>
                </c:pt>
                <c:pt idx="715">
                  <c:v>14.3</c:v>
                </c:pt>
                <c:pt idx="716">
                  <c:v>14.32</c:v>
                </c:pt>
                <c:pt idx="717">
                  <c:v>14.34</c:v>
                </c:pt>
                <c:pt idx="718">
                  <c:v>14.36</c:v>
                </c:pt>
                <c:pt idx="719">
                  <c:v>14.38</c:v>
                </c:pt>
                <c:pt idx="720">
                  <c:v>14.4</c:v>
                </c:pt>
                <c:pt idx="721">
                  <c:v>14.42</c:v>
                </c:pt>
                <c:pt idx="722">
                  <c:v>14.44</c:v>
                </c:pt>
                <c:pt idx="723">
                  <c:v>14.46</c:v>
                </c:pt>
                <c:pt idx="724">
                  <c:v>14.48</c:v>
                </c:pt>
                <c:pt idx="725">
                  <c:v>14.5</c:v>
                </c:pt>
                <c:pt idx="726">
                  <c:v>14.52</c:v>
                </c:pt>
                <c:pt idx="727">
                  <c:v>14.54</c:v>
                </c:pt>
                <c:pt idx="728">
                  <c:v>14.56</c:v>
                </c:pt>
                <c:pt idx="729">
                  <c:v>14.58</c:v>
                </c:pt>
                <c:pt idx="730">
                  <c:v>14.6</c:v>
                </c:pt>
                <c:pt idx="731">
                  <c:v>14.62</c:v>
                </c:pt>
                <c:pt idx="732">
                  <c:v>14.64</c:v>
                </c:pt>
                <c:pt idx="733">
                  <c:v>14.66</c:v>
                </c:pt>
                <c:pt idx="734">
                  <c:v>14.68</c:v>
                </c:pt>
                <c:pt idx="735">
                  <c:v>14.7</c:v>
                </c:pt>
                <c:pt idx="736">
                  <c:v>14.72</c:v>
                </c:pt>
                <c:pt idx="737">
                  <c:v>14.74</c:v>
                </c:pt>
                <c:pt idx="738">
                  <c:v>14.76</c:v>
                </c:pt>
                <c:pt idx="739">
                  <c:v>14.78</c:v>
                </c:pt>
                <c:pt idx="740">
                  <c:v>14.8</c:v>
                </c:pt>
                <c:pt idx="741">
                  <c:v>14.82</c:v>
                </c:pt>
                <c:pt idx="742">
                  <c:v>14.84</c:v>
                </c:pt>
                <c:pt idx="743">
                  <c:v>14.86</c:v>
                </c:pt>
                <c:pt idx="744">
                  <c:v>14.88</c:v>
                </c:pt>
                <c:pt idx="745">
                  <c:v>14.9</c:v>
                </c:pt>
                <c:pt idx="746">
                  <c:v>14.92</c:v>
                </c:pt>
                <c:pt idx="747">
                  <c:v>14.94</c:v>
                </c:pt>
                <c:pt idx="748">
                  <c:v>14.96</c:v>
                </c:pt>
                <c:pt idx="749">
                  <c:v>14.98</c:v>
                </c:pt>
                <c:pt idx="750">
                  <c:v>15</c:v>
                </c:pt>
                <c:pt idx="751">
                  <c:v>15.02</c:v>
                </c:pt>
                <c:pt idx="752">
                  <c:v>15.04</c:v>
                </c:pt>
                <c:pt idx="753">
                  <c:v>15.06</c:v>
                </c:pt>
                <c:pt idx="754">
                  <c:v>15.08</c:v>
                </c:pt>
                <c:pt idx="755">
                  <c:v>15.1</c:v>
                </c:pt>
                <c:pt idx="756">
                  <c:v>15.12</c:v>
                </c:pt>
                <c:pt idx="757">
                  <c:v>15.14</c:v>
                </c:pt>
                <c:pt idx="758">
                  <c:v>15.16</c:v>
                </c:pt>
                <c:pt idx="759">
                  <c:v>15.18</c:v>
                </c:pt>
                <c:pt idx="760">
                  <c:v>15.2</c:v>
                </c:pt>
                <c:pt idx="761">
                  <c:v>15.22</c:v>
                </c:pt>
                <c:pt idx="762">
                  <c:v>15.24</c:v>
                </c:pt>
                <c:pt idx="763">
                  <c:v>15.26</c:v>
                </c:pt>
                <c:pt idx="764">
                  <c:v>15.28</c:v>
                </c:pt>
                <c:pt idx="765">
                  <c:v>15.3</c:v>
                </c:pt>
                <c:pt idx="766">
                  <c:v>15.32</c:v>
                </c:pt>
                <c:pt idx="767">
                  <c:v>15.34</c:v>
                </c:pt>
                <c:pt idx="768">
                  <c:v>15.36</c:v>
                </c:pt>
                <c:pt idx="769">
                  <c:v>15.38</c:v>
                </c:pt>
                <c:pt idx="770">
                  <c:v>15.4</c:v>
                </c:pt>
                <c:pt idx="771">
                  <c:v>15.42</c:v>
                </c:pt>
                <c:pt idx="772">
                  <c:v>15.44</c:v>
                </c:pt>
                <c:pt idx="773">
                  <c:v>15.46</c:v>
                </c:pt>
                <c:pt idx="774">
                  <c:v>15.48</c:v>
                </c:pt>
                <c:pt idx="775">
                  <c:v>15.5</c:v>
                </c:pt>
                <c:pt idx="776">
                  <c:v>15.52</c:v>
                </c:pt>
                <c:pt idx="777">
                  <c:v>15.54</c:v>
                </c:pt>
                <c:pt idx="778">
                  <c:v>15.56</c:v>
                </c:pt>
                <c:pt idx="779">
                  <c:v>15.58</c:v>
                </c:pt>
                <c:pt idx="780">
                  <c:v>15.6</c:v>
                </c:pt>
                <c:pt idx="781">
                  <c:v>15.62</c:v>
                </c:pt>
                <c:pt idx="782">
                  <c:v>15.64</c:v>
                </c:pt>
                <c:pt idx="783">
                  <c:v>15.66</c:v>
                </c:pt>
                <c:pt idx="784">
                  <c:v>15.68</c:v>
                </c:pt>
                <c:pt idx="785">
                  <c:v>15.7</c:v>
                </c:pt>
                <c:pt idx="786">
                  <c:v>15.72</c:v>
                </c:pt>
                <c:pt idx="787">
                  <c:v>15.74</c:v>
                </c:pt>
                <c:pt idx="788">
                  <c:v>15.76</c:v>
                </c:pt>
                <c:pt idx="789">
                  <c:v>15.78</c:v>
                </c:pt>
                <c:pt idx="790">
                  <c:v>15.8</c:v>
                </c:pt>
                <c:pt idx="791">
                  <c:v>15.82</c:v>
                </c:pt>
                <c:pt idx="792">
                  <c:v>15.84</c:v>
                </c:pt>
                <c:pt idx="793">
                  <c:v>15.86</c:v>
                </c:pt>
                <c:pt idx="794">
                  <c:v>15.88</c:v>
                </c:pt>
                <c:pt idx="795">
                  <c:v>15.9</c:v>
                </c:pt>
                <c:pt idx="796">
                  <c:v>15.92</c:v>
                </c:pt>
                <c:pt idx="797">
                  <c:v>15.94</c:v>
                </c:pt>
                <c:pt idx="798">
                  <c:v>15.96</c:v>
                </c:pt>
                <c:pt idx="799">
                  <c:v>15.98</c:v>
                </c:pt>
                <c:pt idx="800">
                  <c:v>16</c:v>
                </c:pt>
                <c:pt idx="801">
                  <c:v>16.02</c:v>
                </c:pt>
                <c:pt idx="802">
                  <c:v>16.04</c:v>
                </c:pt>
                <c:pt idx="803">
                  <c:v>16.06</c:v>
                </c:pt>
                <c:pt idx="804">
                  <c:v>16.08</c:v>
                </c:pt>
                <c:pt idx="805">
                  <c:v>16.1</c:v>
                </c:pt>
                <c:pt idx="806">
                  <c:v>16.12</c:v>
                </c:pt>
                <c:pt idx="807">
                  <c:v>16.14</c:v>
                </c:pt>
                <c:pt idx="808">
                  <c:v>16.16</c:v>
                </c:pt>
                <c:pt idx="809">
                  <c:v>16.18</c:v>
                </c:pt>
                <c:pt idx="810">
                  <c:v>16.2</c:v>
                </c:pt>
                <c:pt idx="811">
                  <c:v>16.22</c:v>
                </c:pt>
                <c:pt idx="812">
                  <c:v>16.24</c:v>
                </c:pt>
                <c:pt idx="813">
                  <c:v>16.26</c:v>
                </c:pt>
                <c:pt idx="814">
                  <c:v>16.28</c:v>
                </c:pt>
                <c:pt idx="815">
                  <c:v>16.3</c:v>
                </c:pt>
                <c:pt idx="816">
                  <c:v>16.32</c:v>
                </c:pt>
                <c:pt idx="817">
                  <c:v>16.34</c:v>
                </c:pt>
                <c:pt idx="818">
                  <c:v>16.36</c:v>
                </c:pt>
                <c:pt idx="819">
                  <c:v>16.38</c:v>
                </c:pt>
                <c:pt idx="820">
                  <c:v>16.4</c:v>
                </c:pt>
                <c:pt idx="821">
                  <c:v>16.42</c:v>
                </c:pt>
                <c:pt idx="822">
                  <c:v>16.44</c:v>
                </c:pt>
                <c:pt idx="823">
                  <c:v>16.46</c:v>
                </c:pt>
                <c:pt idx="824">
                  <c:v>16.48</c:v>
                </c:pt>
                <c:pt idx="825">
                  <c:v>16.5</c:v>
                </c:pt>
                <c:pt idx="826">
                  <c:v>16.52</c:v>
                </c:pt>
                <c:pt idx="827">
                  <c:v>16.54</c:v>
                </c:pt>
                <c:pt idx="828">
                  <c:v>16.56</c:v>
                </c:pt>
                <c:pt idx="829">
                  <c:v>16.58</c:v>
                </c:pt>
                <c:pt idx="830">
                  <c:v>16.6</c:v>
                </c:pt>
                <c:pt idx="831">
                  <c:v>16.62</c:v>
                </c:pt>
                <c:pt idx="832">
                  <c:v>16.64</c:v>
                </c:pt>
                <c:pt idx="833">
                  <c:v>16.66</c:v>
                </c:pt>
                <c:pt idx="834">
                  <c:v>16.68</c:v>
                </c:pt>
                <c:pt idx="835">
                  <c:v>16.7</c:v>
                </c:pt>
                <c:pt idx="836">
                  <c:v>16.72</c:v>
                </c:pt>
                <c:pt idx="837">
                  <c:v>16.74</c:v>
                </c:pt>
                <c:pt idx="838">
                  <c:v>16.76</c:v>
                </c:pt>
                <c:pt idx="839">
                  <c:v>16.78</c:v>
                </c:pt>
                <c:pt idx="840">
                  <c:v>16.8</c:v>
                </c:pt>
                <c:pt idx="841">
                  <c:v>16.82</c:v>
                </c:pt>
                <c:pt idx="842">
                  <c:v>16.84</c:v>
                </c:pt>
                <c:pt idx="843">
                  <c:v>16.86</c:v>
                </c:pt>
                <c:pt idx="844">
                  <c:v>16.88</c:v>
                </c:pt>
                <c:pt idx="845">
                  <c:v>16.9</c:v>
                </c:pt>
                <c:pt idx="846">
                  <c:v>16.92</c:v>
                </c:pt>
                <c:pt idx="847">
                  <c:v>16.94</c:v>
                </c:pt>
                <c:pt idx="848">
                  <c:v>16.96</c:v>
                </c:pt>
                <c:pt idx="849">
                  <c:v>16.98</c:v>
                </c:pt>
                <c:pt idx="850">
                  <c:v>17</c:v>
                </c:pt>
                <c:pt idx="851">
                  <c:v>17.02</c:v>
                </c:pt>
                <c:pt idx="852">
                  <c:v>17.04</c:v>
                </c:pt>
                <c:pt idx="853">
                  <c:v>17.06</c:v>
                </c:pt>
                <c:pt idx="854">
                  <c:v>17.08</c:v>
                </c:pt>
                <c:pt idx="855">
                  <c:v>17.1</c:v>
                </c:pt>
                <c:pt idx="856">
                  <c:v>17.12</c:v>
                </c:pt>
                <c:pt idx="857">
                  <c:v>17.14</c:v>
                </c:pt>
                <c:pt idx="858">
                  <c:v>17.16</c:v>
                </c:pt>
                <c:pt idx="859">
                  <c:v>17.18</c:v>
                </c:pt>
                <c:pt idx="860">
                  <c:v>17.2</c:v>
                </c:pt>
                <c:pt idx="861">
                  <c:v>17.22</c:v>
                </c:pt>
                <c:pt idx="862">
                  <c:v>17.24</c:v>
                </c:pt>
                <c:pt idx="863">
                  <c:v>17.26</c:v>
                </c:pt>
                <c:pt idx="864">
                  <c:v>17.28</c:v>
                </c:pt>
                <c:pt idx="865">
                  <c:v>17.3</c:v>
                </c:pt>
                <c:pt idx="866">
                  <c:v>17.32</c:v>
                </c:pt>
                <c:pt idx="867">
                  <c:v>17.34</c:v>
                </c:pt>
                <c:pt idx="868">
                  <c:v>17.36</c:v>
                </c:pt>
                <c:pt idx="869">
                  <c:v>17.38</c:v>
                </c:pt>
                <c:pt idx="870">
                  <c:v>17.4</c:v>
                </c:pt>
                <c:pt idx="871">
                  <c:v>17.42</c:v>
                </c:pt>
                <c:pt idx="872">
                  <c:v>17.44</c:v>
                </c:pt>
                <c:pt idx="873">
                  <c:v>17.46</c:v>
                </c:pt>
                <c:pt idx="874">
                  <c:v>17.48</c:v>
                </c:pt>
                <c:pt idx="875">
                  <c:v>17.5</c:v>
                </c:pt>
                <c:pt idx="876">
                  <c:v>17.52</c:v>
                </c:pt>
                <c:pt idx="877">
                  <c:v>17.54</c:v>
                </c:pt>
                <c:pt idx="878">
                  <c:v>17.56</c:v>
                </c:pt>
                <c:pt idx="879">
                  <c:v>17.58</c:v>
                </c:pt>
                <c:pt idx="880">
                  <c:v>17.6</c:v>
                </c:pt>
                <c:pt idx="881">
                  <c:v>17.62</c:v>
                </c:pt>
                <c:pt idx="882">
                  <c:v>17.64</c:v>
                </c:pt>
                <c:pt idx="883">
                  <c:v>17.66</c:v>
                </c:pt>
                <c:pt idx="884">
                  <c:v>17.68</c:v>
                </c:pt>
                <c:pt idx="885">
                  <c:v>17.7</c:v>
                </c:pt>
                <c:pt idx="886">
                  <c:v>17.72</c:v>
                </c:pt>
                <c:pt idx="887">
                  <c:v>17.74</c:v>
                </c:pt>
                <c:pt idx="888">
                  <c:v>17.76</c:v>
                </c:pt>
                <c:pt idx="889">
                  <c:v>17.78</c:v>
                </c:pt>
                <c:pt idx="890">
                  <c:v>17.8</c:v>
                </c:pt>
                <c:pt idx="891">
                  <c:v>17.82</c:v>
                </c:pt>
                <c:pt idx="892">
                  <c:v>17.84</c:v>
                </c:pt>
                <c:pt idx="893">
                  <c:v>17.86</c:v>
                </c:pt>
                <c:pt idx="894">
                  <c:v>17.88</c:v>
                </c:pt>
                <c:pt idx="895">
                  <c:v>17.9</c:v>
                </c:pt>
                <c:pt idx="896">
                  <c:v>17.92</c:v>
                </c:pt>
                <c:pt idx="897">
                  <c:v>17.94</c:v>
                </c:pt>
                <c:pt idx="898">
                  <c:v>17.96</c:v>
                </c:pt>
                <c:pt idx="899">
                  <c:v>17.98</c:v>
                </c:pt>
                <c:pt idx="900">
                  <c:v>18</c:v>
                </c:pt>
                <c:pt idx="901">
                  <c:v>18.02</c:v>
                </c:pt>
                <c:pt idx="902">
                  <c:v>18.04</c:v>
                </c:pt>
                <c:pt idx="903">
                  <c:v>18.06</c:v>
                </c:pt>
                <c:pt idx="904">
                  <c:v>18.08</c:v>
                </c:pt>
                <c:pt idx="905">
                  <c:v>18.1</c:v>
                </c:pt>
                <c:pt idx="906">
                  <c:v>18.12</c:v>
                </c:pt>
                <c:pt idx="907">
                  <c:v>18.14</c:v>
                </c:pt>
                <c:pt idx="908">
                  <c:v>18.16</c:v>
                </c:pt>
                <c:pt idx="909">
                  <c:v>18.18</c:v>
                </c:pt>
                <c:pt idx="910">
                  <c:v>18.2</c:v>
                </c:pt>
                <c:pt idx="911">
                  <c:v>18.22</c:v>
                </c:pt>
                <c:pt idx="912">
                  <c:v>18.24</c:v>
                </c:pt>
                <c:pt idx="913">
                  <c:v>18.26</c:v>
                </c:pt>
                <c:pt idx="914">
                  <c:v>18.28</c:v>
                </c:pt>
                <c:pt idx="915">
                  <c:v>18.3</c:v>
                </c:pt>
                <c:pt idx="916">
                  <c:v>18.32</c:v>
                </c:pt>
                <c:pt idx="917">
                  <c:v>18.34</c:v>
                </c:pt>
                <c:pt idx="918">
                  <c:v>18.36</c:v>
                </c:pt>
                <c:pt idx="919">
                  <c:v>18.38</c:v>
                </c:pt>
                <c:pt idx="920">
                  <c:v>18.4</c:v>
                </c:pt>
                <c:pt idx="921">
                  <c:v>18.42</c:v>
                </c:pt>
                <c:pt idx="922">
                  <c:v>18.44</c:v>
                </c:pt>
                <c:pt idx="923">
                  <c:v>18.46</c:v>
                </c:pt>
                <c:pt idx="924">
                  <c:v>18.48</c:v>
                </c:pt>
                <c:pt idx="925">
                  <c:v>18.5</c:v>
                </c:pt>
                <c:pt idx="926">
                  <c:v>18.52</c:v>
                </c:pt>
                <c:pt idx="927">
                  <c:v>18.54</c:v>
                </c:pt>
                <c:pt idx="928">
                  <c:v>18.56</c:v>
                </c:pt>
                <c:pt idx="929">
                  <c:v>18.58</c:v>
                </c:pt>
                <c:pt idx="930">
                  <c:v>18.6</c:v>
                </c:pt>
                <c:pt idx="931">
                  <c:v>18.62</c:v>
                </c:pt>
                <c:pt idx="932">
                  <c:v>18.64</c:v>
                </c:pt>
                <c:pt idx="933">
                  <c:v>18.66</c:v>
                </c:pt>
                <c:pt idx="934">
                  <c:v>18.68</c:v>
                </c:pt>
                <c:pt idx="935">
                  <c:v>18.7</c:v>
                </c:pt>
                <c:pt idx="936">
                  <c:v>18.72</c:v>
                </c:pt>
                <c:pt idx="937">
                  <c:v>18.74</c:v>
                </c:pt>
                <c:pt idx="938">
                  <c:v>18.76</c:v>
                </c:pt>
                <c:pt idx="939">
                  <c:v>18.78</c:v>
                </c:pt>
                <c:pt idx="940">
                  <c:v>18.8</c:v>
                </c:pt>
                <c:pt idx="941">
                  <c:v>18.82</c:v>
                </c:pt>
                <c:pt idx="942">
                  <c:v>18.84</c:v>
                </c:pt>
                <c:pt idx="943">
                  <c:v>18.86</c:v>
                </c:pt>
                <c:pt idx="944">
                  <c:v>18.88</c:v>
                </c:pt>
                <c:pt idx="945">
                  <c:v>18.9</c:v>
                </c:pt>
                <c:pt idx="946">
                  <c:v>18.92</c:v>
                </c:pt>
                <c:pt idx="947">
                  <c:v>18.94</c:v>
                </c:pt>
                <c:pt idx="948">
                  <c:v>18.96</c:v>
                </c:pt>
                <c:pt idx="949">
                  <c:v>18.98</c:v>
                </c:pt>
                <c:pt idx="950">
                  <c:v>19</c:v>
                </c:pt>
                <c:pt idx="951">
                  <c:v>19.02</c:v>
                </c:pt>
                <c:pt idx="952">
                  <c:v>19.04</c:v>
                </c:pt>
                <c:pt idx="953">
                  <c:v>19.06</c:v>
                </c:pt>
                <c:pt idx="954">
                  <c:v>19.08</c:v>
                </c:pt>
                <c:pt idx="955">
                  <c:v>19.1</c:v>
                </c:pt>
                <c:pt idx="956">
                  <c:v>19.12</c:v>
                </c:pt>
                <c:pt idx="957">
                  <c:v>19.14</c:v>
                </c:pt>
                <c:pt idx="958">
                  <c:v>19.16</c:v>
                </c:pt>
                <c:pt idx="959">
                  <c:v>19.18</c:v>
                </c:pt>
                <c:pt idx="960">
                  <c:v>19.2</c:v>
                </c:pt>
                <c:pt idx="961">
                  <c:v>19.22</c:v>
                </c:pt>
                <c:pt idx="962">
                  <c:v>19.24</c:v>
                </c:pt>
                <c:pt idx="963">
                  <c:v>19.26</c:v>
                </c:pt>
                <c:pt idx="964">
                  <c:v>19.28</c:v>
                </c:pt>
                <c:pt idx="965">
                  <c:v>19.3</c:v>
                </c:pt>
                <c:pt idx="966">
                  <c:v>19.32</c:v>
                </c:pt>
                <c:pt idx="967">
                  <c:v>19.34</c:v>
                </c:pt>
                <c:pt idx="968">
                  <c:v>19.36</c:v>
                </c:pt>
                <c:pt idx="969">
                  <c:v>19.38</c:v>
                </c:pt>
                <c:pt idx="970">
                  <c:v>19.4</c:v>
                </c:pt>
                <c:pt idx="971">
                  <c:v>19.42</c:v>
                </c:pt>
                <c:pt idx="972">
                  <c:v>19.44</c:v>
                </c:pt>
                <c:pt idx="973">
                  <c:v>19.46</c:v>
                </c:pt>
                <c:pt idx="974">
                  <c:v>19.48</c:v>
                </c:pt>
                <c:pt idx="975">
                  <c:v>19.5</c:v>
                </c:pt>
                <c:pt idx="976">
                  <c:v>19.52</c:v>
                </c:pt>
                <c:pt idx="977">
                  <c:v>19.54</c:v>
                </c:pt>
                <c:pt idx="978">
                  <c:v>19.56</c:v>
                </c:pt>
                <c:pt idx="979">
                  <c:v>19.58</c:v>
                </c:pt>
                <c:pt idx="980">
                  <c:v>19.6</c:v>
                </c:pt>
                <c:pt idx="981">
                  <c:v>19.62</c:v>
                </c:pt>
                <c:pt idx="982">
                  <c:v>19.64</c:v>
                </c:pt>
                <c:pt idx="983">
                  <c:v>19.66</c:v>
                </c:pt>
                <c:pt idx="984">
                  <c:v>19.68</c:v>
                </c:pt>
                <c:pt idx="985">
                  <c:v>19.7</c:v>
                </c:pt>
                <c:pt idx="986">
                  <c:v>19.72</c:v>
                </c:pt>
                <c:pt idx="987">
                  <c:v>19.74</c:v>
                </c:pt>
                <c:pt idx="988">
                  <c:v>19.76</c:v>
                </c:pt>
                <c:pt idx="989">
                  <c:v>19.78</c:v>
                </c:pt>
                <c:pt idx="990">
                  <c:v>19.8</c:v>
                </c:pt>
                <c:pt idx="991">
                  <c:v>19.82</c:v>
                </c:pt>
                <c:pt idx="992">
                  <c:v>19.84</c:v>
                </c:pt>
                <c:pt idx="993">
                  <c:v>19.86</c:v>
                </c:pt>
                <c:pt idx="994">
                  <c:v>19.88</c:v>
                </c:pt>
                <c:pt idx="995">
                  <c:v>19.9</c:v>
                </c:pt>
                <c:pt idx="996">
                  <c:v>19.92</c:v>
                </c:pt>
                <c:pt idx="997">
                  <c:v>19.94</c:v>
                </c:pt>
                <c:pt idx="998">
                  <c:v>19.96</c:v>
                </c:pt>
                <c:pt idx="999">
                  <c:v>19.98</c:v>
                </c:pt>
                <c:pt idx="1000">
                  <c:v>20</c:v>
                </c:pt>
              </c:numCache>
            </c:numRef>
          </c:xVal>
          <c:yVal>
            <c:numRef>
              <c:f>'Chart Data'!$B$2:$B$1002</c:f>
              <c:numCache>
                <c:formatCode>0.000</c:formatCode>
                <c:ptCount val="1001"/>
                <c:pt idx="0">
                  <c:v>0.001</c:v>
                </c:pt>
                <c:pt idx="1">
                  <c:v>0.001010358</c:v>
                </c:pt>
                <c:pt idx="2">
                  <c:v>0.001020039</c:v>
                </c:pt>
                <c:pt idx="3">
                  <c:v>0.001029047</c:v>
                </c:pt>
                <c:pt idx="4">
                  <c:v>0.001037383</c:v>
                </c:pt>
                <c:pt idx="5">
                  <c:v>0.001045052</c:v>
                </c:pt>
                <c:pt idx="6">
                  <c:v>0.001052057</c:v>
                </c:pt>
                <c:pt idx="7">
                  <c:v>0.001058401</c:v>
                </c:pt>
                <c:pt idx="8">
                  <c:v>0.001064089</c:v>
                </c:pt>
                <c:pt idx="9">
                  <c:v>0.001069125</c:v>
                </c:pt>
                <c:pt idx="10">
                  <c:v>0.001073514</c:v>
                </c:pt>
                <c:pt idx="11">
                  <c:v>0.001077262</c:v>
                </c:pt>
                <c:pt idx="12">
                  <c:v>0.001080374</c:v>
                </c:pt>
                <c:pt idx="13">
                  <c:v>0.001082855</c:v>
                </c:pt>
                <c:pt idx="14">
                  <c:v>0.001084712</c:v>
                </c:pt>
                <c:pt idx="15">
                  <c:v>0.00108595</c:v>
                </c:pt>
                <c:pt idx="16">
                  <c:v>0.001086576</c:v>
                </c:pt>
                <c:pt idx="17">
                  <c:v>0.001086598</c:v>
                </c:pt>
                <c:pt idx="18">
                  <c:v>0.001086021</c:v>
                </c:pt>
                <c:pt idx="19">
                  <c:v>0.001084854</c:v>
                </c:pt>
                <c:pt idx="20">
                  <c:v>0.001083104</c:v>
                </c:pt>
                <c:pt idx="21">
                  <c:v>0.001080778</c:v>
                </c:pt>
                <c:pt idx="22">
                  <c:v>0.001077885</c:v>
                </c:pt>
                <c:pt idx="23">
                  <c:v>0.001074432</c:v>
                </c:pt>
                <c:pt idx="24">
                  <c:v>0.001070429</c:v>
                </c:pt>
                <c:pt idx="25">
                  <c:v>0.001065884</c:v>
                </c:pt>
                <c:pt idx="26">
                  <c:v>0.001060805</c:v>
                </c:pt>
                <c:pt idx="27">
                  <c:v>0.001055202</c:v>
                </c:pt>
                <c:pt idx="28">
                  <c:v>0.001049084</c:v>
                </c:pt>
                <c:pt idx="29">
                  <c:v>0.00104246</c:v>
                </c:pt>
                <c:pt idx="30">
                  <c:v>0.001035341</c:v>
                </c:pt>
                <c:pt idx="31">
                  <c:v>0.001027734</c:v>
                </c:pt>
                <c:pt idx="32">
                  <c:v>0.001019651</c:v>
                </c:pt>
                <c:pt idx="33">
                  <c:v>0.001011101</c:v>
                </c:pt>
                <c:pt idx="34">
                  <c:v>0.001002095</c:v>
                </c:pt>
                <c:pt idx="35">
                  <c:v>0.000992643</c:v>
                </c:pt>
                <c:pt idx="36">
                  <c:v>0.000982755</c:v>
                </c:pt>
                <c:pt idx="37">
                  <c:v>0.000972442</c:v>
                </c:pt>
                <c:pt idx="38">
                  <c:v>0.000961715</c:v>
                </c:pt>
                <c:pt idx="39">
                  <c:v>0.000950583</c:v>
                </c:pt>
                <c:pt idx="40">
                  <c:v>0.000939059</c:v>
                </c:pt>
                <c:pt idx="41">
                  <c:v>0.000927153</c:v>
                </c:pt>
                <c:pt idx="42">
                  <c:v>0.000914875</c:v>
                </c:pt>
                <c:pt idx="43">
                  <c:v>0.000902238</c:v>
                </c:pt>
                <c:pt idx="44">
                  <c:v>0.000889253</c:v>
                </c:pt>
                <c:pt idx="45">
                  <c:v>0.00087593</c:v>
                </c:pt>
                <c:pt idx="46">
                  <c:v>0.00086228</c:v>
                </c:pt>
                <c:pt idx="47">
                  <c:v>0.000848316</c:v>
                </c:pt>
                <c:pt idx="48">
                  <c:v>0.000834049</c:v>
                </c:pt>
                <c:pt idx="49">
                  <c:v>0.00081949</c:v>
                </c:pt>
                <c:pt idx="50">
                  <c:v>0.00080465</c:v>
                </c:pt>
                <c:pt idx="51">
                  <c:v>0.000789541</c:v>
                </c:pt>
                <c:pt idx="52">
                  <c:v>0.000774175</c:v>
                </c:pt>
                <c:pt idx="53">
                  <c:v>0.000758562</c:v>
                </c:pt>
                <c:pt idx="54">
                  <c:v>0.000742716</c:v>
                </c:pt>
                <c:pt idx="55">
                  <c:v>0.000726646</c:v>
                </c:pt>
                <c:pt idx="56">
                  <c:v>0.000710364</c:v>
                </c:pt>
                <c:pt idx="57">
                  <c:v>0.000693882</c:v>
                </c:pt>
                <c:pt idx="58">
                  <c:v>0.000677212</c:v>
                </c:pt>
                <c:pt idx="59">
                  <c:v>0.000660364</c:v>
                </c:pt>
                <c:pt idx="60">
                  <c:v>0.000643351</c:v>
                </c:pt>
                <c:pt idx="61">
                  <c:v>0.000626183</c:v>
                </c:pt>
                <c:pt idx="62">
                  <c:v>0.000608872</c:v>
                </c:pt>
                <c:pt idx="63">
                  <c:v>0.000591429</c:v>
                </c:pt>
                <c:pt idx="64">
                  <c:v>0.000573865</c:v>
                </c:pt>
                <c:pt idx="65">
                  <c:v>0.000556191</c:v>
                </c:pt>
                <c:pt idx="66">
                  <c:v>0.000538419</c:v>
                </c:pt>
                <c:pt idx="67">
                  <c:v>0.000520559</c:v>
                </c:pt>
                <c:pt idx="68">
                  <c:v>0.000502622</c:v>
                </c:pt>
                <c:pt idx="69">
                  <c:v>0.000484619</c:v>
                </c:pt>
                <c:pt idx="70">
                  <c:v>0.000466561</c:v>
                </c:pt>
                <c:pt idx="71">
                  <c:v>0.000448458</c:v>
                </c:pt>
                <c:pt idx="72">
                  <c:v>0.000430321</c:v>
                </c:pt>
                <c:pt idx="73">
                  <c:v>0.000412161</c:v>
                </c:pt>
                <c:pt idx="74">
                  <c:v>0.000393987</c:v>
                </c:pt>
                <c:pt idx="75">
                  <c:v>0.00037581</c:v>
                </c:pt>
                <c:pt idx="76">
                  <c:v>0.000357639</c:v>
                </c:pt>
                <c:pt idx="77">
                  <c:v>0.000339486</c:v>
                </c:pt>
                <c:pt idx="78">
                  <c:v>0.000321359</c:v>
                </c:pt>
                <c:pt idx="79">
                  <c:v>0.000303268</c:v>
                </c:pt>
                <c:pt idx="80">
                  <c:v>0.000285223</c:v>
                </c:pt>
                <c:pt idx="81">
                  <c:v>0.000267234</c:v>
                </c:pt>
                <c:pt idx="82">
                  <c:v>0.000249309</c:v>
                </c:pt>
                <c:pt idx="83">
                  <c:v>0.000231457</c:v>
                </c:pt>
                <c:pt idx="84">
                  <c:v>0.000213689</c:v>
                </c:pt>
                <c:pt idx="85">
                  <c:v>0.000196012</c:v>
                </c:pt>
                <c:pt idx="86">
                  <c:v>0.000178435</c:v>
                </c:pt>
                <c:pt idx="87">
                  <c:v>0.000160967</c:v>
                </c:pt>
                <c:pt idx="88">
                  <c:v>0.000143615</c:v>
                </c:pt>
                <c:pt idx="89">
                  <c:v>0.000126389</c:v>
                </c:pt>
                <c:pt idx="90">
                  <c:v>0.000109297</c:v>
                </c:pt>
                <c:pt idx="91">
                  <c:v>9.2345E-05</c:v>
                </c:pt>
                <c:pt idx="92">
                  <c:v>7.5543E-05</c:v>
                </c:pt>
                <c:pt idx="93">
                  <c:v>5.8896E-05</c:v>
                </c:pt>
                <c:pt idx="94">
                  <c:v>4.2414E-05</c:v>
                </c:pt>
                <c:pt idx="95">
                  <c:v>2.6102E-05</c:v>
                </c:pt>
                <c:pt idx="96">
                  <c:v>9.968E-06</c:v>
                </c:pt>
                <c:pt idx="97">
                  <c:v>-5.982E-06</c:v>
                </c:pt>
                <c:pt idx="98">
                  <c:v>-2.174E-05</c:v>
                </c:pt>
                <c:pt idx="99">
                  <c:v>-3.73E-05</c:v>
                </c:pt>
                <c:pt idx="100">
                  <c:v>-5.2657E-05</c:v>
                </c:pt>
                <c:pt idx="101">
                  <c:v>-6.7804E-05</c:v>
                </c:pt>
                <c:pt idx="102">
                  <c:v>-8.2735E-05</c:v>
                </c:pt>
                <c:pt idx="103">
                  <c:v>-9.7444E-05</c:v>
                </c:pt>
                <c:pt idx="104">
                  <c:v>-0.000111927</c:v>
                </c:pt>
                <c:pt idx="105">
                  <c:v>-0.000126177</c:v>
                </c:pt>
                <c:pt idx="106">
                  <c:v>-0.000140189</c:v>
                </c:pt>
                <c:pt idx="107">
                  <c:v>-0.00015396</c:v>
                </c:pt>
                <c:pt idx="108">
                  <c:v>-0.000167483</c:v>
                </c:pt>
                <c:pt idx="109">
                  <c:v>-0.000180755</c:v>
                </c:pt>
                <c:pt idx="110">
                  <c:v>-0.000193771</c:v>
                </c:pt>
                <c:pt idx="111">
                  <c:v>-0.000206527</c:v>
                </c:pt>
                <c:pt idx="112">
                  <c:v>-0.000219019</c:v>
                </c:pt>
                <c:pt idx="113">
                  <c:v>-0.000231244</c:v>
                </c:pt>
                <c:pt idx="114">
                  <c:v>-0.000243197</c:v>
                </c:pt>
                <c:pt idx="115">
                  <c:v>-0.000254875</c:v>
                </c:pt>
                <c:pt idx="116">
                  <c:v>-0.000266275</c:v>
                </c:pt>
                <c:pt idx="117">
                  <c:v>-0.000277395</c:v>
                </c:pt>
                <c:pt idx="118">
                  <c:v>-0.000288231</c:v>
                </c:pt>
                <c:pt idx="119">
                  <c:v>-0.000298781</c:v>
                </c:pt>
                <c:pt idx="120">
                  <c:v>-0.000309042</c:v>
                </c:pt>
                <c:pt idx="121">
                  <c:v>-0.000319012</c:v>
                </c:pt>
                <c:pt idx="122">
                  <c:v>-0.000328689</c:v>
                </c:pt>
                <c:pt idx="123">
                  <c:v>-0.000338072</c:v>
                </c:pt>
                <c:pt idx="124">
                  <c:v>-0.000347158</c:v>
                </c:pt>
                <c:pt idx="125">
                  <c:v>-0.000355946</c:v>
                </c:pt>
                <c:pt idx="126">
                  <c:v>-0.000364435</c:v>
                </c:pt>
                <c:pt idx="127">
                  <c:v>-0.000372623</c:v>
                </c:pt>
                <c:pt idx="128">
                  <c:v>-0.00038051</c:v>
                </c:pt>
                <c:pt idx="129">
                  <c:v>-0.000388096</c:v>
                </c:pt>
                <c:pt idx="130">
                  <c:v>-0.000395378</c:v>
                </c:pt>
                <c:pt idx="131">
                  <c:v>-0.000402357</c:v>
                </c:pt>
                <c:pt idx="132">
                  <c:v>-0.000409033</c:v>
                </c:pt>
                <c:pt idx="133">
                  <c:v>-0.000415406</c:v>
                </c:pt>
                <c:pt idx="134">
                  <c:v>-0.000421475</c:v>
                </c:pt>
                <c:pt idx="135">
                  <c:v>-0.000427241</c:v>
                </c:pt>
                <c:pt idx="136">
                  <c:v>-0.000432705</c:v>
                </c:pt>
                <c:pt idx="137">
                  <c:v>-0.000437866</c:v>
                </c:pt>
                <c:pt idx="138">
                  <c:v>-0.000442726</c:v>
                </c:pt>
                <c:pt idx="139">
                  <c:v>-0.000447286</c:v>
                </c:pt>
                <c:pt idx="140">
                  <c:v>-0.000451546</c:v>
                </c:pt>
                <c:pt idx="141">
                  <c:v>-0.000455509</c:v>
                </c:pt>
                <c:pt idx="142">
                  <c:v>-0.000459174</c:v>
                </c:pt>
                <c:pt idx="143">
                  <c:v>-0.000462544</c:v>
                </c:pt>
                <c:pt idx="144">
                  <c:v>-0.000465621</c:v>
                </c:pt>
                <c:pt idx="145">
                  <c:v>-0.000468405</c:v>
                </c:pt>
                <c:pt idx="146">
                  <c:v>-0.0004709</c:v>
                </c:pt>
                <c:pt idx="147">
                  <c:v>-0.000473107</c:v>
                </c:pt>
                <c:pt idx="148">
                  <c:v>-0.000475028</c:v>
                </c:pt>
                <c:pt idx="149">
                  <c:v>-0.000476666</c:v>
                </c:pt>
                <c:pt idx="150">
                  <c:v>-0.000478023</c:v>
                </c:pt>
                <c:pt idx="151">
                  <c:v>-0.000479101</c:v>
                </c:pt>
                <c:pt idx="152">
                  <c:v>-0.000479904</c:v>
                </c:pt>
                <c:pt idx="153">
                  <c:v>-0.000480435</c:v>
                </c:pt>
                <c:pt idx="154">
                  <c:v>-0.000480695</c:v>
                </c:pt>
                <c:pt idx="155">
                  <c:v>-0.000480689</c:v>
                </c:pt>
                <c:pt idx="156">
                  <c:v>-0.000480419</c:v>
                </c:pt>
                <c:pt idx="157">
                  <c:v>-0.000479889</c:v>
                </c:pt>
                <c:pt idx="158">
                  <c:v>-0.000479102</c:v>
                </c:pt>
                <c:pt idx="159">
                  <c:v>-0.000478061</c:v>
                </c:pt>
                <c:pt idx="160">
                  <c:v>-0.000476771</c:v>
                </c:pt>
                <c:pt idx="161">
                  <c:v>-0.000475234</c:v>
                </c:pt>
                <c:pt idx="162">
                  <c:v>-0.000473455</c:v>
                </c:pt>
                <c:pt idx="163">
                  <c:v>-0.000471437</c:v>
                </c:pt>
                <c:pt idx="164">
                  <c:v>-0.000469184</c:v>
                </c:pt>
                <c:pt idx="165">
                  <c:v>-0.000466701</c:v>
                </c:pt>
                <c:pt idx="166">
                  <c:v>-0.000463991</c:v>
                </c:pt>
                <c:pt idx="167">
                  <c:v>-0.000461059</c:v>
                </c:pt>
                <c:pt idx="168">
                  <c:v>-0.000457908</c:v>
                </c:pt>
                <c:pt idx="169">
                  <c:v>-0.000454544</c:v>
                </c:pt>
                <c:pt idx="170">
                  <c:v>-0.00045097</c:v>
                </c:pt>
                <c:pt idx="171">
                  <c:v>-0.000447191</c:v>
                </c:pt>
                <c:pt idx="172">
                  <c:v>-0.000443212</c:v>
                </c:pt>
                <c:pt idx="173">
                  <c:v>-0.000439036</c:v>
                </c:pt>
                <c:pt idx="174">
                  <c:v>-0.000434669</c:v>
                </c:pt>
                <c:pt idx="175">
                  <c:v>-0.000430116</c:v>
                </c:pt>
                <c:pt idx="176">
                  <c:v>-0.00042538</c:v>
                </c:pt>
                <c:pt idx="177">
                  <c:v>-0.000420467</c:v>
                </c:pt>
                <c:pt idx="178">
                  <c:v>-0.000415382</c:v>
                </c:pt>
                <c:pt idx="179">
                  <c:v>-0.000410129</c:v>
                </c:pt>
                <c:pt idx="180">
                  <c:v>-0.000404713</c:v>
                </c:pt>
                <c:pt idx="181">
                  <c:v>-0.000399139</c:v>
                </c:pt>
                <c:pt idx="182">
                  <c:v>-0.000393412</c:v>
                </c:pt>
                <c:pt idx="183">
                  <c:v>-0.000387537</c:v>
                </c:pt>
                <c:pt idx="184">
                  <c:v>-0.000381519</c:v>
                </c:pt>
                <c:pt idx="185">
                  <c:v>-0.000375363</c:v>
                </c:pt>
                <c:pt idx="186">
                  <c:v>-0.000369074</c:v>
                </c:pt>
                <c:pt idx="187">
                  <c:v>-0.000362657</c:v>
                </c:pt>
                <c:pt idx="188">
                  <c:v>-0.000356117</c:v>
                </c:pt>
                <c:pt idx="189">
                  <c:v>-0.000349459</c:v>
                </c:pt>
                <c:pt idx="190">
                  <c:v>-0.000342688</c:v>
                </c:pt>
                <c:pt idx="191">
                  <c:v>-0.000335809</c:v>
                </c:pt>
                <c:pt idx="192">
                  <c:v>-0.000328827</c:v>
                </c:pt>
                <c:pt idx="193">
                  <c:v>-0.000321747</c:v>
                </c:pt>
                <c:pt idx="194">
                  <c:v>-0.000314575</c:v>
                </c:pt>
                <c:pt idx="195">
                  <c:v>-0.000307314</c:v>
                </c:pt>
                <c:pt idx="196">
                  <c:v>-0.000299971</c:v>
                </c:pt>
                <c:pt idx="197">
                  <c:v>-0.000292551</c:v>
                </c:pt>
                <c:pt idx="198">
                  <c:v>-0.000285057</c:v>
                </c:pt>
                <c:pt idx="199">
                  <c:v>-0.000277496</c:v>
                </c:pt>
                <c:pt idx="200">
                  <c:v>-0.000269872</c:v>
                </c:pt>
                <c:pt idx="201">
                  <c:v>-0.000262189</c:v>
                </c:pt>
                <c:pt idx="202">
                  <c:v>-0.000254454</c:v>
                </c:pt>
                <c:pt idx="203">
                  <c:v>-0.000246671</c:v>
                </c:pt>
                <c:pt idx="204">
                  <c:v>-0.000238844</c:v>
                </c:pt>
                <c:pt idx="205">
                  <c:v>-0.000230979</c:v>
                </c:pt>
                <c:pt idx="206">
                  <c:v>-0.000223079</c:v>
                </c:pt>
                <c:pt idx="207">
                  <c:v>-0.000215151</c:v>
                </c:pt>
                <c:pt idx="208">
                  <c:v>-0.000207199</c:v>
                </c:pt>
                <c:pt idx="209">
                  <c:v>-0.000199226</c:v>
                </c:pt>
                <c:pt idx="210">
                  <c:v>-0.000191239</c:v>
                </c:pt>
                <c:pt idx="211">
                  <c:v>-0.000183241</c:v>
                </c:pt>
                <c:pt idx="212">
                  <c:v>-0.000175236</c:v>
                </c:pt>
                <c:pt idx="213">
                  <c:v>-0.000167231</c:v>
                </c:pt>
                <c:pt idx="214">
                  <c:v>-0.000159228</c:v>
                </c:pt>
                <c:pt idx="215">
                  <c:v>-0.000151232</c:v>
                </c:pt>
                <c:pt idx="216">
                  <c:v>-0.000143247</c:v>
                </c:pt>
                <c:pt idx="217">
                  <c:v>-0.000135278</c:v>
                </c:pt>
                <c:pt idx="218">
                  <c:v>-0.000127329</c:v>
                </c:pt>
                <c:pt idx="219">
                  <c:v>-0.000119404</c:v>
                </c:pt>
                <c:pt idx="220">
                  <c:v>-0.000111507</c:v>
                </c:pt>
                <c:pt idx="221">
                  <c:v>-0.000103642</c:v>
                </c:pt>
                <c:pt idx="222">
                  <c:v>-9.5813E-05</c:v>
                </c:pt>
                <c:pt idx="223">
                  <c:v>-8.8023E-05</c:v>
                </c:pt>
                <c:pt idx="224">
                  <c:v>-8.0278E-05</c:v>
                </c:pt>
                <c:pt idx="225">
                  <c:v>-7.2579E-05</c:v>
                </c:pt>
                <c:pt idx="226">
                  <c:v>-6.4932E-05</c:v>
                </c:pt>
                <c:pt idx="227">
                  <c:v>-5.7339E-05</c:v>
                </c:pt>
                <c:pt idx="228">
                  <c:v>-4.9804E-05</c:v>
                </c:pt>
                <c:pt idx="229">
                  <c:v>-4.2331E-05</c:v>
                </c:pt>
                <c:pt idx="230">
                  <c:v>-3.4923E-05</c:v>
                </c:pt>
                <c:pt idx="231">
                  <c:v>-2.7583E-05</c:v>
                </c:pt>
                <c:pt idx="232">
                  <c:v>-2.0314E-05</c:v>
                </c:pt>
                <c:pt idx="233">
                  <c:v>-1.312E-05</c:v>
                </c:pt>
                <c:pt idx="234">
                  <c:v>-6.003E-06</c:v>
                </c:pt>
                <c:pt idx="235">
                  <c:v>1.033E-06</c:v>
                </c:pt>
                <c:pt idx="236">
                  <c:v>7.985E-06</c:v>
                </c:pt>
                <c:pt idx="237">
                  <c:v>1.4851E-05</c:v>
                </c:pt>
                <c:pt idx="238">
                  <c:v>2.1628E-05</c:v>
                </c:pt>
                <c:pt idx="239">
                  <c:v>2.8313E-05</c:v>
                </c:pt>
                <c:pt idx="240">
                  <c:v>3.4904E-05</c:v>
                </c:pt>
                <c:pt idx="241">
                  <c:v>4.1398E-05</c:v>
                </c:pt>
                <c:pt idx="242">
                  <c:v>4.7793E-05</c:v>
                </c:pt>
                <c:pt idx="243">
                  <c:v>5.4086E-05</c:v>
                </c:pt>
                <c:pt idx="244">
                  <c:v>6.0275E-05</c:v>
                </c:pt>
                <c:pt idx="245">
                  <c:v>6.6359E-05</c:v>
                </c:pt>
                <c:pt idx="246">
                  <c:v>7.2334E-05</c:v>
                </c:pt>
                <c:pt idx="247">
                  <c:v>7.8199E-05</c:v>
                </c:pt>
                <c:pt idx="248">
                  <c:v>8.3952E-05</c:v>
                </c:pt>
                <c:pt idx="249">
                  <c:v>8.9591E-05</c:v>
                </c:pt>
                <c:pt idx="250">
                  <c:v>9.5115E-05</c:v>
                </c:pt>
                <c:pt idx="251">
                  <c:v>0.000100521</c:v>
                </c:pt>
                <c:pt idx="252">
                  <c:v>0.000105809</c:v>
                </c:pt>
                <c:pt idx="253">
                  <c:v>0.000110976</c:v>
                </c:pt>
                <c:pt idx="254">
                  <c:v>0.000116021</c:v>
                </c:pt>
                <c:pt idx="255">
                  <c:v>0.000120943</c:v>
                </c:pt>
                <c:pt idx="256">
                  <c:v>0.000125741</c:v>
                </c:pt>
                <c:pt idx="257">
                  <c:v>0.000130413</c:v>
                </c:pt>
                <c:pt idx="258">
                  <c:v>0.000134959</c:v>
                </c:pt>
                <c:pt idx="259">
                  <c:v>0.000139377</c:v>
                </c:pt>
                <c:pt idx="260">
                  <c:v>0.000143667</c:v>
                </c:pt>
                <c:pt idx="261">
                  <c:v>0.000147827</c:v>
                </c:pt>
                <c:pt idx="262">
                  <c:v>0.000151857</c:v>
                </c:pt>
                <c:pt idx="263">
                  <c:v>0.000155756</c:v>
                </c:pt>
                <c:pt idx="264">
                  <c:v>0.000159524</c:v>
                </c:pt>
                <c:pt idx="265">
                  <c:v>0.000163159</c:v>
                </c:pt>
                <c:pt idx="266">
                  <c:v>0.000166663</c:v>
                </c:pt>
                <c:pt idx="267">
                  <c:v>0.000170034</c:v>
                </c:pt>
                <c:pt idx="268">
                  <c:v>0.000173271</c:v>
                </c:pt>
                <c:pt idx="269">
                  <c:v>0.000176375</c:v>
                </c:pt>
                <c:pt idx="270">
                  <c:v>0.000179346</c:v>
                </c:pt>
                <c:pt idx="271">
                  <c:v>0.000182184</c:v>
                </c:pt>
                <c:pt idx="272">
                  <c:v>0.000184888</c:v>
                </c:pt>
                <c:pt idx="273">
                  <c:v>0.000187459</c:v>
                </c:pt>
                <c:pt idx="274">
                  <c:v>0.000189896</c:v>
                </c:pt>
                <c:pt idx="275">
                  <c:v>0.000192201</c:v>
                </c:pt>
                <c:pt idx="276">
                  <c:v>0.000194373</c:v>
                </c:pt>
                <c:pt idx="277">
                  <c:v>0.000196412</c:v>
                </c:pt>
                <c:pt idx="278">
                  <c:v>0.00019832</c:v>
                </c:pt>
                <c:pt idx="279">
                  <c:v>0.000200096</c:v>
                </c:pt>
                <c:pt idx="280">
                  <c:v>0.000201742</c:v>
                </c:pt>
                <c:pt idx="281">
                  <c:v>0.000203257</c:v>
                </c:pt>
                <c:pt idx="282">
                  <c:v>0.000204643</c:v>
                </c:pt>
                <c:pt idx="283">
                  <c:v>0.000205901</c:v>
                </c:pt>
                <c:pt idx="284">
                  <c:v>0.00020703</c:v>
                </c:pt>
                <c:pt idx="285">
                  <c:v>0.000208032</c:v>
                </c:pt>
                <c:pt idx="286">
                  <c:v>0.000208909</c:v>
                </c:pt>
                <c:pt idx="287">
                  <c:v>0.00020966</c:v>
                </c:pt>
                <c:pt idx="288">
                  <c:v>0.000210287</c:v>
                </c:pt>
                <c:pt idx="289">
                  <c:v>0.000210792</c:v>
                </c:pt>
                <c:pt idx="290">
                  <c:v>0.000211175</c:v>
                </c:pt>
                <c:pt idx="291">
                  <c:v>0.000211437</c:v>
                </c:pt>
                <c:pt idx="292">
                  <c:v>0.00021158</c:v>
                </c:pt>
                <c:pt idx="293">
                  <c:v>0.000211605</c:v>
                </c:pt>
                <c:pt idx="294">
                  <c:v>0.000211514</c:v>
                </c:pt>
                <c:pt idx="295">
                  <c:v>0.000211307</c:v>
                </c:pt>
                <c:pt idx="296">
                  <c:v>0.000210987</c:v>
                </c:pt>
                <c:pt idx="297">
                  <c:v>0.000210555</c:v>
                </c:pt>
                <c:pt idx="298">
                  <c:v>0.000210012</c:v>
                </c:pt>
                <c:pt idx="299">
                  <c:v>0.000209361</c:v>
                </c:pt>
                <c:pt idx="300">
                  <c:v>0.000208602</c:v>
                </c:pt>
                <c:pt idx="301">
                  <c:v>0.000207737</c:v>
                </c:pt>
                <c:pt idx="302">
                  <c:v>0.000206769</c:v>
                </c:pt>
                <c:pt idx="303">
                  <c:v>0.000205698</c:v>
                </c:pt>
                <c:pt idx="304">
                  <c:v>0.000204527</c:v>
                </c:pt>
                <c:pt idx="305">
                  <c:v>0.000203257</c:v>
                </c:pt>
                <c:pt idx="306">
                  <c:v>0.000201891</c:v>
                </c:pt>
                <c:pt idx="307">
                  <c:v>0.000200429</c:v>
                </c:pt>
                <c:pt idx="308">
                  <c:v>0.000198875</c:v>
                </c:pt>
                <c:pt idx="309">
                  <c:v>0.00019723</c:v>
                </c:pt>
                <c:pt idx="310">
                  <c:v>0.000195496</c:v>
                </c:pt>
                <c:pt idx="311">
                  <c:v>0.000193675</c:v>
                </c:pt>
                <c:pt idx="312">
                  <c:v>0.00019177</c:v>
                </c:pt>
                <c:pt idx="313">
                  <c:v>0.000189781</c:v>
                </c:pt>
                <c:pt idx="314">
                  <c:v>0.000187711</c:v>
                </c:pt>
                <c:pt idx="315">
                  <c:v>0.000185563</c:v>
                </c:pt>
                <c:pt idx="316">
                  <c:v>0.000183338</c:v>
                </c:pt>
                <c:pt idx="317">
                  <c:v>0.000181038</c:v>
                </c:pt>
                <c:pt idx="318">
                  <c:v>0.000178666</c:v>
                </c:pt>
                <c:pt idx="319">
                  <c:v>0.000176224</c:v>
                </c:pt>
                <c:pt idx="320">
                  <c:v>0.000173714</c:v>
                </c:pt>
                <c:pt idx="321">
                  <c:v>0.000171138</c:v>
                </c:pt>
                <c:pt idx="322">
                  <c:v>0.000168498</c:v>
                </c:pt>
                <c:pt idx="323">
                  <c:v>0.000165797</c:v>
                </c:pt>
                <c:pt idx="324">
                  <c:v>0.000163036</c:v>
                </c:pt>
                <c:pt idx="325">
                  <c:v>0.000160219</c:v>
                </c:pt>
                <c:pt idx="326">
                  <c:v>0.000157347</c:v>
                </c:pt>
                <c:pt idx="327">
                  <c:v>0.000154422</c:v>
                </c:pt>
                <c:pt idx="328">
                  <c:v>0.000151446</c:v>
                </c:pt>
                <c:pt idx="329">
                  <c:v>0.000148423</c:v>
                </c:pt>
                <c:pt idx="330">
                  <c:v>0.000145353</c:v>
                </c:pt>
                <c:pt idx="331">
                  <c:v>0.00014224</c:v>
                </c:pt>
                <c:pt idx="332">
                  <c:v>0.000139085</c:v>
                </c:pt>
                <c:pt idx="333">
                  <c:v>0.000135892</c:v>
                </c:pt>
                <c:pt idx="334">
                  <c:v>0.000132661</c:v>
                </c:pt>
                <c:pt idx="335">
                  <c:v>0.000129395</c:v>
                </c:pt>
                <c:pt idx="336">
                  <c:v>0.000126097</c:v>
                </c:pt>
                <c:pt idx="337">
                  <c:v>0.000122768</c:v>
                </c:pt>
                <c:pt idx="338">
                  <c:v>0.000119411</c:v>
                </c:pt>
                <c:pt idx="339">
                  <c:v>0.000116028</c:v>
                </c:pt>
                <c:pt idx="340">
                  <c:v>0.000112621</c:v>
                </c:pt>
                <c:pt idx="341">
                  <c:v>0.000109192</c:v>
                </c:pt>
                <c:pt idx="342">
                  <c:v>0.000105744</c:v>
                </c:pt>
                <c:pt idx="343">
                  <c:v>0.000102278</c:v>
                </c:pt>
                <c:pt idx="344">
                  <c:v>9.8797E-05</c:v>
                </c:pt>
                <c:pt idx="345">
                  <c:v>9.5303E-05</c:v>
                </c:pt>
                <c:pt idx="346">
                  <c:v>9.1797E-05</c:v>
                </c:pt>
                <c:pt idx="347">
                  <c:v>8.8282E-05</c:v>
                </c:pt>
                <c:pt idx="348">
                  <c:v>8.4761E-05</c:v>
                </c:pt>
                <c:pt idx="349">
                  <c:v>8.1234E-05</c:v>
                </c:pt>
                <c:pt idx="350">
                  <c:v>7.7704E-05</c:v>
                </c:pt>
                <c:pt idx="351">
                  <c:v>7.4173E-05</c:v>
                </c:pt>
                <c:pt idx="352">
                  <c:v>7.0643E-05</c:v>
                </c:pt>
                <c:pt idx="353">
                  <c:v>6.7115E-05</c:v>
                </c:pt>
                <c:pt idx="354">
                  <c:v>6.3593E-05</c:v>
                </c:pt>
                <c:pt idx="355">
                  <c:v>6.0077E-05</c:v>
                </c:pt>
                <c:pt idx="356">
                  <c:v>5.6569E-05</c:v>
                </c:pt>
                <c:pt idx="357">
                  <c:v>5.3071E-05</c:v>
                </c:pt>
                <c:pt idx="358">
                  <c:v>4.9586E-05</c:v>
                </c:pt>
                <c:pt idx="359">
                  <c:v>4.6115E-05</c:v>
                </c:pt>
                <c:pt idx="360">
                  <c:v>4.2659E-05</c:v>
                </c:pt>
                <c:pt idx="361">
                  <c:v>3.922E-05</c:v>
                </c:pt>
                <c:pt idx="362">
                  <c:v>3.58E-05</c:v>
                </c:pt>
                <c:pt idx="363">
                  <c:v>3.2401E-05</c:v>
                </c:pt>
                <c:pt idx="364">
                  <c:v>2.9024E-05</c:v>
                </c:pt>
                <c:pt idx="365">
                  <c:v>2.5671E-05</c:v>
                </c:pt>
                <c:pt idx="366">
                  <c:v>2.2344E-05</c:v>
                </c:pt>
                <c:pt idx="367">
                  <c:v>1.9043E-05</c:v>
                </c:pt>
                <c:pt idx="368">
                  <c:v>1.5771E-05</c:v>
                </c:pt>
                <c:pt idx="369">
                  <c:v>1.2529E-05</c:v>
                </c:pt>
                <c:pt idx="370">
                  <c:v>9.318E-06</c:v>
                </c:pt>
                <c:pt idx="371">
                  <c:v>6.14E-06</c:v>
                </c:pt>
                <c:pt idx="372">
                  <c:v>2.996E-06</c:v>
                </c:pt>
                <c:pt idx="373">
                  <c:v>-1.13E-07</c:v>
                </c:pt>
                <c:pt idx="374">
                  <c:v>-3.185E-06</c:v>
                </c:pt>
                <c:pt idx="375">
                  <c:v>-6.219E-06</c:v>
                </c:pt>
                <c:pt idx="376">
                  <c:v>-9.214E-06</c:v>
                </c:pt>
                <c:pt idx="377">
                  <c:v>-1.2168E-05</c:v>
                </c:pt>
                <c:pt idx="378">
                  <c:v>-1.5081E-05</c:v>
                </c:pt>
                <c:pt idx="379">
                  <c:v>-1.7952E-05</c:v>
                </c:pt>
                <c:pt idx="380">
                  <c:v>-2.0778E-05</c:v>
                </c:pt>
                <c:pt idx="381">
                  <c:v>-2.356E-05</c:v>
                </c:pt>
                <c:pt idx="382">
                  <c:v>-2.6297E-05</c:v>
                </c:pt>
                <c:pt idx="383">
                  <c:v>-2.8986E-05</c:v>
                </c:pt>
                <c:pt idx="384">
                  <c:v>-3.1628E-05</c:v>
                </c:pt>
                <c:pt idx="385">
                  <c:v>-3.4221E-05</c:v>
                </c:pt>
                <c:pt idx="386">
                  <c:v>-3.6765E-05</c:v>
                </c:pt>
                <c:pt idx="387">
                  <c:v>-3.9259E-05</c:v>
                </c:pt>
                <c:pt idx="388">
                  <c:v>-4.1702E-05</c:v>
                </c:pt>
                <c:pt idx="389">
                  <c:v>-4.4093E-05</c:v>
                </c:pt>
                <c:pt idx="390">
                  <c:v>-4.6432E-05</c:v>
                </c:pt>
                <c:pt idx="391">
                  <c:v>-4.8718E-05</c:v>
                </c:pt>
                <c:pt idx="392">
                  <c:v>-5.095E-05</c:v>
                </c:pt>
                <c:pt idx="393">
                  <c:v>-5.3128E-05</c:v>
                </c:pt>
                <c:pt idx="394">
                  <c:v>-5.525E-05</c:v>
                </c:pt>
                <c:pt idx="395">
                  <c:v>-5.7318E-05</c:v>
                </c:pt>
                <c:pt idx="396">
                  <c:v>-5.933E-05</c:v>
                </c:pt>
                <c:pt idx="397">
                  <c:v>-6.1285E-05</c:v>
                </c:pt>
                <c:pt idx="398">
                  <c:v>-6.3184E-05</c:v>
                </c:pt>
                <c:pt idx="399">
                  <c:v>-6.5025E-05</c:v>
                </c:pt>
                <c:pt idx="400">
                  <c:v>-6.6809E-05</c:v>
                </c:pt>
                <c:pt idx="401">
                  <c:v>-6.8536E-05</c:v>
                </c:pt>
                <c:pt idx="402">
                  <c:v>-7.0204E-05</c:v>
                </c:pt>
                <c:pt idx="403">
                  <c:v>-7.1815E-05</c:v>
                </c:pt>
                <c:pt idx="404">
                  <c:v>-7.3366E-05</c:v>
                </c:pt>
                <c:pt idx="405">
                  <c:v>-7.486E-05</c:v>
                </c:pt>
                <c:pt idx="406">
                  <c:v>-7.6294E-05</c:v>
                </c:pt>
                <c:pt idx="407">
                  <c:v>-7.767E-05</c:v>
                </c:pt>
                <c:pt idx="408">
                  <c:v>-7.8987E-05</c:v>
                </c:pt>
                <c:pt idx="409">
                  <c:v>-8.0245E-05</c:v>
                </c:pt>
                <c:pt idx="410">
                  <c:v>-8.1444E-05</c:v>
                </c:pt>
                <c:pt idx="411">
                  <c:v>-8.2584E-05</c:v>
                </c:pt>
                <c:pt idx="412">
                  <c:v>-8.3666E-05</c:v>
                </c:pt>
                <c:pt idx="413">
                  <c:v>-8.4688E-05</c:v>
                </c:pt>
                <c:pt idx="414">
                  <c:v>-8.5653E-05</c:v>
                </c:pt>
                <c:pt idx="415">
                  <c:v>-8.6558E-05</c:v>
                </c:pt>
                <c:pt idx="416">
                  <c:v>-8.7406E-05</c:v>
                </c:pt>
                <c:pt idx="417">
                  <c:v>-8.8196E-05</c:v>
                </c:pt>
                <c:pt idx="418">
                  <c:v>-8.8928E-05</c:v>
                </c:pt>
                <c:pt idx="419">
                  <c:v>-8.9602E-05</c:v>
                </c:pt>
                <c:pt idx="420">
                  <c:v>-9.0219E-05</c:v>
                </c:pt>
                <c:pt idx="421">
                  <c:v>-9.078E-05</c:v>
                </c:pt>
                <c:pt idx="422">
                  <c:v>-9.1284E-05</c:v>
                </c:pt>
                <c:pt idx="423">
                  <c:v>-9.1732E-05</c:v>
                </c:pt>
                <c:pt idx="424">
                  <c:v>-9.2124E-05</c:v>
                </c:pt>
                <c:pt idx="425">
                  <c:v>-9.2462E-05</c:v>
                </c:pt>
                <c:pt idx="426">
                  <c:v>-9.2744E-05</c:v>
                </c:pt>
                <c:pt idx="427">
                  <c:v>-9.2972E-05</c:v>
                </c:pt>
                <c:pt idx="428">
                  <c:v>-9.3147E-05</c:v>
                </c:pt>
                <c:pt idx="429">
                  <c:v>-9.3268E-05</c:v>
                </c:pt>
                <c:pt idx="430">
                  <c:v>-9.3337E-05</c:v>
                </c:pt>
                <c:pt idx="431">
                  <c:v>-9.3353E-05</c:v>
                </c:pt>
                <c:pt idx="432">
                  <c:v>-9.3318E-05</c:v>
                </c:pt>
                <c:pt idx="433">
                  <c:v>-9.3233E-05</c:v>
                </c:pt>
                <c:pt idx="434">
                  <c:v>-9.3097E-05</c:v>
                </c:pt>
                <c:pt idx="435">
                  <c:v>-9.2912E-05</c:v>
                </c:pt>
                <c:pt idx="436">
                  <c:v>-9.2678E-05</c:v>
                </c:pt>
                <c:pt idx="437">
                  <c:v>-9.2395E-05</c:v>
                </c:pt>
                <c:pt idx="438">
                  <c:v>-9.2066E-05</c:v>
                </c:pt>
                <c:pt idx="439">
                  <c:v>-9.1689E-05</c:v>
                </c:pt>
                <c:pt idx="440">
                  <c:v>-9.1267E-05</c:v>
                </c:pt>
                <c:pt idx="441">
                  <c:v>-9.08E-05</c:v>
                </c:pt>
                <c:pt idx="442">
                  <c:v>-9.0288E-05</c:v>
                </c:pt>
                <c:pt idx="443">
                  <c:v>-8.9733E-05</c:v>
                </c:pt>
                <c:pt idx="444">
                  <c:v>-8.9135E-05</c:v>
                </c:pt>
                <c:pt idx="445">
                  <c:v>-8.8496E-05</c:v>
                </c:pt>
                <c:pt idx="446">
                  <c:v>-8.7815E-05</c:v>
                </c:pt>
                <c:pt idx="447">
                  <c:v>-8.7094E-05</c:v>
                </c:pt>
                <c:pt idx="448">
                  <c:v>-8.6334E-05</c:v>
                </c:pt>
                <c:pt idx="449">
                  <c:v>-8.5535E-05</c:v>
                </c:pt>
                <c:pt idx="450">
                  <c:v>-8.4699E-05</c:v>
                </c:pt>
                <c:pt idx="451">
                  <c:v>-8.3826E-05</c:v>
                </c:pt>
                <c:pt idx="452">
                  <c:v>-8.2918E-05</c:v>
                </c:pt>
                <c:pt idx="453">
                  <c:v>-8.1974E-05</c:v>
                </c:pt>
                <c:pt idx="454">
                  <c:v>-8.0997E-05</c:v>
                </c:pt>
                <c:pt idx="455">
                  <c:v>-7.9987E-05</c:v>
                </c:pt>
                <c:pt idx="456">
                  <c:v>-7.8945E-05</c:v>
                </c:pt>
                <c:pt idx="457">
                  <c:v>-7.7872E-05</c:v>
                </c:pt>
                <c:pt idx="458">
                  <c:v>-7.6769E-05</c:v>
                </c:pt>
                <c:pt idx="459">
                  <c:v>-7.5636E-05</c:v>
                </c:pt>
                <c:pt idx="460">
                  <c:v>-7.4476E-05</c:v>
                </c:pt>
                <c:pt idx="461">
                  <c:v>-7.3288E-05</c:v>
                </c:pt>
                <c:pt idx="462">
                  <c:v>-7.2074E-05</c:v>
                </c:pt>
                <c:pt idx="463">
                  <c:v>-7.0835E-05</c:v>
                </c:pt>
                <c:pt idx="464">
                  <c:v>-6.9572E-05</c:v>
                </c:pt>
                <c:pt idx="465">
                  <c:v>-6.8285E-05</c:v>
                </c:pt>
                <c:pt idx="466">
                  <c:v>-6.6976E-05</c:v>
                </c:pt>
                <c:pt idx="467">
                  <c:v>-6.5645E-05</c:v>
                </c:pt>
                <c:pt idx="468">
                  <c:v>-6.4295E-05</c:v>
                </c:pt>
                <c:pt idx="469">
                  <c:v>-6.2925E-05</c:v>
                </c:pt>
                <c:pt idx="470">
                  <c:v>-6.1536E-05</c:v>
                </c:pt>
                <c:pt idx="471">
                  <c:v>-6.013E-05</c:v>
                </c:pt>
                <c:pt idx="472">
                  <c:v>-5.8708E-05</c:v>
                </c:pt>
                <c:pt idx="473">
                  <c:v>-5.727E-05</c:v>
                </c:pt>
                <c:pt idx="474">
                  <c:v>-5.5818E-05</c:v>
                </c:pt>
                <c:pt idx="475">
                  <c:v>-5.4352E-05</c:v>
                </c:pt>
                <c:pt idx="476">
                  <c:v>-5.2874E-05</c:v>
                </c:pt>
                <c:pt idx="477">
                  <c:v>-5.1384E-05</c:v>
                </c:pt>
                <c:pt idx="478">
                  <c:v>-4.9884E-05</c:v>
                </c:pt>
                <c:pt idx="479">
                  <c:v>-4.8374E-05</c:v>
                </c:pt>
                <c:pt idx="480">
                  <c:v>-4.6855E-05</c:v>
                </c:pt>
                <c:pt idx="481">
                  <c:v>-4.5328E-05</c:v>
                </c:pt>
                <c:pt idx="482">
                  <c:v>-4.3794E-05</c:v>
                </c:pt>
                <c:pt idx="483">
                  <c:v>-4.2255E-05</c:v>
                </c:pt>
                <c:pt idx="484">
                  <c:v>-4.071E-05</c:v>
                </c:pt>
                <c:pt idx="485">
                  <c:v>-3.9161E-05</c:v>
                </c:pt>
                <c:pt idx="486">
                  <c:v>-3.7609E-05</c:v>
                </c:pt>
                <c:pt idx="487">
                  <c:v>-3.6055E-05</c:v>
                </c:pt>
                <c:pt idx="488">
                  <c:v>-3.4499E-05</c:v>
                </c:pt>
                <c:pt idx="489">
                  <c:v>-3.2943E-05</c:v>
                </c:pt>
                <c:pt idx="490">
                  <c:v>-3.1387E-05</c:v>
                </c:pt>
                <c:pt idx="491">
                  <c:v>-2.9832E-05</c:v>
                </c:pt>
                <c:pt idx="492">
                  <c:v>-2.8279E-05</c:v>
                </c:pt>
                <c:pt idx="493">
                  <c:v>-2.6728E-05</c:v>
                </c:pt>
                <c:pt idx="494">
                  <c:v>-2.5182E-05</c:v>
                </c:pt>
                <c:pt idx="495">
                  <c:v>-2.3639E-05</c:v>
                </c:pt>
                <c:pt idx="496">
                  <c:v>-2.2102E-05</c:v>
                </c:pt>
                <c:pt idx="497">
                  <c:v>-2.0571E-05</c:v>
                </c:pt>
                <c:pt idx="498">
                  <c:v>-1.9047E-05</c:v>
                </c:pt>
                <c:pt idx="499">
                  <c:v>-1.753E-05</c:v>
                </c:pt>
                <c:pt idx="500">
                  <c:v>-1.6022E-05</c:v>
                </c:pt>
                <c:pt idx="501">
                  <c:v>-1.4522E-05</c:v>
                </c:pt>
                <c:pt idx="502">
                  <c:v>-1.3032E-05</c:v>
                </c:pt>
                <c:pt idx="503">
                  <c:v>-1.1553E-05</c:v>
                </c:pt>
                <c:pt idx="504">
                  <c:v>-1.0085E-05</c:v>
                </c:pt>
                <c:pt idx="505">
                  <c:v>-8.628E-06</c:v>
                </c:pt>
                <c:pt idx="506">
                  <c:v>-7.184E-06</c:v>
                </c:pt>
                <c:pt idx="507">
                  <c:v>-5.753E-06</c:v>
                </c:pt>
                <c:pt idx="508">
                  <c:v>-4.336E-06</c:v>
                </c:pt>
                <c:pt idx="509">
                  <c:v>-2.933E-06</c:v>
                </c:pt>
                <c:pt idx="510">
                  <c:v>-1.545E-06</c:v>
                </c:pt>
                <c:pt idx="511">
                  <c:v>-1.72E-07</c:v>
                </c:pt>
                <c:pt idx="512">
                  <c:v>1.184E-06</c:v>
                </c:pt>
                <c:pt idx="513">
                  <c:v>2.524E-06</c:v>
                </c:pt>
                <c:pt idx="514">
                  <c:v>3.847E-06</c:v>
                </c:pt>
                <c:pt idx="515">
                  <c:v>5.152E-06</c:v>
                </c:pt>
                <c:pt idx="516">
                  <c:v>6.438E-06</c:v>
                </c:pt>
                <c:pt idx="517">
                  <c:v>7.706E-06</c:v>
                </c:pt>
                <c:pt idx="518">
                  <c:v>8.955E-06</c:v>
                </c:pt>
                <c:pt idx="519">
                  <c:v>1.0184E-05</c:v>
                </c:pt>
                <c:pt idx="520">
                  <c:v>1.1394E-05</c:v>
                </c:pt>
                <c:pt idx="521">
                  <c:v>1.2582E-05</c:v>
                </c:pt>
                <c:pt idx="522">
                  <c:v>1.375E-05</c:v>
                </c:pt>
                <c:pt idx="523">
                  <c:v>1.4896E-05</c:v>
                </c:pt>
                <c:pt idx="524">
                  <c:v>1.6021E-05</c:v>
                </c:pt>
                <c:pt idx="525">
                  <c:v>1.7124E-05</c:v>
                </c:pt>
                <c:pt idx="526">
                  <c:v>1.8204E-05</c:v>
                </c:pt>
                <c:pt idx="527">
                  <c:v>1.9262E-05</c:v>
                </c:pt>
                <c:pt idx="528">
                  <c:v>2.0296E-05</c:v>
                </c:pt>
                <c:pt idx="529">
                  <c:v>2.1307E-05</c:v>
                </c:pt>
                <c:pt idx="530">
                  <c:v>2.2295E-05</c:v>
                </c:pt>
                <c:pt idx="531">
                  <c:v>2.3258E-05</c:v>
                </c:pt>
                <c:pt idx="532">
                  <c:v>2.4198E-05</c:v>
                </c:pt>
                <c:pt idx="533">
                  <c:v>2.5113E-05</c:v>
                </c:pt>
                <c:pt idx="534">
                  <c:v>2.6004E-05</c:v>
                </c:pt>
                <c:pt idx="535">
                  <c:v>2.687E-05</c:v>
                </c:pt>
                <c:pt idx="536">
                  <c:v>2.7711E-05</c:v>
                </c:pt>
                <c:pt idx="537">
                  <c:v>2.8526E-05</c:v>
                </c:pt>
                <c:pt idx="538">
                  <c:v>2.9317E-05</c:v>
                </c:pt>
                <c:pt idx="539">
                  <c:v>3.0082E-05</c:v>
                </c:pt>
                <c:pt idx="540">
                  <c:v>3.0821E-05</c:v>
                </c:pt>
                <c:pt idx="541">
                  <c:v>3.1535E-05</c:v>
                </c:pt>
                <c:pt idx="542">
                  <c:v>3.2223E-05</c:v>
                </c:pt>
                <c:pt idx="543">
                  <c:v>3.2886E-05</c:v>
                </c:pt>
                <c:pt idx="544">
                  <c:v>3.3522E-05</c:v>
                </c:pt>
                <c:pt idx="545">
                  <c:v>3.4133E-05</c:v>
                </c:pt>
                <c:pt idx="546">
                  <c:v>3.4718E-05</c:v>
                </c:pt>
                <c:pt idx="547">
                  <c:v>3.5276E-05</c:v>
                </c:pt>
                <c:pt idx="548">
                  <c:v>3.5809E-05</c:v>
                </c:pt>
                <c:pt idx="549">
                  <c:v>3.6316E-05</c:v>
                </c:pt>
                <c:pt idx="550">
                  <c:v>3.6797E-05</c:v>
                </c:pt>
                <c:pt idx="551">
                  <c:v>3.7252E-05</c:v>
                </c:pt>
                <c:pt idx="552">
                  <c:v>3.7681E-05</c:v>
                </c:pt>
                <c:pt idx="553">
                  <c:v>3.8085E-05</c:v>
                </c:pt>
                <c:pt idx="554">
                  <c:v>3.8463E-05</c:v>
                </c:pt>
                <c:pt idx="555">
                  <c:v>3.8815E-05</c:v>
                </c:pt>
                <c:pt idx="556">
                  <c:v>3.9142E-05</c:v>
                </c:pt>
                <c:pt idx="557">
                  <c:v>3.9443E-05</c:v>
                </c:pt>
                <c:pt idx="558">
                  <c:v>3.9719E-05</c:v>
                </c:pt>
                <c:pt idx="559">
                  <c:v>3.9971E-05</c:v>
                </c:pt>
                <c:pt idx="560">
                  <c:v>4.0197E-05</c:v>
                </c:pt>
                <c:pt idx="561">
                  <c:v>4.0398E-05</c:v>
                </c:pt>
                <c:pt idx="562">
                  <c:v>4.0575E-05</c:v>
                </c:pt>
                <c:pt idx="563">
                  <c:v>4.0728E-05</c:v>
                </c:pt>
                <c:pt idx="564">
                  <c:v>4.0856E-05</c:v>
                </c:pt>
                <c:pt idx="565">
                  <c:v>4.0961E-05</c:v>
                </c:pt>
                <c:pt idx="566">
                  <c:v>4.1042E-05</c:v>
                </c:pt>
                <c:pt idx="567">
                  <c:v>4.1099E-05</c:v>
                </c:pt>
                <c:pt idx="568">
                  <c:v>4.1133E-05</c:v>
                </c:pt>
                <c:pt idx="569">
                  <c:v>4.1144E-05</c:v>
                </c:pt>
                <c:pt idx="570">
                  <c:v>4.1133E-05</c:v>
                </c:pt>
                <c:pt idx="571">
                  <c:v>4.1099E-05</c:v>
                </c:pt>
                <c:pt idx="572">
                  <c:v>4.1042E-05</c:v>
                </c:pt>
                <c:pt idx="573">
                  <c:v>4.0964E-05</c:v>
                </c:pt>
                <c:pt idx="574">
                  <c:v>4.0864E-05</c:v>
                </c:pt>
                <c:pt idx="575">
                  <c:v>4.0744E-05</c:v>
                </c:pt>
                <c:pt idx="576">
                  <c:v>4.0602E-05</c:v>
                </c:pt>
                <c:pt idx="577">
                  <c:v>4.0439E-05</c:v>
                </c:pt>
                <c:pt idx="578">
                  <c:v>4.0256E-05</c:v>
                </c:pt>
                <c:pt idx="579">
                  <c:v>4.0054E-05</c:v>
                </c:pt>
                <c:pt idx="580">
                  <c:v>3.9831E-05</c:v>
                </c:pt>
                <c:pt idx="581">
                  <c:v>3.959E-05</c:v>
                </c:pt>
                <c:pt idx="582">
                  <c:v>3.9329E-05</c:v>
                </c:pt>
                <c:pt idx="583">
                  <c:v>3.905E-05</c:v>
                </c:pt>
                <c:pt idx="584">
                  <c:v>3.8753E-05</c:v>
                </c:pt>
                <c:pt idx="585">
                  <c:v>3.8438E-05</c:v>
                </c:pt>
                <c:pt idx="586">
                  <c:v>3.8106E-05</c:v>
                </c:pt>
                <c:pt idx="587">
                  <c:v>3.7756E-05</c:v>
                </c:pt>
                <c:pt idx="588">
                  <c:v>3.739E-05</c:v>
                </c:pt>
                <c:pt idx="589">
                  <c:v>3.7008E-05</c:v>
                </c:pt>
                <c:pt idx="590">
                  <c:v>3.661E-05</c:v>
                </c:pt>
                <c:pt idx="591">
                  <c:v>3.6197E-05</c:v>
                </c:pt>
                <c:pt idx="592">
                  <c:v>3.5768E-05</c:v>
                </c:pt>
                <c:pt idx="593">
                  <c:v>3.5325E-05</c:v>
                </c:pt>
                <c:pt idx="594">
                  <c:v>3.4868E-05</c:v>
                </c:pt>
                <c:pt idx="595">
                  <c:v>3.4397E-05</c:v>
                </c:pt>
                <c:pt idx="596">
                  <c:v>3.3913E-05</c:v>
                </c:pt>
                <c:pt idx="597">
                  <c:v>3.3416E-05</c:v>
                </c:pt>
                <c:pt idx="598">
                  <c:v>3.2906E-05</c:v>
                </c:pt>
                <c:pt idx="599">
                  <c:v>3.2384E-05</c:v>
                </c:pt>
                <c:pt idx="600">
                  <c:v>3.1851E-05</c:v>
                </c:pt>
                <c:pt idx="601">
                  <c:v>3.1306E-05</c:v>
                </c:pt>
                <c:pt idx="602">
                  <c:v>3.0751E-05</c:v>
                </c:pt>
                <c:pt idx="603">
                  <c:v>3.0185E-05</c:v>
                </c:pt>
                <c:pt idx="604">
                  <c:v>2.961E-05</c:v>
                </c:pt>
                <c:pt idx="605">
                  <c:v>2.9025E-05</c:v>
                </c:pt>
                <c:pt idx="606">
                  <c:v>2.8431E-05</c:v>
                </c:pt>
                <c:pt idx="607">
                  <c:v>2.7828E-05</c:v>
                </c:pt>
                <c:pt idx="608">
                  <c:v>2.7217E-05</c:v>
                </c:pt>
                <c:pt idx="609">
                  <c:v>2.6598E-05</c:v>
                </c:pt>
                <c:pt idx="610">
                  <c:v>2.5972E-05</c:v>
                </c:pt>
                <c:pt idx="611">
                  <c:v>2.534E-05</c:v>
                </c:pt>
                <c:pt idx="612">
                  <c:v>2.47E-05</c:v>
                </c:pt>
                <c:pt idx="613">
                  <c:v>2.4055E-05</c:v>
                </c:pt>
                <c:pt idx="614">
                  <c:v>2.3404E-05</c:v>
                </c:pt>
                <c:pt idx="615">
                  <c:v>2.2748E-05</c:v>
                </c:pt>
                <c:pt idx="616">
                  <c:v>2.2087E-05</c:v>
                </c:pt>
                <c:pt idx="617">
                  <c:v>2.1422E-05</c:v>
                </c:pt>
                <c:pt idx="618">
                  <c:v>2.0753E-05</c:v>
                </c:pt>
                <c:pt idx="619">
                  <c:v>2.008E-05</c:v>
                </c:pt>
                <c:pt idx="620">
                  <c:v>1.9404E-05</c:v>
                </c:pt>
                <c:pt idx="621">
                  <c:v>1.8726E-05</c:v>
                </c:pt>
                <c:pt idx="622">
                  <c:v>1.8045E-05</c:v>
                </c:pt>
                <c:pt idx="623">
                  <c:v>1.7363E-05</c:v>
                </c:pt>
                <c:pt idx="624">
                  <c:v>1.6679E-05</c:v>
                </c:pt>
                <c:pt idx="625">
                  <c:v>1.5994E-05</c:v>
                </c:pt>
                <c:pt idx="626">
                  <c:v>1.5308E-05</c:v>
                </c:pt>
                <c:pt idx="627">
                  <c:v>1.4621E-05</c:v>
                </c:pt>
                <c:pt idx="628">
                  <c:v>1.3935E-05</c:v>
                </c:pt>
                <c:pt idx="629">
                  <c:v>1.325E-05</c:v>
                </c:pt>
                <c:pt idx="630">
                  <c:v>1.2565E-05</c:v>
                </c:pt>
                <c:pt idx="631">
                  <c:v>1.1881E-05</c:v>
                </c:pt>
                <c:pt idx="632">
                  <c:v>1.1199E-05</c:v>
                </c:pt>
                <c:pt idx="633">
                  <c:v>1.0518E-05</c:v>
                </c:pt>
                <c:pt idx="634">
                  <c:v>9.84E-06</c:v>
                </c:pt>
                <c:pt idx="635">
                  <c:v>9.165E-06</c:v>
                </c:pt>
                <c:pt idx="636">
                  <c:v>8.492E-06</c:v>
                </c:pt>
                <c:pt idx="637">
                  <c:v>7.823E-06</c:v>
                </c:pt>
                <c:pt idx="638">
                  <c:v>7.157E-06</c:v>
                </c:pt>
                <c:pt idx="639">
                  <c:v>6.496E-06</c:v>
                </c:pt>
                <c:pt idx="640">
                  <c:v>5.838E-06</c:v>
                </c:pt>
                <c:pt idx="641">
                  <c:v>5.185E-06</c:v>
                </c:pt>
                <c:pt idx="642">
                  <c:v>4.537E-06</c:v>
                </c:pt>
                <c:pt idx="643">
                  <c:v>3.894E-06</c:v>
                </c:pt>
                <c:pt idx="644">
                  <c:v>3.257E-06</c:v>
                </c:pt>
                <c:pt idx="645">
                  <c:v>2.625E-06</c:v>
                </c:pt>
                <c:pt idx="646">
                  <c:v>1.999E-06</c:v>
                </c:pt>
                <c:pt idx="647">
                  <c:v>1.379E-06</c:v>
                </c:pt>
                <c:pt idx="648">
                  <c:v>7.66E-07</c:v>
                </c:pt>
                <c:pt idx="649">
                  <c:v>1.6E-07</c:v>
                </c:pt>
                <c:pt idx="650">
                  <c:v>-4.39E-07</c:v>
                </c:pt>
                <c:pt idx="651">
                  <c:v>-1.031E-06</c:v>
                </c:pt>
                <c:pt idx="652">
                  <c:v>-1.615E-06</c:v>
                </c:pt>
                <c:pt idx="653">
                  <c:v>-2.192E-06</c:v>
                </c:pt>
                <c:pt idx="654">
                  <c:v>-2.76E-06</c:v>
                </c:pt>
                <c:pt idx="655">
                  <c:v>-3.32E-06</c:v>
                </c:pt>
                <c:pt idx="656">
                  <c:v>-3.872E-06</c:v>
                </c:pt>
                <c:pt idx="657">
                  <c:v>-4.415E-06</c:v>
                </c:pt>
                <c:pt idx="658">
                  <c:v>-4.95E-06</c:v>
                </c:pt>
                <c:pt idx="659">
                  <c:v>-5.475E-06</c:v>
                </c:pt>
                <c:pt idx="660">
                  <c:v>-5.991E-06</c:v>
                </c:pt>
                <c:pt idx="661">
                  <c:v>-6.498E-06</c:v>
                </c:pt>
                <c:pt idx="662">
                  <c:v>-6.996E-06</c:v>
                </c:pt>
                <c:pt idx="663">
                  <c:v>-7.483E-06</c:v>
                </c:pt>
                <c:pt idx="664">
                  <c:v>-7.961E-06</c:v>
                </c:pt>
                <c:pt idx="665">
                  <c:v>-8.429E-06</c:v>
                </c:pt>
                <c:pt idx="666">
                  <c:v>-8.886E-06</c:v>
                </c:pt>
                <c:pt idx="667">
                  <c:v>-9.333E-06</c:v>
                </c:pt>
                <c:pt idx="668">
                  <c:v>-9.77E-06</c:v>
                </c:pt>
                <c:pt idx="669">
                  <c:v>-1.0197E-05</c:v>
                </c:pt>
                <c:pt idx="670">
                  <c:v>-1.0612E-05</c:v>
                </c:pt>
                <c:pt idx="671">
                  <c:v>-1.1018E-05</c:v>
                </c:pt>
                <c:pt idx="672">
                  <c:v>-1.1412E-05</c:v>
                </c:pt>
                <c:pt idx="673">
                  <c:v>-1.1795E-05</c:v>
                </c:pt>
                <c:pt idx="674">
                  <c:v>-1.2167E-05</c:v>
                </c:pt>
                <c:pt idx="675">
                  <c:v>-1.2529E-05</c:v>
                </c:pt>
                <c:pt idx="676">
                  <c:v>-1.2879E-05</c:v>
                </c:pt>
                <c:pt idx="677">
                  <c:v>-1.3218E-05</c:v>
                </c:pt>
                <c:pt idx="678">
                  <c:v>-1.3545E-05</c:v>
                </c:pt>
                <c:pt idx="679">
                  <c:v>-1.3862E-05</c:v>
                </c:pt>
                <c:pt idx="680">
                  <c:v>-1.4167E-05</c:v>
                </c:pt>
                <c:pt idx="681">
                  <c:v>-1.446E-05</c:v>
                </c:pt>
                <c:pt idx="682">
                  <c:v>-1.4743E-05</c:v>
                </c:pt>
                <c:pt idx="683">
                  <c:v>-1.5013E-05</c:v>
                </c:pt>
                <c:pt idx="684">
                  <c:v>-1.5273E-05</c:v>
                </c:pt>
                <c:pt idx="685">
                  <c:v>-1.5521E-05</c:v>
                </c:pt>
                <c:pt idx="686">
                  <c:v>-1.5757E-05</c:v>
                </c:pt>
                <c:pt idx="687">
                  <c:v>-1.5982E-05</c:v>
                </c:pt>
                <c:pt idx="688">
                  <c:v>-1.6196E-05</c:v>
                </c:pt>
                <c:pt idx="689">
                  <c:v>-1.6398E-05</c:v>
                </c:pt>
                <c:pt idx="690">
                  <c:v>-1.6589E-05</c:v>
                </c:pt>
                <c:pt idx="691">
                  <c:v>-1.6768E-05</c:v>
                </c:pt>
                <c:pt idx="692">
                  <c:v>-1.6937E-05</c:v>
                </c:pt>
                <c:pt idx="693">
                  <c:v>-1.7093E-05</c:v>
                </c:pt>
                <c:pt idx="694">
                  <c:v>-1.7239E-05</c:v>
                </c:pt>
                <c:pt idx="695">
                  <c:v>-1.7374E-05</c:v>
                </c:pt>
                <c:pt idx="696">
                  <c:v>-1.7497E-05</c:v>
                </c:pt>
                <c:pt idx="697">
                  <c:v>-1.7609E-05</c:v>
                </c:pt>
                <c:pt idx="698">
                  <c:v>-1.771E-05</c:v>
                </c:pt>
                <c:pt idx="699">
                  <c:v>-1.7801E-05</c:v>
                </c:pt>
                <c:pt idx="700">
                  <c:v>-1.788E-05</c:v>
                </c:pt>
                <c:pt idx="701">
                  <c:v>-1.7949E-05</c:v>
                </c:pt>
                <c:pt idx="702">
                  <c:v>-1.8007E-05</c:v>
                </c:pt>
                <c:pt idx="703">
                  <c:v>-1.8055E-05</c:v>
                </c:pt>
                <c:pt idx="704">
                  <c:v>-1.8092E-05</c:v>
                </c:pt>
                <c:pt idx="705">
                  <c:v>-1.8119E-05</c:v>
                </c:pt>
                <c:pt idx="706">
                  <c:v>-1.8135E-05</c:v>
                </c:pt>
                <c:pt idx="707">
                  <c:v>-1.8141E-05</c:v>
                </c:pt>
                <c:pt idx="708">
                  <c:v>-1.8138E-05</c:v>
                </c:pt>
                <c:pt idx="709">
                  <c:v>-1.8124E-05</c:v>
                </c:pt>
                <c:pt idx="710">
                  <c:v>-1.81E-05</c:v>
                </c:pt>
                <c:pt idx="711">
                  <c:v>-1.8067E-05</c:v>
                </c:pt>
                <c:pt idx="712">
                  <c:v>-1.8025E-05</c:v>
                </c:pt>
                <c:pt idx="713">
                  <c:v>-1.7973E-05</c:v>
                </c:pt>
                <c:pt idx="714">
                  <c:v>-1.7911E-05</c:v>
                </c:pt>
                <c:pt idx="715">
                  <c:v>-1.7841E-05</c:v>
                </c:pt>
                <c:pt idx="716">
                  <c:v>-1.7762E-05</c:v>
                </c:pt>
                <c:pt idx="717">
                  <c:v>-1.7674E-05</c:v>
                </c:pt>
                <c:pt idx="718">
                  <c:v>-1.7577E-05</c:v>
                </c:pt>
                <c:pt idx="719">
                  <c:v>-1.7471E-05</c:v>
                </c:pt>
                <c:pt idx="720">
                  <c:v>-1.7358E-05</c:v>
                </c:pt>
                <c:pt idx="721">
                  <c:v>-1.7236E-05</c:v>
                </c:pt>
                <c:pt idx="722">
                  <c:v>-1.7106E-05</c:v>
                </c:pt>
                <c:pt idx="723">
                  <c:v>-1.6968E-05</c:v>
                </c:pt>
                <c:pt idx="724">
                  <c:v>-1.6823E-05</c:v>
                </c:pt>
                <c:pt idx="725">
                  <c:v>-1.667E-05</c:v>
                </c:pt>
                <c:pt idx="726">
                  <c:v>-1.6509E-05</c:v>
                </c:pt>
                <c:pt idx="727">
                  <c:v>-1.6342E-05</c:v>
                </c:pt>
                <c:pt idx="728">
                  <c:v>-1.6167E-05</c:v>
                </c:pt>
                <c:pt idx="729">
                  <c:v>-1.5986E-05</c:v>
                </c:pt>
                <c:pt idx="730">
                  <c:v>-1.5798E-05</c:v>
                </c:pt>
                <c:pt idx="731">
                  <c:v>-1.5604E-05</c:v>
                </c:pt>
                <c:pt idx="732">
                  <c:v>-1.5403E-05</c:v>
                </c:pt>
                <c:pt idx="733">
                  <c:v>-1.5196E-05</c:v>
                </c:pt>
                <c:pt idx="734">
                  <c:v>-1.4983E-05</c:v>
                </c:pt>
                <c:pt idx="735">
                  <c:v>-1.4765E-05</c:v>
                </c:pt>
                <c:pt idx="736">
                  <c:v>-1.4541E-05</c:v>
                </c:pt>
                <c:pt idx="737">
                  <c:v>-1.4312E-05</c:v>
                </c:pt>
                <c:pt idx="738">
                  <c:v>-1.4077E-05</c:v>
                </c:pt>
                <c:pt idx="739">
                  <c:v>-1.3838E-05</c:v>
                </c:pt>
                <c:pt idx="740">
                  <c:v>-1.3594E-05</c:v>
                </c:pt>
                <c:pt idx="741">
                  <c:v>-1.3345E-05</c:v>
                </c:pt>
                <c:pt idx="742">
                  <c:v>-1.3092E-05</c:v>
                </c:pt>
                <c:pt idx="743">
                  <c:v>-1.2835E-05</c:v>
                </c:pt>
                <c:pt idx="744">
                  <c:v>-1.2573E-05</c:v>
                </c:pt>
                <c:pt idx="745">
                  <c:v>-1.2308E-05</c:v>
                </c:pt>
                <c:pt idx="746">
                  <c:v>-1.2039E-05</c:v>
                </c:pt>
                <c:pt idx="747">
                  <c:v>-1.1767E-05</c:v>
                </c:pt>
                <c:pt idx="748">
                  <c:v>-1.1492E-05</c:v>
                </c:pt>
                <c:pt idx="749">
                  <c:v>-1.1213E-05</c:v>
                </c:pt>
                <c:pt idx="750">
                  <c:v>-1.0932E-05</c:v>
                </c:pt>
                <c:pt idx="751">
                  <c:v>-1.0647E-05</c:v>
                </c:pt>
                <c:pt idx="752">
                  <c:v>-1.0361E-05</c:v>
                </c:pt>
                <c:pt idx="753">
                  <c:v>-1.0072E-05</c:v>
                </c:pt>
                <c:pt idx="754">
                  <c:v>-9.781E-06</c:v>
                </c:pt>
                <c:pt idx="755">
                  <c:v>-9.488E-06</c:v>
                </c:pt>
                <c:pt idx="756">
                  <c:v>-9.193E-06</c:v>
                </c:pt>
                <c:pt idx="757">
                  <c:v>-8.897E-06</c:v>
                </c:pt>
                <c:pt idx="758">
                  <c:v>-8.599E-06</c:v>
                </c:pt>
                <c:pt idx="759">
                  <c:v>-8.3E-06</c:v>
                </c:pt>
                <c:pt idx="760">
                  <c:v>-8E-06</c:v>
                </c:pt>
                <c:pt idx="761">
                  <c:v>-7.699E-06</c:v>
                </c:pt>
                <c:pt idx="762">
                  <c:v>-7.398E-06</c:v>
                </c:pt>
                <c:pt idx="763">
                  <c:v>-7.096E-06</c:v>
                </c:pt>
                <c:pt idx="764">
                  <c:v>-6.794E-06</c:v>
                </c:pt>
                <c:pt idx="765">
                  <c:v>-6.491E-06</c:v>
                </c:pt>
                <c:pt idx="766">
                  <c:v>-6.189E-06</c:v>
                </c:pt>
                <c:pt idx="767">
                  <c:v>-5.886E-06</c:v>
                </c:pt>
                <c:pt idx="768">
                  <c:v>-5.584E-06</c:v>
                </c:pt>
                <c:pt idx="769">
                  <c:v>-5.283E-06</c:v>
                </c:pt>
                <c:pt idx="770">
                  <c:v>-4.982E-06</c:v>
                </c:pt>
                <c:pt idx="771">
                  <c:v>-4.682E-06</c:v>
                </c:pt>
                <c:pt idx="772">
                  <c:v>-4.383E-06</c:v>
                </c:pt>
                <c:pt idx="773">
                  <c:v>-4.085E-06</c:v>
                </c:pt>
                <c:pt idx="774">
                  <c:v>-3.788E-06</c:v>
                </c:pt>
                <c:pt idx="775">
                  <c:v>-3.493E-06</c:v>
                </c:pt>
                <c:pt idx="776">
                  <c:v>-3.199E-06</c:v>
                </c:pt>
                <c:pt idx="777">
                  <c:v>-2.907E-06</c:v>
                </c:pt>
                <c:pt idx="778">
                  <c:v>-2.617E-06</c:v>
                </c:pt>
                <c:pt idx="779">
                  <c:v>-2.329E-06</c:v>
                </c:pt>
                <c:pt idx="780">
                  <c:v>-2.043E-06</c:v>
                </c:pt>
                <c:pt idx="781">
                  <c:v>-1.759E-06</c:v>
                </c:pt>
                <c:pt idx="782">
                  <c:v>-1.478E-06</c:v>
                </c:pt>
                <c:pt idx="783">
                  <c:v>-1.199E-06</c:v>
                </c:pt>
                <c:pt idx="784">
                  <c:v>-9.22E-07</c:v>
                </c:pt>
                <c:pt idx="785">
                  <c:v>-6.49E-07</c:v>
                </c:pt>
                <c:pt idx="786">
                  <c:v>-3.78E-07</c:v>
                </c:pt>
                <c:pt idx="787">
                  <c:v>-1.11E-07</c:v>
                </c:pt>
                <c:pt idx="788">
                  <c:v>1.54E-07</c:v>
                </c:pt>
                <c:pt idx="789">
                  <c:v>4.15E-07</c:v>
                </c:pt>
                <c:pt idx="790">
                  <c:v>6.74E-07</c:v>
                </c:pt>
                <c:pt idx="791">
                  <c:v>9.28E-07</c:v>
                </c:pt>
                <c:pt idx="792">
                  <c:v>1.179E-06</c:v>
                </c:pt>
                <c:pt idx="793">
                  <c:v>1.427E-06</c:v>
                </c:pt>
                <c:pt idx="794">
                  <c:v>1.671E-06</c:v>
                </c:pt>
                <c:pt idx="795">
                  <c:v>1.911E-06</c:v>
                </c:pt>
                <c:pt idx="796">
                  <c:v>2.147E-06</c:v>
                </c:pt>
                <c:pt idx="797">
                  <c:v>2.379E-06</c:v>
                </c:pt>
                <c:pt idx="798">
                  <c:v>2.607E-06</c:v>
                </c:pt>
                <c:pt idx="799">
                  <c:v>2.831E-06</c:v>
                </c:pt>
                <c:pt idx="800">
                  <c:v>3.051E-06</c:v>
                </c:pt>
                <c:pt idx="801">
                  <c:v>3.267E-06</c:v>
                </c:pt>
                <c:pt idx="802">
                  <c:v>3.478E-06</c:v>
                </c:pt>
                <c:pt idx="803">
                  <c:v>3.685E-06</c:v>
                </c:pt>
                <c:pt idx="804">
                  <c:v>3.887E-06</c:v>
                </c:pt>
                <c:pt idx="805">
                  <c:v>4.085E-06</c:v>
                </c:pt>
                <c:pt idx="806">
                  <c:v>4.278E-06</c:v>
                </c:pt>
                <c:pt idx="807">
                  <c:v>4.467E-06</c:v>
                </c:pt>
                <c:pt idx="808">
                  <c:v>4.651E-06</c:v>
                </c:pt>
                <c:pt idx="809">
                  <c:v>4.83E-06</c:v>
                </c:pt>
                <c:pt idx="810">
                  <c:v>5.005E-06</c:v>
                </c:pt>
                <c:pt idx="811">
                  <c:v>5.175E-06</c:v>
                </c:pt>
                <c:pt idx="812">
                  <c:v>5.339E-06</c:v>
                </c:pt>
                <c:pt idx="813">
                  <c:v>5.499E-06</c:v>
                </c:pt>
                <c:pt idx="814">
                  <c:v>5.655E-06</c:v>
                </c:pt>
                <c:pt idx="815">
                  <c:v>5.805E-06</c:v>
                </c:pt>
                <c:pt idx="816">
                  <c:v>5.95E-06</c:v>
                </c:pt>
                <c:pt idx="817">
                  <c:v>6.09E-06</c:v>
                </c:pt>
                <c:pt idx="818">
                  <c:v>6.225E-06</c:v>
                </c:pt>
                <c:pt idx="819">
                  <c:v>6.355E-06</c:v>
                </c:pt>
                <c:pt idx="820">
                  <c:v>6.481E-06</c:v>
                </c:pt>
                <c:pt idx="821">
                  <c:v>6.601E-06</c:v>
                </c:pt>
                <c:pt idx="822">
                  <c:v>6.716E-06</c:v>
                </c:pt>
                <c:pt idx="823">
                  <c:v>6.826E-06</c:v>
                </c:pt>
                <c:pt idx="824">
                  <c:v>6.931E-06</c:v>
                </c:pt>
                <c:pt idx="825">
                  <c:v>7.031E-06</c:v>
                </c:pt>
                <c:pt idx="826">
                  <c:v>7.126E-06</c:v>
                </c:pt>
                <c:pt idx="827">
                  <c:v>7.216E-06</c:v>
                </c:pt>
                <c:pt idx="828">
                  <c:v>7.301E-06</c:v>
                </c:pt>
                <c:pt idx="829">
                  <c:v>7.381E-06</c:v>
                </c:pt>
                <c:pt idx="830">
                  <c:v>7.455E-06</c:v>
                </c:pt>
                <c:pt idx="831">
                  <c:v>7.525E-06</c:v>
                </c:pt>
                <c:pt idx="832">
                  <c:v>7.59E-06</c:v>
                </c:pt>
                <c:pt idx="833">
                  <c:v>7.65E-06</c:v>
                </c:pt>
                <c:pt idx="834">
                  <c:v>7.705E-06</c:v>
                </c:pt>
                <c:pt idx="835">
                  <c:v>7.756E-06</c:v>
                </c:pt>
                <c:pt idx="836">
                  <c:v>7.801E-06</c:v>
                </c:pt>
                <c:pt idx="837">
                  <c:v>7.842E-06</c:v>
                </c:pt>
                <c:pt idx="838">
                  <c:v>7.877E-06</c:v>
                </c:pt>
                <c:pt idx="839">
                  <c:v>7.908E-06</c:v>
                </c:pt>
                <c:pt idx="840">
                  <c:v>7.935E-06</c:v>
                </c:pt>
                <c:pt idx="841">
                  <c:v>7.956E-06</c:v>
                </c:pt>
                <c:pt idx="842">
                  <c:v>7.973E-06</c:v>
                </c:pt>
                <c:pt idx="843">
                  <c:v>7.986E-06</c:v>
                </c:pt>
                <c:pt idx="844">
                  <c:v>7.994E-06</c:v>
                </c:pt>
                <c:pt idx="845">
                  <c:v>7.997E-06</c:v>
                </c:pt>
                <c:pt idx="846">
                  <c:v>7.996E-06</c:v>
                </c:pt>
                <c:pt idx="847">
                  <c:v>7.991E-06</c:v>
                </c:pt>
                <c:pt idx="848">
                  <c:v>7.981E-06</c:v>
                </c:pt>
                <c:pt idx="849">
                  <c:v>7.967E-06</c:v>
                </c:pt>
                <c:pt idx="850">
                  <c:v>7.949E-06</c:v>
                </c:pt>
                <c:pt idx="851">
                  <c:v>7.927E-06</c:v>
                </c:pt>
                <c:pt idx="852">
                  <c:v>7.9E-06</c:v>
                </c:pt>
                <c:pt idx="853">
                  <c:v>7.87E-06</c:v>
                </c:pt>
                <c:pt idx="854">
                  <c:v>7.836E-06</c:v>
                </c:pt>
                <c:pt idx="855">
                  <c:v>7.797E-06</c:v>
                </c:pt>
                <c:pt idx="856">
                  <c:v>7.755E-06</c:v>
                </c:pt>
                <c:pt idx="857">
                  <c:v>7.709E-06</c:v>
                </c:pt>
                <c:pt idx="858">
                  <c:v>7.66E-06</c:v>
                </c:pt>
                <c:pt idx="859">
                  <c:v>7.606E-06</c:v>
                </c:pt>
                <c:pt idx="860">
                  <c:v>7.55E-06</c:v>
                </c:pt>
                <c:pt idx="861">
                  <c:v>7.49E-06</c:v>
                </c:pt>
                <c:pt idx="862">
                  <c:v>7.426E-06</c:v>
                </c:pt>
                <c:pt idx="863">
                  <c:v>7.359E-06</c:v>
                </c:pt>
                <c:pt idx="864">
                  <c:v>7.289E-06</c:v>
                </c:pt>
                <c:pt idx="865">
                  <c:v>7.215E-06</c:v>
                </c:pt>
                <c:pt idx="866">
                  <c:v>7.139E-06</c:v>
                </c:pt>
                <c:pt idx="867">
                  <c:v>7.059E-06</c:v>
                </c:pt>
                <c:pt idx="868">
                  <c:v>6.977E-06</c:v>
                </c:pt>
                <c:pt idx="869">
                  <c:v>6.892E-06</c:v>
                </c:pt>
                <c:pt idx="870">
                  <c:v>6.804E-06</c:v>
                </c:pt>
                <c:pt idx="871">
                  <c:v>6.713E-06</c:v>
                </c:pt>
                <c:pt idx="872">
                  <c:v>6.619E-06</c:v>
                </c:pt>
                <c:pt idx="873">
                  <c:v>6.524E-06</c:v>
                </c:pt>
                <c:pt idx="874">
                  <c:v>6.425E-06</c:v>
                </c:pt>
                <c:pt idx="875">
                  <c:v>6.324E-06</c:v>
                </c:pt>
                <c:pt idx="876">
                  <c:v>6.221E-06</c:v>
                </c:pt>
                <c:pt idx="877">
                  <c:v>6.116E-06</c:v>
                </c:pt>
                <c:pt idx="878">
                  <c:v>6.009E-06</c:v>
                </c:pt>
                <c:pt idx="879">
                  <c:v>5.9E-06</c:v>
                </c:pt>
                <c:pt idx="880">
                  <c:v>5.788E-06</c:v>
                </c:pt>
                <c:pt idx="881">
                  <c:v>5.675E-06</c:v>
                </c:pt>
                <c:pt idx="882">
                  <c:v>5.56E-06</c:v>
                </c:pt>
                <c:pt idx="883">
                  <c:v>5.443E-06</c:v>
                </c:pt>
                <c:pt idx="884">
                  <c:v>5.325E-06</c:v>
                </c:pt>
                <c:pt idx="885">
                  <c:v>5.205E-06</c:v>
                </c:pt>
                <c:pt idx="886">
                  <c:v>5.084E-06</c:v>
                </c:pt>
                <c:pt idx="887">
                  <c:v>4.961E-06</c:v>
                </c:pt>
                <c:pt idx="888">
                  <c:v>4.838E-06</c:v>
                </c:pt>
                <c:pt idx="889">
                  <c:v>4.712E-06</c:v>
                </c:pt>
                <c:pt idx="890">
                  <c:v>4.586E-06</c:v>
                </c:pt>
                <c:pt idx="891">
                  <c:v>4.459E-06</c:v>
                </c:pt>
                <c:pt idx="892">
                  <c:v>4.331E-06</c:v>
                </c:pt>
                <c:pt idx="893">
                  <c:v>4.202E-06</c:v>
                </c:pt>
                <c:pt idx="894">
                  <c:v>4.072E-06</c:v>
                </c:pt>
                <c:pt idx="895">
                  <c:v>3.941E-06</c:v>
                </c:pt>
                <c:pt idx="896">
                  <c:v>3.81E-06</c:v>
                </c:pt>
                <c:pt idx="897">
                  <c:v>3.679E-06</c:v>
                </c:pt>
                <c:pt idx="898">
                  <c:v>3.546E-06</c:v>
                </c:pt>
                <c:pt idx="899">
                  <c:v>3.414E-06</c:v>
                </c:pt>
                <c:pt idx="900">
                  <c:v>3.281E-06</c:v>
                </c:pt>
                <c:pt idx="901">
                  <c:v>3.148E-06</c:v>
                </c:pt>
                <c:pt idx="902">
                  <c:v>3.015E-06</c:v>
                </c:pt>
                <c:pt idx="903">
                  <c:v>2.881E-06</c:v>
                </c:pt>
                <c:pt idx="904">
                  <c:v>2.748E-06</c:v>
                </c:pt>
                <c:pt idx="905">
                  <c:v>2.614E-06</c:v>
                </c:pt>
                <c:pt idx="906">
                  <c:v>2.481E-06</c:v>
                </c:pt>
                <c:pt idx="907">
                  <c:v>2.348E-06</c:v>
                </c:pt>
                <c:pt idx="908">
                  <c:v>2.216E-06</c:v>
                </c:pt>
                <c:pt idx="909">
                  <c:v>2.083E-06</c:v>
                </c:pt>
                <c:pt idx="910">
                  <c:v>1.951E-06</c:v>
                </c:pt>
                <c:pt idx="911">
                  <c:v>1.82E-06</c:v>
                </c:pt>
                <c:pt idx="912">
                  <c:v>1.689E-06</c:v>
                </c:pt>
                <c:pt idx="913">
                  <c:v>1.559E-06</c:v>
                </c:pt>
                <c:pt idx="914">
                  <c:v>1.429E-06</c:v>
                </c:pt>
                <c:pt idx="915">
                  <c:v>1.3E-06</c:v>
                </c:pt>
                <c:pt idx="916">
                  <c:v>1.172E-06</c:v>
                </c:pt>
                <c:pt idx="917">
                  <c:v>1.045E-06</c:v>
                </c:pt>
                <c:pt idx="918">
                  <c:v>9.19E-07</c:v>
                </c:pt>
                <c:pt idx="919">
                  <c:v>7.94E-07</c:v>
                </c:pt>
                <c:pt idx="920">
                  <c:v>6.69E-07</c:v>
                </c:pt>
                <c:pt idx="921">
                  <c:v>5.46E-07</c:v>
                </c:pt>
                <c:pt idx="922">
                  <c:v>4.24E-07</c:v>
                </c:pt>
                <c:pt idx="923">
                  <c:v>3.04E-07</c:v>
                </c:pt>
                <c:pt idx="924">
                  <c:v>1.84E-07</c:v>
                </c:pt>
                <c:pt idx="925">
                  <c:v>6.6E-08</c:v>
                </c:pt>
                <c:pt idx="926">
                  <c:v>-5.1E-08</c:v>
                </c:pt>
                <c:pt idx="927">
                  <c:v>-1.66E-07</c:v>
                </c:pt>
                <c:pt idx="928">
                  <c:v>-2.8E-07</c:v>
                </c:pt>
                <c:pt idx="929">
                  <c:v>-3.93E-07</c:v>
                </c:pt>
                <c:pt idx="930">
                  <c:v>-5.04E-07</c:v>
                </c:pt>
                <c:pt idx="931">
                  <c:v>-6.13E-07</c:v>
                </c:pt>
                <c:pt idx="932">
                  <c:v>-7.21E-07</c:v>
                </c:pt>
                <c:pt idx="933">
                  <c:v>-8.27E-07</c:v>
                </c:pt>
                <c:pt idx="934">
                  <c:v>-9.31E-07</c:v>
                </c:pt>
                <c:pt idx="935">
                  <c:v>-1.034E-06</c:v>
                </c:pt>
                <c:pt idx="936">
                  <c:v>-1.135E-06</c:v>
                </c:pt>
                <c:pt idx="937">
                  <c:v>-1.234E-06</c:v>
                </c:pt>
                <c:pt idx="938">
                  <c:v>-1.331E-06</c:v>
                </c:pt>
                <c:pt idx="939">
                  <c:v>-1.427E-06</c:v>
                </c:pt>
                <c:pt idx="940">
                  <c:v>-1.52E-06</c:v>
                </c:pt>
                <c:pt idx="941">
                  <c:v>-1.611E-06</c:v>
                </c:pt>
                <c:pt idx="942">
                  <c:v>-1.701E-06</c:v>
                </c:pt>
                <c:pt idx="943">
                  <c:v>-1.788E-06</c:v>
                </c:pt>
                <c:pt idx="944">
                  <c:v>-1.874E-06</c:v>
                </c:pt>
                <c:pt idx="945">
                  <c:v>-1.957E-06</c:v>
                </c:pt>
                <c:pt idx="946">
                  <c:v>-2.039E-06</c:v>
                </c:pt>
                <c:pt idx="947">
                  <c:v>-2.118E-06</c:v>
                </c:pt>
                <c:pt idx="948">
                  <c:v>-2.195E-06</c:v>
                </c:pt>
                <c:pt idx="949">
                  <c:v>-2.271E-06</c:v>
                </c:pt>
                <c:pt idx="950">
                  <c:v>-2.344E-06</c:v>
                </c:pt>
                <c:pt idx="951">
                  <c:v>-2.414E-06</c:v>
                </c:pt>
                <c:pt idx="952">
                  <c:v>-2.483E-06</c:v>
                </c:pt>
                <c:pt idx="953">
                  <c:v>-2.55E-06</c:v>
                </c:pt>
                <c:pt idx="954">
                  <c:v>-2.614E-06</c:v>
                </c:pt>
                <c:pt idx="955">
                  <c:v>-2.676E-06</c:v>
                </c:pt>
                <c:pt idx="956">
                  <c:v>-2.736E-06</c:v>
                </c:pt>
                <c:pt idx="957">
                  <c:v>-2.794E-06</c:v>
                </c:pt>
                <c:pt idx="958">
                  <c:v>-2.849E-06</c:v>
                </c:pt>
                <c:pt idx="959">
                  <c:v>-2.903E-06</c:v>
                </c:pt>
                <c:pt idx="960">
                  <c:v>-2.954E-06</c:v>
                </c:pt>
                <c:pt idx="961">
                  <c:v>-3.002E-06</c:v>
                </c:pt>
                <c:pt idx="962">
                  <c:v>-3.049E-06</c:v>
                </c:pt>
                <c:pt idx="963">
                  <c:v>-3.094E-06</c:v>
                </c:pt>
                <c:pt idx="964">
                  <c:v>-3.136E-06</c:v>
                </c:pt>
                <c:pt idx="965">
                  <c:v>-3.176E-06</c:v>
                </c:pt>
                <c:pt idx="966">
                  <c:v>-3.213E-06</c:v>
                </c:pt>
                <c:pt idx="967">
                  <c:v>-3.249E-06</c:v>
                </c:pt>
                <c:pt idx="968">
                  <c:v>-3.282E-06</c:v>
                </c:pt>
                <c:pt idx="969">
                  <c:v>-3.313E-06</c:v>
                </c:pt>
                <c:pt idx="970">
                  <c:v>-3.342E-06</c:v>
                </c:pt>
                <c:pt idx="971">
                  <c:v>-3.369E-06</c:v>
                </c:pt>
                <c:pt idx="972">
                  <c:v>-3.394E-06</c:v>
                </c:pt>
                <c:pt idx="973">
                  <c:v>-3.416E-06</c:v>
                </c:pt>
                <c:pt idx="974">
                  <c:v>-3.437E-06</c:v>
                </c:pt>
                <c:pt idx="975">
                  <c:v>-3.455E-06</c:v>
                </c:pt>
                <c:pt idx="976">
                  <c:v>-3.471E-06</c:v>
                </c:pt>
                <c:pt idx="977">
                  <c:v>-3.485E-06</c:v>
                </c:pt>
                <c:pt idx="978">
                  <c:v>-3.497E-06</c:v>
                </c:pt>
                <c:pt idx="979">
                  <c:v>-3.507E-06</c:v>
                </c:pt>
                <c:pt idx="980">
                  <c:v>-3.514E-06</c:v>
                </c:pt>
                <c:pt idx="981">
                  <c:v>-3.52E-06</c:v>
                </c:pt>
                <c:pt idx="982">
                  <c:v>-3.524E-06</c:v>
                </c:pt>
                <c:pt idx="983">
                  <c:v>-3.526E-06</c:v>
                </c:pt>
                <c:pt idx="984">
                  <c:v>-3.526E-06</c:v>
                </c:pt>
                <c:pt idx="985">
                  <c:v>-3.523E-06</c:v>
                </c:pt>
                <c:pt idx="986">
                  <c:v>-3.519E-06</c:v>
                </c:pt>
                <c:pt idx="987">
                  <c:v>-3.514E-06</c:v>
                </c:pt>
                <c:pt idx="988">
                  <c:v>-3.506E-06</c:v>
                </c:pt>
                <c:pt idx="989">
                  <c:v>-3.496E-06</c:v>
                </c:pt>
                <c:pt idx="990">
                  <c:v>-3.485E-06</c:v>
                </c:pt>
                <c:pt idx="991">
                  <c:v>-3.472E-06</c:v>
                </c:pt>
                <c:pt idx="992">
                  <c:v>-3.457E-06</c:v>
                </c:pt>
                <c:pt idx="993">
                  <c:v>-3.44E-06</c:v>
                </c:pt>
                <c:pt idx="994">
                  <c:v>-3.422E-06</c:v>
                </c:pt>
                <c:pt idx="995">
                  <c:v>-3.402E-06</c:v>
                </c:pt>
                <c:pt idx="996">
                  <c:v>-3.38E-06</c:v>
                </c:pt>
                <c:pt idx="997">
                  <c:v>-3.357E-06</c:v>
                </c:pt>
                <c:pt idx="998">
                  <c:v>-3.332E-06</c:v>
                </c:pt>
                <c:pt idx="999">
                  <c:v>-3.306E-06</c:v>
                </c:pt>
                <c:pt idx="1000">
                  <c:v>-3.278E-06</c:v>
                </c:pt>
              </c:numCache>
            </c:numRef>
          </c:yVal>
          <c:smooth val="0"/>
          <c:extLst>
            <c:ext uri="{C3380CC4-5D6E-409C-BE32-E72D297353CC}">
              <ns2:uniqueId val="{00000000-48F6-4C0F-BC29-DC2E1B85BDB0}"/>
            </c:ext>
          </c:extLst>
        </c:ser>
        <c:ser>
          <c:idx val="1"/>
          <c:order val="1"/>
          <c:tx>
            <c:v>I</c:v>
          </c:tx>
          <c:spPr>
            <a:ln w="28575">
              <a:solidFill>
                <a:srgbClr val="C65C2A"/>
              </a:solidFill>
              <a:prstDash val="dash"/>
            </a:ln>
          </c:spPr>
          <c:marker>
            <c:symbol val="none"/>
          </c:marker>
          <c:xVal>
            <c:numRef>
              <c:f>'Chart Data'!$C$2:$C$1002</c:f>
              <c:numCache>
                <c:formatCode>General</c:formatCode>
                <c:ptCount val="10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c:v>
                </c:pt>
                <c:pt idx="501">
                  <c:v>10.02</c:v>
                </c:pt>
                <c:pt idx="502">
                  <c:v>10.04</c:v>
                </c:pt>
                <c:pt idx="503">
                  <c:v>10.06</c:v>
                </c:pt>
                <c:pt idx="504">
                  <c:v>10.08</c:v>
                </c:pt>
                <c:pt idx="505">
                  <c:v>10.1</c:v>
                </c:pt>
                <c:pt idx="506">
                  <c:v>10.12</c:v>
                </c:pt>
                <c:pt idx="507">
                  <c:v>10.14</c:v>
                </c:pt>
                <c:pt idx="508">
                  <c:v>10.16</c:v>
                </c:pt>
                <c:pt idx="509">
                  <c:v>10.18</c:v>
                </c:pt>
                <c:pt idx="510">
                  <c:v>10.2</c:v>
                </c:pt>
                <c:pt idx="511">
                  <c:v>10.22</c:v>
                </c:pt>
                <c:pt idx="512">
                  <c:v>10.24</c:v>
                </c:pt>
                <c:pt idx="513">
                  <c:v>10.26</c:v>
                </c:pt>
                <c:pt idx="514">
                  <c:v>10.28</c:v>
                </c:pt>
                <c:pt idx="515">
                  <c:v>10.3</c:v>
                </c:pt>
                <c:pt idx="516">
                  <c:v>10.32</c:v>
                </c:pt>
                <c:pt idx="517">
                  <c:v>10.34</c:v>
                </c:pt>
                <c:pt idx="518">
                  <c:v>10.36</c:v>
                </c:pt>
                <c:pt idx="519">
                  <c:v>10.38</c:v>
                </c:pt>
                <c:pt idx="520">
                  <c:v>10.4</c:v>
                </c:pt>
                <c:pt idx="521">
                  <c:v>10.42</c:v>
                </c:pt>
                <c:pt idx="522">
                  <c:v>10.44</c:v>
                </c:pt>
                <c:pt idx="523">
                  <c:v>10.46</c:v>
                </c:pt>
                <c:pt idx="524">
                  <c:v>10.48</c:v>
                </c:pt>
                <c:pt idx="525">
                  <c:v>10.5</c:v>
                </c:pt>
                <c:pt idx="526">
                  <c:v>10.52</c:v>
                </c:pt>
                <c:pt idx="527">
                  <c:v>10.54</c:v>
                </c:pt>
                <c:pt idx="528">
                  <c:v>10.56</c:v>
                </c:pt>
                <c:pt idx="529">
                  <c:v>10.58</c:v>
                </c:pt>
                <c:pt idx="530">
                  <c:v>10.6</c:v>
                </c:pt>
                <c:pt idx="531">
                  <c:v>10.62</c:v>
                </c:pt>
                <c:pt idx="532">
                  <c:v>10.64</c:v>
                </c:pt>
                <c:pt idx="533">
                  <c:v>10.66</c:v>
                </c:pt>
                <c:pt idx="534">
                  <c:v>10.68</c:v>
                </c:pt>
                <c:pt idx="535">
                  <c:v>10.7</c:v>
                </c:pt>
                <c:pt idx="536">
                  <c:v>10.72</c:v>
                </c:pt>
                <c:pt idx="537">
                  <c:v>10.74</c:v>
                </c:pt>
                <c:pt idx="538">
                  <c:v>10.76</c:v>
                </c:pt>
                <c:pt idx="539">
                  <c:v>10.78</c:v>
                </c:pt>
                <c:pt idx="540">
                  <c:v>10.8</c:v>
                </c:pt>
                <c:pt idx="541">
                  <c:v>10.82</c:v>
                </c:pt>
                <c:pt idx="542">
                  <c:v>10.84</c:v>
                </c:pt>
                <c:pt idx="543">
                  <c:v>10.86</c:v>
                </c:pt>
                <c:pt idx="544">
                  <c:v>10.88</c:v>
                </c:pt>
                <c:pt idx="545">
                  <c:v>10.9</c:v>
                </c:pt>
                <c:pt idx="546">
                  <c:v>10.92</c:v>
                </c:pt>
                <c:pt idx="547">
                  <c:v>10.94</c:v>
                </c:pt>
                <c:pt idx="548">
                  <c:v>10.96</c:v>
                </c:pt>
                <c:pt idx="549">
                  <c:v>10.98</c:v>
                </c:pt>
                <c:pt idx="550">
                  <c:v>11</c:v>
                </c:pt>
                <c:pt idx="551">
                  <c:v>11.02</c:v>
                </c:pt>
                <c:pt idx="552">
                  <c:v>11.04</c:v>
                </c:pt>
                <c:pt idx="553">
                  <c:v>11.06</c:v>
                </c:pt>
                <c:pt idx="554">
                  <c:v>11.08</c:v>
                </c:pt>
                <c:pt idx="555">
                  <c:v>11.1</c:v>
                </c:pt>
                <c:pt idx="556">
                  <c:v>11.12</c:v>
                </c:pt>
                <c:pt idx="557">
                  <c:v>11.14</c:v>
                </c:pt>
                <c:pt idx="558">
                  <c:v>11.16</c:v>
                </c:pt>
                <c:pt idx="559">
                  <c:v>11.18</c:v>
                </c:pt>
                <c:pt idx="560">
                  <c:v>11.2</c:v>
                </c:pt>
                <c:pt idx="561">
                  <c:v>11.22</c:v>
                </c:pt>
                <c:pt idx="562">
                  <c:v>11.24</c:v>
                </c:pt>
                <c:pt idx="563">
                  <c:v>11.26</c:v>
                </c:pt>
                <c:pt idx="564">
                  <c:v>11.28</c:v>
                </c:pt>
                <c:pt idx="565">
                  <c:v>11.3</c:v>
                </c:pt>
                <c:pt idx="566">
                  <c:v>11.32</c:v>
                </c:pt>
                <c:pt idx="567">
                  <c:v>11.34</c:v>
                </c:pt>
                <c:pt idx="568">
                  <c:v>11.36</c:v>
                </c:pt>
                <c:pt idx="569">
                  <c:v>11.38</c:v>
                </c:pt>
                <c:pt idx="570">
                  <c:v>11.4</c:v>
                </c:pt>
                <c:pt idx="571">
                  <c:v>11.42</c:v>
                </c:pt>
                <c:pt idx="572">
                  <c:v>11.44</c:v>
                </c:pt>
                <c:pt idx="573">
                  <c:v>11.46</c:v>
                </c:pt>
                <c:pt idx="574">
                  <c:v>11.48</c:v>
                </c:pt>
                <c:pt idx="575">
                  <c:v>11.5</c:v>
                </c:pt>
                <c:pt idx="576">
                  <c:v>11.52</c:v>
                </c:pt>
                <c:pt idx="577">
                  <c:v>11.54</c:v>
                </c:pt>
                <c:pt idx="578">
                  <c:v>11.56</c:v>
                </c:pt>
                <c:pt idx="579">
                  <c:v>11.58</c:v>
                </c:pt>
                <c:pt idx="580">
                  <c:v>11.6</c:v>
                </c:pt>
                <c:pt idx="581">
                  <c:v>11.62</c:v>
                </c:pt>
                <c:pt idx="582">
                  <c:v>11.64</c:v>
                </c:pt>
                <c:pt idx="583">
                  <c:v>11.66</c:v>
                </c:pt>
                <c:pt idx="584">
                  <c:v>11.68</c:v>
                </c:pt>
                <c:pt idx="585">
                  <c:v>11.7</c:v>
                </c:pt>
                <c:pt idx="586">
                  <c:v>11.72</c:v>
                </c:pt>
                <c:pt idx="587">
                  <c:v>11.74</c:v>
                </c:pt>
                <c:pt idx="588">
                  <c:v>11.76</c:v>
                </c:pt>
                <c:pt idx="589">
                  <c:v>11.78</c:v>
                </c:pt>
                <c:pt idx="590">
                  <c:v>11.8</c:v>
                </c:pt>
                <c:pt idx="591">
                  <c:v>11.82</c:v>
                </c:pt>
                <c:pt idx="592">
                  <c:v>11.84</c:v>
                </c:pt>
                <c:pt idx="593">
                  <c:v>11.86</c:v>
                </c:pt>
                <c:pt idx="594">
                  <c:v>11.88</c:v>
                </c:pt>
                <c:pt idx="595">
                  <c:v>11.9</c:v>
                </c:pt>
                <c:pt idx="596">
                  <c:v>11.92</c:v>
                </c:pt>
                <c:pt idx="597">
                  <c:v>11.94</c:v>
                </c:pt>
                <c:pt idx="598">
                  <c:v>11.96</c:v>
                </c:pt>
                <c:pt idx="599">
                  <c:v>11.98</c:v>
                </c:pt>
                <c:pt idx="600">
                  <c:v>12</c:v>
                </c:pt>
                <c:pt idx="601">
                  <c:v>12.02</c:v>
                </c:pt>
                <c:pt idx="602">
                  <c:v>12.04</c:v>
                </c:pt>
                <c:pt idx="603">
                  <c:v>12.06</c:v>
                </c:pt>
                <c:pt idx="604">
                  <c:v>12.08</c:v>
                </c:pt>
                <c:pt idx="605">
                  <c:v>12.1</c:v>
                </c:pt>
                <c:pt idx="606">
                  <c:v>12.12</c:v>
                </c:pt>
                <c:pt idx="607">
                  <c:v>12.14</c:v>
                </c:pt>
                <c:pt idx="608">
                  <c:v>12.16</c:v>
                </c:pt>
                <c:pt idx="609">
                  <c:v>12.18</c:v>
                </c:pt>
                <c:pt idx="610">
                  <c:v>12.2</c:v>
                </c:pt>
                <c:pt idx="611">
                  <c:v>12.22</c:v>
                </c:pt>
                <c:pt idx="612">
                  <c:v>12.24</c:v>
                </c:pt>
                <c:pt idx="613">
                  <c:v>12.26</c:v>
                </c:pt>
                <c:pt idx="614">
                  <c:v>12.28</c:v>
                </c:pt>
                <c:pt idx="615">
                  <c:v>12.3</c:v>
                </c:pt>
                <c:pt idx="616">
                  <c:v>12.32</c:v>
                </c:pt>
                <c:pt idx="617">
                  <c:v>12.34</c:v>
                </c:pt>
                <c:pt idx="618">
                  <c:v>12.36</c:v>
                </c:pt>
                <c:pt idx="619">
                  <c:v>12.38</c:v>
                </c:pt>
                <c:pt idx="620">
                  <c:v>12.4</c:v>
                </c:pt>
                <c:pt idx="621">
                  <c:v>12.42</c:v>
                </c:pt>
                <c:pt idx="622">
                  <c:v>12.44</c:v>
                </c:pt>
                <c:pt idx="623">
                  <c:v>12.46</c:v>
                </c:pt>
                <c:pt idx="624">
                  <c:v>12.48</c:v>
                </c:pt>
                <c:pt idx="625">
                  <c:v>12.5</c:v>
                </c:pt>
                <c:pt idx="626">
                  <c:v>12.52</c:v>
                </c:pt>
                <c:pt idx="627">
                  <c:v>12.54</c:v>
                </c:pt>
                <c:pt idx="628">
                  <c:v>12.56</c:v>
                </c:pt>
                <c:pt idx="629">
                  <c:v>12.58</c:v>
                </c:pt>
                <c:pt idx="630">
                  <c:v>12.6</c:v>
                </c:pt>
                <c:pt idx="631">
                  <c:v>12.62</c:v>
                </c:pt>
                <c:pt idx="632">
                  <c:v>12.64</c:v>
                </c:pt>
                <c:pt idx="633">
                  <c:v>12.66</c:v>
                </c:pt>
                <c:pt idx="634">
                  <c:v>12.68</c:v>
                </c:pt>
                <c:pt idx="635">
                  <c:v>12.7</c:v>
                </c:pt>
                <c:pt idx="636">
                  <c:v>12.72</c:v>
                </c:pt>
                <c:pt idx="637">
                  <c:v>12.74</c:v>
                </c:pt>
                <c:pt idx="638">
                  <c:v>12.76</c:v>
                </c:pt>
                <c:pt idx="639">
                  <c:v>12.78</c:v>
                </c:pt>
                <c:pt idx="640">
                  <c:v>12.8</c:v>
                </c:pt>
                <c:pt idx="641">
                  <c:v>12.82</c:v>
                </c:pt>
                <c:pt idx="642">
                  <c:v>12.84</c:v>
                </c:pt>
                <c:pt idx="643">
                  <c:v>12.86</c:v>
                </c:pt>
                <c:pt idx="644">
                  <c:v>12.88</c:v>
                </c:pt>
                <c:pt idx="645">
                  <c:v>12.9</c:v>
                </c:pt>
                <c:pt idx="646">
                  <c:v>12.92</c:v>
                </c:pt>
                <c:pt idx="647">
                  <c:v>12.94</c:v>
                </c:pt>
                <c:pt idx="648">
                  <c:v>12.96</c:v>
                </c:pt>
                <c:pt idx="649">
                  <c:v>12.98</c:v>
                </c:pt>
                <c:pt idx="650">
                  <c:v>13</c:v>
                </c:pt>
                <c:pt idx="651">
                  <c:v>13.02</c:v>
                </c:pt>
                <c:pt idx="652">
                  <c:v>13.04</c:v>
                </c:pt>
                <c:pt idx="653">
                  <c:v>13.06</c:v>
                </c:pt>
                <c:pt idx="654">
                  <c:v>13.08</c:v>
                </c:pt>
                <c:pt idx="655">
                  <c:v>13.1</c:v>
                </c:pt>
                <c:pt idx="656">
                  <c:v>13.12</c:v>
                </c:pt>
                <c:pt idx="657">
                  <c:v>13.14</c:v>
                </c:pt>
                <c:pt idx="658">
                  <c:v>13.16</c:v>
                </c:pt>
                <c:pt idx="659">
                  <c:v>13.18</c:v>
                </c:pt>
                <c:pt idx="660">
                  <c:v>13.2</c:v>
                </c:pt>
                <c:pt idx="661">
                  <c:v>13.22</c:v>
                </c:pt>
                <c:pt idx="662">
                  <c:v>13.24</c:v>
                </c:pt>
                <c:pt idx="663">
                  <c:v>13.26</c:v>
                </c:pt>
                <c:pt idx="664">
                  <c:v>13.28</c:v>
                </c:pt>
                <c:pt idx="665">
                  <c:v>13.3</c:v>
                </c:pt>
                <c:pt idx="666">
                  <c:v>13.32</c:v>
                </c:pt>
                <c:pt idx="667">
                  <c:v>13.34</c:v>
                </c:pt>
                <c:pt idx="668">
                  <c:v>13.36</c:v>
                </c:pt>
                <c:pt idx="669">
                  <c:v>13.38</c:v>
                </c:pt>
                <c:pt idx="670">
                  <c:v>13.4</c:v>
                </c:pt>
                <c:pt idx="671">
                  <c:v>13.42</c:v>
                </c:pt>
                <c:pt idx="672">
                  <c:v>13.44</c:v>
                </c:pt>
                <c:pt idx="673">
                  <c:v>13.46</c:v>
                </c:pt>
                <c:pt idx="674">
                  <c:v>13.48</c:v>
                </c:pt>
                <c:pt idx="675">
                  <c:v>13.5</c:v>
                </c:pt>
                <c:pt idx="676">
                  <c:v>13.52</c:v>
                </c:pt>
                <c:pt idx="677">
                  <c:v>13.54</c:v>
                </c:pt>
                <c:pt idx="678">
                  <c:v>13.56</c:v>
                </c:pt>
                <c:pt idx="679">
                  <c:v>13.58</c:v>
                </c:pt>
                <c:pt idx="680">
                  <c:v>13.6</c:v>
                </c:pt>
                <c:pt idx="681">
                  <c:v>13.62</c:v>
                </c:pt>
                <c:pt idx="682">
                  <c:v>13.64</c:v>
                </c:pt>
                <c:pt idx="683">
                  <c:v>13.66</c:v>
                </c:pt>
                <c:pt idx="684">
                  <c:v>13.68</c:v>
                </c:pt>
                <c:pt idx="685">
                  <c:v>13.7</c:v>
                </c:pt>
                <c:pt idx="686">
                  <c:v>13.72</c:v>
                </c:pt>
                <c:pt idx="687">
                  <c:v>13.74</c:v>
                </c:pt>
                <c:pt idx="688">
                  <c:v>13.76</c:v>
                </c:pt>
                <c:pt idx="689">
                  <c:v>13.78</c:v>
                </c:pt>
                <c:pt idx="690">
                  <c:v>13.8</c:v>
                </c:pt>
                <c:pt idx="691">
                  <c:v>13.82</c:v>
                </c:pt>
                <c:pt idx="692">
                  <c:v>13.84</c:v>
                </c:pt>
                <c:pt idx="693">
                  <c:v>13.86</c:v>
                </c:pt>
                <c:pt idx="694">
                  <c:v>13.88</c:v>
                </c:pt>
                <c:pt idx="695">
                  <c:v>13.9</c:v>
                </c:pt>
                <c:pt idx="696">
                  <c:v>13.92</c:v>
                </c:pt>
                <c:pt idx="697">
                  <c:v>13.94</c:v>
                </c:pt>
                <c:pt idx="698">
                  <c:v>13.96</c:v>
                </c:pt>
                <c:pt idx="699">
                  <c:v>13.98</c:v>
                </c:pt>
                <c:pt idx="700">
                  <c:v>14</c:v>
                </c:pt>
                <c:pt idx="701">
                  <c:v>14.02</c:v>
                </c:pt>
                <c:pt idx="702">
                  <c:v>14.04</c:v>
                </c:pt>
                <c:pt idx="703">
                  <c:v>14.06</c:v>
                </c:pt>
                <c:pt idx="704">
                  <c:v>14.08</c:v>
                </c:pt>
                <c:pt idx="705">
                  <c:v>14.1</c:v>
                </c:pt>
                <c:pt idx="706">
                  <c:v>14.12</c:v>
                </c:pt>
                <c:pt idx="707">
                  <c:v>14.14</c:v>
                </c:pt>
                <c:pt idx="708">
                  <c:v>14.16</c:v>
                </c:pt>
                <c:pt idx="709">
                  <c:v>14.18</c:v>
                </c:pt>
                <c:pt idx="710">
                  <c:v>14.2</c:v>
                </c:pt>
                <c:pt idx="711">
                  <c:v>14.22</c:v>
                </c:pt>
                <c:pt idx="712">
                  <c:v>14.24</c:v>
                </c:pt>
                <c:pt idx="713">
                  <c:v>14.26</c:v>
                </c:pt>
                <c:pt idx="714">
                  <c:v>14.28</c:v>
                </c:pt>
                <c:pt idx="715">
                  <c:v>14.3</c:v>
                </c:pt>
                <c:pt idx="716">
                  <c:v>14.32</c:v>
                </c:pt>
                <c:pt idx="717">
                  <c:v>14.34</c:v>
                </c:pt>
                <c:pt idx="718">
                  <c:v>14.36</c:v>
                </c:pt>
                <c:pt idx="719">
                  <c:v>14.38</c:v>
                </c:pt>
                <c:pt idx="720">
                  <c:v>14.4</c:v>
                </c:pt>
                <c:pt idx="721">
                  <c:v>14.42</c:v>
                </c:pt>
                <c:pt idx="722">
                  <c:v>14.44</c:v>
                </c:pt>
                <c:pt idx="723">
                  <c:v>14.46</c:v>
                </c:pt>
                <c:pt idx="724">
                  <c:v>14.48</c:v>
                </c:pt>
                <c:pt idx="725">
                  <c:v>14.5</c:v>
                </c:pt>
                <c:pt idx="726">
                  <c:v>14.52</c:v>
                </c:pt>
                <c:pt idx="727">
                  <c:v>14.54</c:v>
                </c:pt>
                <c:pt idx="728">
                  <c:v>14.56</c:v>
                </c:pt>
                <c:pt idx="729">
                  <c:v>14.58</c:v>
                </c:pt>
                <c:pt idx="730">
                  <c:v>14.6</c:v>
                </c:pt>
                <c:pt idx="731">
                  <c:v>14.62</c:v>
                </c:pt>
                <c:pt idx="732">
                  <c:v>14.64</c:v>
                </c:pt>
                <c:pt idx="733">
                  <c:v>14.66</c:v>
                </c:pt>
                <c:pt idx="734">
                  <c:v>14.68</c:v>
                </c:pt>
                <c:pt idx="735">
                  <c:v>14.7</c:v>
                </c:pt>
                <c:pt idx="736">
                  <c:v>14.72</c:v>
                </c:pt>
                <c:pt idx="737">
                  <c:v>14.74</c:v>
                </c:pt>
                <c:pt idx="738">
                  <c:v>14.76</c:v>
                </c:pt>
                <c:pt idx="739">
                  <c:v>14.78</c:v>
                </c:pt>
                <c:pt idx="740">
                  <c:v>14.8</c:v>
                </c:pt>
                <c:pt idx="741">
                  <c:v>14.82</c:v>
                </c:pt>
                <c:pt idx="742">
                  <c:v>14.84</c:v>
                </c:pt>
                <c:pt idx="743">
                  <c:v>14.86</c:v>
                </c:pt>
                <c:pt idx="744">
                  <c:v>14.88</c:v>
                </c:pt>
                <c:pt idx="745">
                  <c:v>14.9</c:v>
                </c:pt>
                <c:pt idx="746">
                  <c:v>14.92</c:v>
                </c:pt>
                <c:pt idx="747">
                  <c:v>14.94</c:v>
                </c:pt>
                <c:pt idx="748">
                  <c:v>14.96</c:v>
                </c:pt>
                <c:pt idx="749">
                  <c:v>14.98</c:v>
                </c:pt>
                <c:pt idx="750">
                  <c:v>15</c:v>
                </c:pt>
                <c:pt idx="751">
                  <c:v>15.02</c:v>
                </c:pt>
                <c:pt idx="752">
                  <c:v>15.04</c:v>
                </c:pt>
                <c:pt idx="753">
                  <c:v>15.06</c:v>
                </c:pt>
                <c:pt idx="754">
                  <c:v>15.08</c:v>
                </c:pt>
                <c:pt idx="755">
                  <c:v>15.1</c:v>
                </c:pt>
                <c:pt idx="756">
                  <c:v>15.12</c:v>
                </c:pt>
                <c:pt idx="757">
                  <c:v>15.14</c:v>
                </c:pt>
                <c:pt idx="758">
                  <c:v>15.16</c:v>
                </c:pt>
                <c:pt idx="759">
                  <c:v>15.18</c:v>
                </c:pt>
                <c:pt idx="760">
                  <c:v>15.2</c:v>
                </c:pt>
                <c:pt idx="761">
                  <c:v>15.22</c:v>
                </c:pt>
                <c:pt idx="762">
                  <c:v>15.24</c:v>
                </c:pt>
                <c:pt idx="763">
                  <c:v>15.26</c:v>
                </c:pt>
                <c:pt idx="764">
                  <c:v>15.28</c:v>
                </c:pt>
                <c:pt idx="765">
                  <c:v>15.3</c:v>
                </c:pt>
                <c:pt idx="766">
                  <c:v>15.32</c:v>
                </c:pt>
                <c:pt idx="767">
                  <c:v>15.34</c:v>
                </c:pt>
                <c:pt idx="768">
                  <c:v>15.36</c:v>
                </c:pt>
                <c:pt idx="769">
                  <c:v>15.38</c:v>
                </c:pt>
                <c:pt idx="770">
                  <c:v>15.4</c:v>
                </c:pt>
                <c:pt idx="771">
                  <c:v>15.42</c:v>
                </c:pt>
                <c:pt idx="772">
                  <c:v>15.44</c:v>
                </c:pt>
                <c:pt idx="773">
                  <c:v>15.46</c:v>
                </c:pt>
                <c:pt idx="774">
                  <c:v>15.48</c:v>
                </c:pt>
                <c:pt idx="775">
                  <c:v>15.5</c:v>
                </c:pt>
                <c:pt idx="776">
                  <c:v>15.52</c:v>
                </c:pt>
                <c:pt idx="777">
                  <c:v>15.54</c:v>
                </c:pt>
                <c:pt idx="778">
                  <c:v>15.56</c:v>
                </c:pt>
                <c:pt idx="779">
                  <c:v>15.58</c:v>
                </c:pt>
                <c:pt idx="780">
                  <c:v>15.6</c:v>
                </c:pt>
                <c:pt idx="781">
                  <c:v>15.62</c:v>
                </c:pt>
                <c:pt idx="782">
                  <c:v>15.64</c:v>
                </c:pt>
                <c:pt idx="783">
                  <c:v>15.66</c:v>
                </c:pt>
                <c:pt idx="784">
                  <c:v>15.68</c:v>
                </c:pt>
                <c:pt idx="785">
                  <c:v>15.7</c:v>
                </c:pt>
                <c:pt idx="786">
                  <c:v>15.72</c:v>
                </c:pt>
                <c:pt idx="787">
                  <c:v>15.74</c:v>
                </c:pt>
                <c:pt idx="788">
                  <c:v>15.76</c:v>
                </c:pt>
                <c:pt idx="789">
                  <c:v>15.78</c:v>
                </c:pt>
                <c:pt idx="790">
                  <c:v>15.8</c:v>
                </c:pt>
                <c:pt idx="791">
                  <c:v>15.82</c:v>
                </c:pt>
                <c:pt idx="792">
                  <c:v>15.84</c:v>
                </c:pt>
                <c:pt idx="793">
                  <c:v>15.86</c:v>
                </c:pt>
                <c:pt idx="794">
                  <c:v>15.88</c:v>
                </c:pt>
                <c:pt idx="795">
                  <c:v>15.9</c:v>
                </c:pt>
                <c:pt idx="796">
                  <c:v>15.92</c:v>
                </c:pt>
                <c:pt idx="797">
                  <c:v>15.94</c:v>
                </c:pt>
                <c:pt idx="798">
                  <c:v>15.96</c:v>
                </c:pt>
                <c:pt idx="799">
                  <c:v>15.98</c:v>
                </c:pt>
                <c:pt idx="800">
                  <c:v>16</c:v>
                </c:pt>
                <c:pt idx="801">
                  <c:v>16.02</c:v>
                </c:pt>
                <c:pt idx="802">
                  <c:v>16.04</c:v>
                </c:pt>
                <c:pt idx="803">
                  <c:v>16.06</c:v>
                </c:pt>
                <c:pt idx="804">
                  <c:v>16.08</c:v>
                </c:pt>
                <c:pt idx="805">
                  <c:v>16.1</c:v>
                </c:pt>
                <c:pt idx="806">
                  <c:v>16.12</c:v>
                </c:pt>
                <c:pt idx="807">
                  <c:v>16.14</c:v>
                </c:pt>
                <c:pt idx="808">
                  <c:v>16.16</c:v>
                </c:pt>
                <c:pt idx="809">
                  <c:v>16.18</c:v>
                </c:pt>
                <c:pt idx="810">
                  <c:v>16.2</c:v>
                </c:pt>
                <c:pt idx="811">
                  <c:v>16.22</c:v>
                </c:pt>
                <c:pt idx="812">
                  <c:v>16.24</c:v>
                </c:pt>
                <c:pt idx="813">
                  <c:v>16.26</c:v>
                </c:pt>
                <c:pt idx="814">
                  <c:v>16.28</c:v>
                </c:pt>
                <c:pt idx="815">
                  <c:v>16.3</c:v>
                </c:pt>
                <c:pt idx="816">
                  <c:v>16.32</c:v>
                </c:pt>
                <c:pt idx="817">
                  <c:v>16.34</c:v>
                </c:pt>
                <c:pt idx="818">
                  <c:v>16.36</c:v>
                </c:pt>
                <c:pt idx="819">
                  <c:v>16.38</c:v>
                </c:pt>
                <c:pt idx="820">
                  <c:v>16.4</c:v>
                </c:pt>
                <c:pt idx="821">
                  <c:v>16.42</c:v>
                </c:pt>
                <c:pt idx="822">
                  <c:v>16.44</c:v>
                </c:pt>
                <c:pt idx="823">
                  <c:v>16.46</c:v>
                </c:pt>
                <c:pt idx="824">
                  <c:v>16.48</c:v>
                </c:pt>
                <c:pt idx="825">
                  <c:v>16.5</c:v>
                </c:pt>
                <c:pt idx="826">
                  <c:v>16.52</c:v>
                </c:pt>
                <c:pt idx="827">
                  <c:v>16.54</c:v>
                </c:pt>
                <c:pt idx="828">
                  <c:v>16.56</c:v>
                </c:pt>
                <c:pt idx="829">
                  <c:v>16.58</c:v>
                </c:pt>
                <c:pt idx="830">
                  <c:v>16.6</c:v>
                </c:pt>
                <c:pt idx="831">
                  <c:v>16.62</c:v>
                </c:pt>
                <c:pt idx="832">
                  <c:v>16.64</c:v>
                </c:pt>
                <c:pt idx="833">
                  <c:v>16.66</c:v>
                </c:pt>
                <c:pt idx="834">
                  <c:v>16.68</c:v>
                </c:pt>
                <c:pt idx="835">
                  <c:v>16.7</c:v>
                </c:pt>
                <c:pt idx="836">
                  <c:v>16.72</c:v>
                </c:pt>
                <c:pt idx="837">
                  <c:v>16.74</c:v>
                </c:pt>
                <c:pt idx="838">
                  <c:v>16.76</c:v>
                </c:pt>
                <c:pt idx="839">
                  <c:v>16.78</c:v>
                </c:pt>
                <c:pt idx="840">
                  <c:v>16.8</c:v>
                </c:pt>
                <c:pt idx="841">
                  <c:v>16.82</c:v>
                </c:pt>
                <c:pt idx="842">
                  <c:v>16.84</c:v>
                </c:pt>
                <c:pt idx="843">
                  <c:v>16.86</c:v>
                </c:pt>
                <c:pt idx="844">
                  <c:v>16.88</c:v>
                </c:pt>
                <c:pt idx="845">
                  <c:v>16.9</c:v>
                </c:pt>
                <c:pt idx="846">
                  <c:v>16.92</c:v>
                </c:pt>
                <c:pt idx="847">
                  <c:v>16.94</c:v>
                </c:pt>
                <c:pt idx="848">
                  <c:v>16.96</c:v>
                </c:pt>
                <c:pt idx="849">
                  <c:v>16.98</c:v>
                </c:pt>
                <c:pt idx="850">
                  <c:v>17</c:v>
                </c:pt>
                <c:pt idx="851">
                  <c:v>17.02</c:v>
                </c:pt>
                <c:pt idx="852">
                  <c:v>17.04</c:v>
                </c:pt>
                <c:pt idx="853">
                  <c:v>17.06</c:v>
                </c:pt>
                <c:pt idx="854">
                  <c:v>17.08</c:v>
                </c:pt>
                <c:pt idx="855">
                  <c:v>17.1</c:v>
                </c:pt>
                <c:pt idx="856">
                  <c:v>17.12</c:v>
                </c:pt>
                <c:pt idx="857">
                  <c:v>17.14</c:v>
                </c:pt>
                <c:pt idx="858">
                  <c:v>17.16</c:v>
                </c:pt>
                <c:pt idx="859">
                  <c:v>17.18</c:v>
                </c:pt>
                <c:pt idx="860">
                  <c:v>17.2</c:v>
                </c:pt>
                <c:pt idx="861">
                  <c:v>17.22</c:v>
                </c:pt>
                <c:pt idx="862">
                  <c:v>17.24</c:v>
                </c:pt>
                <c:pt idx="863">
                  <c:v>17.26</c:v>
                </c:pt>
                <c:pt idx="864">
                  <c:v>17.28</c:v>
                </c:pt>
                <c:pt idx="865">
                  <c:v>17.3</c:v>
                </c:pt>
                <c:pt idx="866">
                  <c:v>17.32</c:v>
                </c:pt>
                <c:pt idx="867">
                  <c:v>17.34</c:v>
                </c:pt>
                <c:pt idx="868">
                  <c:v>17.36</c:v>
                </c:pt>
                <c:pt idx="869">
                  <c:v>17.38</c:v>
                </c:pt>
                <c:pt idx="870">
                  <c:v>17.4</c:v>
                </c:pt>
                <c:pt idx="871">
                  <c:v>17.42</c:v>
                </c:pt>
                <c:pt idx="872">
                  <c:v>17.44</c:v>
                </c:pt>
                <c:pt idx="873">
                  <c:v>17.46</c:v>
                </c:pt>
                <c:pt idx="874">
                  <c:v>17.48</c:v>
                </c:pt>
                <c:pt idx="875">
                  <c:v>17.5</c:v>
                </c:pt>
                <c:pt idx="876">
                  <c:v>17.52</c:v>
                </c:pt>
                <c:pt idx="877">
                  <c:v>17.54</c:v>
                </c:pt>
                <c:pt idx="878">
                  <c:v>17.56</c:v>
                </c:pt>
                <c:pt idx="879">
                  <c:v>17.58</c:v>
                </c:pt>
                <c:pt idx="880">
                  <c:v>17.6</c:v>
                </c:pt>
                <c:pt idx="881">
                  <c:v>17.62</c:v>
                </c:pt>
                <c:pt idx="882">
                  <c:v>17.64</c:v>
                </c:pt>
                <c:pt idx="883">
                  <c:v>17.66</c:v>
                </c:pt>
                <c:pt idx="884">
                  <c:v>17.68</c:v>
                </c:pt>
                <c:pt idx="885">
                  <c:v>17.7</c:v>
                </c:pt>
                <c:pt idx="886">
                  <c:v>17.72</c:v>
                </c:pt>
                <c:pt idx="887">
                  <c:v>17.74</c:v>
                </c:pt>
                <c:pt idx="888">
                  <c:v>17.76</c:v>
                </c:pt>
                <c:pt idx="889">
                  <c:v>17.78</c:v>
                </c:pt>
                <c:pt idx="890">
                  <c:v>17.8</c:v>
                </c:pt>
                <c:pt idx="891">
                  <c:v>17.82</c:v>
                </c:pt>
                <c:pt idx="892">
                  <c:v>17.84</c:v>
                </c:pt>
                <c:pt idx="893">
                  <c:v>17.86</c:v>
                </c:pt>
                <c:pt idx="894">
                  <c:v>17.88</c:v>
                </c:pt>
                <c:pt idx="895">
                  <c:v>17.9</c:v>
                </c:pt>
                <c:pt idx="896">
                  <c:v>17.92</c:v>
                </c:pt>
                <c:pt idx="897">
                  <c:v>17.94</c:v>
                </c:pt>
                <c:pt idx="898">
                  <c:v>17.96</c:v>
                </c:pt>
                <c:pt idx="899">
                  <c:v>17.98</c:v>
                </c:pt>
                <c:pt idx="900">
                  <c:v>18</c:v>
                </c:pt>
                <c:pt idx="901">
                  <c:v>18.02</c:v>
                </c:pt>
                <c:pt idx="902">
                  <c:v>18.04</c:v>
                </c:pt>
                <c:pt idx="903">
                  <c:v>18.06</c:v>
                </c:pt>
                <c:pt idx="904">
                  <c:v>18.08</c:v>
                </c:pt>
                <c:pt idx="905">
                  <c:v>18.1</c:v>
                </c:pt>
                <c:pt idx="906">
                  <c:v>18.12</c:v>
                </c:pt>
                <c:pt idx="907">
                  <c:v>18.14</c:v>
                </c:pt>
                <c:pt idx="908">
                  <c:v>18.16</c:v>
                </c:pt>
                <c:pt idx="909">
                  <c:v>18.18</c:v>
                </c:pt>
                <c:pt idx="910">
                  <c:v>18.2</c:v>
                </c:pt>
                <c:pt idx="911">
                  <c:v>18.22</c:v>
                </c:pt>
                <c:pt idx="912">
                  <c:v>18.24</c:v>
                </c:pt>
                <c:pt idx="913">
                  <c:v>18.26</c:v>
                </c:pt>
                <c:pt idx="914">
                  <c:v>18.28</c:v>
                </c:pt>
                <c:pt idx="915">
                  <c:v>18.3</c:v>
                </c:pt>
                <c:pt idx="916">
                  <c:v>18.32</c:v>
                </c:pt>
                <c:pt idx="917">
                  <c:v>18.34</c:v>
                </c:pt>
                <c:pt idx="918">
                  <c:v>18.36</c:v>
                </c:pt>
                <c:pt idx="919">
                  <c:v>18.38</c:v>
                </c:pt>
                <c:pt idx="920">
                  <c:v>18.4</c:v>
                </c:pt>
                <c:pt idx="921">
                  <c:v>18.42</c:v>
                </c:pt>
                <c:pt idx="922">
                  <c:v>18.44</c:v>
                </c:pt>
                <c:pt idx="923">
                  <c:v>18.46</c:v>
                </c:pt>
                <c:pt idx="924">
                  <c:v>18.48</c:v>
                </c:pt>
                <c:pt idx="925">
                  <c:v>18.5</c:v>
                </c:pt>
                <c:pt idx="926">
                  <c:v>18.52</c:v>
                </c:pt>
                <c:pt idx="927">
                  <c:v>18.54</c:v>
                </c:pt>
                <c:pt idx="928">
                  <c:v>18.56</c:v>
                </c:pt>
                <c:pt idx="929">
                  <c:v>18.58</c:v>
                </c:pt>
                <c:pt idx="930">
                  <c:v>18.6</c:v>
                </c:pt>
                <c:pt idx="931">
                  <c:v>18.62</c:v>
                </c:pt>
                <c:pt idx="932">
                  <c:v>18.64</c:v>
                </c:pt>
                <c:pt idx="933">
                  <c:v>18.66</c:v>
                </c:pt>
                <c:pt idx="934">
                  <c:v>18.68</c:v>
                </c:pt>
                <c:pt idx="935">
                  <c:v>18.7</c:v>
                </c:pt>
                <c:pt idx="936">
                  <c:v>18.72</c:v>
                </c:pt>
                <c:pt idx="937">
                  <c:v>18.74</c:v>
                </c:pt>
                <c:pt idx="938">
                  <c:v>18.76</c:v>
                </c:pt>
                <c:pt idx="939">
                  <c:v>18.78</c:v>
                </c:pt>
                <c:pt idx="940">
                  <c:v>18.8</c:v>
                </c:pt>
                <c:pt idx="941">
                  <c:v>18.82</c:v>
                </c:pt>
                <c:pt idx="942">
                  <c:v>18.84</c:v>
                </c:pt>
                <c:pt idx="943">
                  <c:v>18.86</c:v>
                </c:pt>
                <c:pt idx="944">
                  <c:v>18.88</c:v>
                </c:pt>
                <c:pt idx="945">
                  <c:v>18.9</c:v>
                </c:pt>
                <c:pt idx="946">
                  <c:v>18.92</c:v>
                </c:pt>
                <c:pt idx="947">
                  <c:v>18.94</c:v>
                </c:pt>
                <c:pt idx="948">
                  <c:v>18.96</c:v>
                </c:pt>
                <c:pt idx="949">
                  <c:v>18.98</c:v>
                </c:pt>
                <c:pt idx="950">
                  <c:v>19</c:v>
                </c:pt>
                <c:pt idx="951">
                  <c:v>19.02</c:v>
                </c:pt>
                <c:pt idx="952">
                  <c:v>19.04</c:v>
                </c:pt>
                <c:pt idx="953">
                  <c:v>19.06</c:v>
                </c:pt>
                <c:pt idx="954">
                  <c:v>19.08</c:v>
                </c:pt>
                <c:pt idx="955">
                  <c:v>19.1</c:v>
                </c:pt>
                <c:pt idx="956">
                  <c:v>19.12</c:v>
                </c:pt>
                <c:pt idx="957">
                  <c:v>19.14</c:v>
                </c:pt>
                <c:pt idx="958">
                  <c:v>19.16</c:v>
                </c:pt>
                <c:pt idx="959">
                  <c:v>19.18</c:v>
                </c:pt>
                <c:pt idx="960">
                  <c:v>19.2</c:v>
                </c:pt>
                <c:pt idx="961">
                  <c:v>19.22</c:v>
                </c:pt>
                <c:pt idx="962">
                  <c:v>19.24</c:v>
                </c:pt>
                <c:pt idx="963">
                  <c:v>19.26</c:v>
                </c:pt>
                <c:pt idx="964">
                  <c:v>19.28</c:v>
                </c:pt>
                <c:pt idx="965">
                  <c:v>19.3</c:v>
                </c:pt>
                <c:pt idx="966">
                  <c:v>19.32</c:v>
                </c:pt>
                <c:pt idx="967">
                  <c:v>19.34</c:v>
                </c:pt>
                <c:pt idx="968">
                  <c:v>19.36</c:v>
                </c:pt>
                <c:pt idx="969">
                  <c:v>19.38</c:v>
                </c:pt>
                <c:pt idx="970">
                  <c:v>19.4</c:v>
                </c:pt>
                <c:pt idx="971">
                  <c:v>19.42</c:v>
                </c:pt>
                <c:pt idx="972">
                  <c:v>19.44</c:v>
                </c:pt>
                <c:pt idx="973">
                  <c:v>19.46</c:v>
                </c:pt>
                <c:pt idx="974">
                  <c:v>19.48</c:v>
                </c:pt>
                <c:pt idx="975">
                  <c:v>19.5</c:v>
                </c:pt>
                <c:pt idx="976">
                  <c:v>19.52</c:v>
                </c:pt>
                <c:pt idx="977">
                  <c:v>19.54</c:v>
                </c:pt>
                <c:pt idx="978">
                  <c:v>19.56</c:v>
                </c:pt>
                <c:pt idx="979">
                  <c:v>19.58</c:v>
                </c:pt>
                <c:pt idx="980">
                  <c:v>19.6</c:v>
                </c:pt>
                <c:pt idx="981">
                  <c:v>19.62</c:v>
                </c:pt>
                <c:pt idx="982">
                  <c:v>19.64</c:v>
                </c:pt>
                <c:pt idx="983">
                  <c:v>19.66</c:v>
                </c:pt>
                <c:pt idx="984">
                  <c:v>19.68</c:v>
                </c:pt>
                <c:pt idx="985">
                  <c:v>19.7</c:v>
                </c:pt>
                <c:pt idx="986">
                  <c:v>19.72</c:v>
                </c:pt>
                <c:pt idx="987">
                  <c:v>19.74</c:v>
                </c:pt>
                <c:pt idx="988">
                  <c:v>19.76</c:v>
                </c:pt>
                <c:pt idx="989">
                  <c:v>19.78</c:v>
                </c:pt>
                <c:pt idx="990">
                  <c:v>19.8</c:v>
                </c:pt>
                <c:pt idx="991">
                  <c:v>19.82</c:v>
                </c:pt>
                <c:pt idx="992">
                  <c:v>19.84</c:v>
                </c:pt>
                <c:pt idx="993">
                  <c:v>19.86</c:v>
                </c:pt>
                <c:pt idx="994">
                  <c:v>19.88</c:v>
                </c:pt>
                <c:pt idx="995">
                  <c:v>19.9</c:v>
                </c:pt>
                <c:pt idx="996">
                  <c:v>19.92</c:v>
                </c:pt>
                <c:pt idx="997">
                  <c:v>19.94</c:v>
                </c:pt>
                <c:pt idx="998">
                  <c:v>19.96</c:v>
                </c:pt>
                <c:pt idx="999">
                  <c:v>19.98</c:v>
                </c:pt>
                <c:pt idx="1000">
                  <c:v>20</c:v>
                </c:pt>
              </c:numCache>
            </c:numRef>
          </c:xVal>
          <c:yVal>
            <c:numRef>
              <c:f>'Chart Data'!$D$2:$D$1002</c:f>
              <c:numCache>
                <c:formatCode>0.000</c:formatCode>
                <c:ptCount val="1001"/>
                <c:pt idx="0">
                  <c:v>0</c:v>
                </c:pt>
                <c:pt idx="1">
                  <c:v>-1.7544E-05</c:v>
                </c:pt>
                <c:pt idx="2">
                  <c:v>-3.4873E-05</c:v>
                </c:pt>
                <c:pt idx="3">
                  <c:v>-5.198E-05</c:v>
                </c:pt>
                <c:pt idx="4">
                  <c:v>-6.8858E-05</c:v>
                </c:pt>
                <c:pt idx="5">
                  <c:v>-8.5501E-05</c:v>
                </c:pt>
                <c:pt idx="6">
                  <c:v>-0.000101903</c:v>
                </c:pt>
                <c:pt idx="7">
                  <c:v>-0.000118057</c:v>
                </c:pt>
                <c:pt idx="8">
                  <c:v>-0.000133956</c:v>
                </c:pt>
                <c:pt idx="9">
                  <c:v>-0.000149596</c:v>
                </c:pt>
                <c:pt idx="10">
                  <c:v>-0.000164971</c:v>
                </c:pt>
                <c:pt idx="11">
                  <c:v>-0.000180075</c:v>
                </c:pt>
                <c:pt idx="12">
                  <c:v>-0.000194903</c:v>
                </c:pt>
                <c:pt idx="13">
                  <c:v>-0.000209451</c:v>
                </c:pt>
                <c:pt idx="14">
                  <c:v>-0.000223713</c:v>
                </c:pt>
                <c:pt idx="15">
                  <c:v>-0.000237684</c:v>
                </c:pt>
                <c:pt idx="16">
                  <c:v>-0.000251362</c:v>
                </c:pt>
                <c:pt idx="17">
                  <c:v>-0.000264741</c:v>
                </c:pt>
                <c:pt idx="18">
                  <c:v>-0.000277817</c:v>
                </c:pt>
                <c:pt idx="19">
                  <c:v>-0.000290587</c:v>
                </c:pt>
                <c:pt idx="20">
                  <c:v>-0.000303048</c:v>
                </c:pt>
                <c:pt idx="21">
                  <c:v>-0.000315196</c:v>
                </c:pt>
                <c:pt idx="22">
                  <c:v>-0.000327028</c:v>
                </c:pt>
                <c:pt idx="23">
                  <c:v>-0.000338542</c:v>
                </c:pt>
                <c:pt idx="24">
                  <c:v>-0.000349734</c:v>
                </c:pt>
                <c:pt idx="25">
                  <c:v>-0.000360602</c:v>
                </c:pt>
                <c:pt idx="26">
                  <c:v>-0.000371144</c:v>
                </c:pt>
                <c:pt idx="27">
                  <c:v>-0.000381358</c:v>
                </c:pt>
                <c:pt idx="28">
                  <c:v>-0.000391243</c:v>
                </c:pt>
                <c:pt idx="29">
                  <c:v>-0.000400796</c:v>
                </c:pt>
                <c:pt idx="30">
                  <c:v>-0.000410016</c:v>
                </c:pt>
                <c:pt idx="31">
                  <c:v>-0.000418902</c:v>
                </c:pt>
                <c:pt idx="32">
                  <c:v>-0.000427453</c:v>
                </c:pt>
                <c:pt idx="33">
                  <c:v>-0.000435668</c:v>
                </c:pt>
                <c:pt idx="34">
                  <c:v>-0.000443547</c:v>
                </c:pt>
                <c:pt idx="35">
                  <c:v>-0.000451089</c:v>
                </c:pt>
                <c:pt idx="36">
                  <c:v>-0.000458294</c:v>
                </c:pt>
                <c:pt idx="37">
                  <c:v>-0.000465162</c:v>
                </c:pt>
                <c:pt idx="38">
                  <c:v>-0.000471693</c:v>
                </c:pt>
                <c:pt idx="39">
                  <c:v>-0.000477888</c:v>
                </c:pt>
                <c:pt idx="40">
                  <c:v>-0.000483746</c:v>
                </c:pt>
                <c:pt idx="41">
                  <c:v>-0.000489269</c:v>
                </c:pt>
                <c:pt idx="42">
                  <c:v>-0.000494458</c:v>
                </c:pt>
                <c:pt idx="43">
                  <c:v>-0.000499313</c:v>
                </c:pt>
                <c:pt idx="44">
                  <c:v>-0.000503836</c:v>
                </c:pt>
                <c:pt idx="45">
                  <c:v>-0.000508028</c:v>
                </c:pt>
                <c:pt idx="46">
                  <c:v>-0.000511891</c:v>
                </c:pt>
                <c:pt idx="47">
                  <c:v>-0.000515427</c:v>
                </c:pt>
                <c:pt idx="48">
                  <c:v>-0.000518637</c:v>
                </c:pt>
                <c:pt idx="49">
                  <c:v>-0.000521523</c:v>
                </c:pt>
                <c:pt idx="50">
                  <c:v>-0.000524088</c:v>
                </c:pt>
                <c:pt idx="51">
                  <c:v>-0.000526335</c:v>
                </c:pt>
                <c:pt idx="52">
                  <c:v>-0.000528264</c:v>
                </c:pt>
                <c:pt idx="53">
                  <c:v>-0.00052988</c:v>
                </c:pt>
                <c:pt idx="54">
                  <c:v>-0.000531185</c:v>
                </c:pt>
                <c:pt idx="55">
                  <c:v>-0.000532182</c:v>
                </c:pt>
                <c:pt idx="56">
                  <c:v>-0.000532875</c:v>
                </c:pt>
                <c:pt idx="57">
                  <c:v>-0.000533265</c:v>
                </c:pt>
                <c:pt idx="58">
                  <c:v>-0.000533357</c:v>
                </c:pt>
                <c:pt idx="59">
                  <c:v>-0.000533154</c:v>
                </c:pt>
                <c:pt idx="60">
                  <c:v>-0.00053266</c:v>
                </c:pt>
                <c:pt idx="61">
                  <c:v>-0.000531878</c:v>
                </c:pt>
                <c:pt idx="62">
                  <c:v>-0.000530812</c:v>
                </c:pt>
                <c:pt idx="63">
                  <c:v>-0.000529467</c:v>
                </c:pt>
                <c:pt idx="64">
                  <c:v>-0.000527845</c:v>
                </c:pt>
                <c:pt idx="65">
                  <c:v>-0.000525952</c:v>
                </c:pt>
                <c:pt idx="66">
                  <c:v>-0.000523792</c:v>
                </c:pt>
                <c:pt idx="67">
                  <c:v>-0.000521369</c:v>
                </c:pt>
                <c:pt idx="68">
                  <c:v>-0.000518687</c:v>
                </c:pt>
                <c:pt idx="69">
                  <c:v>-0.000515751</c:v>
                </c:pt>
                <c:pt idx="70">
                  <c:v>-0.000512565</c:v>
                </c:pt>
                <c:pt idx="71">
                  <c:v>-0.000509135</c:v>
                </c:pt>
                <c:pt idx="72">
                  <c:v>-0.000505465</c:v>
                </c:pt>
                <c:pt idx="73">
                  <c:v>-0.00050156</c:v>
                </c:pt>
                <c:pt idx="74">
                  <c:v>-0.000497425</c:v>
                </c:pt>
                <c:pt idx="75">
                  <c:v>-0.000493065</c:v>
                </c:pt>
                <c:pt idx="76">
                  <c:v>-0.000488484</c:v>
                </c:pt>
                <c:pt idx="77">
                  <c:v>-0.000483689</c:v>
                </c:pt>
                <c:pt idx="78">
                  <c:v>-0.000478684</c:v>
                </c:pt>
                <c:pt idx="79">
                  <c:v>-0.000473475</c:v>
                </c:pt>
                <c:pt idx="80">
                  <c:v>-0.000468067</c:v>
                </c:pt>
                <c:pt idx="81">
                  <c:v>-0.000462465</c:v>
                </c:pt>
                <c:pt idx="82">
                  <c:v>-0.000456674</c:v>
                </c:pt>
                <c:pt idx="83">
                  <c:v>-0.0004507</c:v>
                </c:pt>
                <c:pt idx="84">
                  <c:v>-0.000444549</c:v>
                </c:pt>
                <c:pt idx="85">
                  <c:v>-0.000438226</c:v>
                </c:pt>
                <c:pt idx="86">
                  <c:v>-0.000431737</c:v>
                </c:pt>
                <c:pt idx="87">
                  <c:v>-0.000425087</c:v>
                </c:pt>
                <c:pt idx="88">
                  <c:v>-0.000418281</c:v>
                </c:pt>
                <c:pt idx="89">
                  <c:v>-0.000411325</c:v>
                </c:pt>
                <c:pt idx="90">
                  <c:v>-0.000404226</c:v>
                </c:pt>
                <c:pt idx="91">
                  <c:v>-0.000396988</c:v>
                </c:pt>
                <c:pt idx="92">
                  <c:v>-0.000389617</c:v>
                </c:pt>
                <c:pt idx="93">
                  <c:v>-0.000382119</c:v>
                </c:pt>
                <c:pt idx="94">
                  <c:v>-0.000374499</c:v>
                </c:pt>
                <c:pt idx="95">
                  <c:v>-0.000366764</c:v>
                </c:pt>
                <c:pt idx="96">
                  <c:v>-0.000358918</c:v>
                </c:pt>
                <c:pt idx="97">
                  <c:v>-0.000350967</c:v>
                </c:pt>
                <c:pt idx="98">
                  <c:v>-0.000342918</c:v>
                </c:pt>
                <c:pt idx="99">
                  <c:v>-0.000334775</c:v>
                </c:pt>
                <c:pt idx="100">
                  <c:v>-0.000326544</c:v>
                </c:pt>
                <c:pt idx="101">
                  <c:v>-0.000318232</c:v>
                </c:pt>
                <c:pt idx="102">
                  <c:v>-0.000309842</c:v>
                </c:pt>
                <c:pt idx="103">
                  <c:v>-0.000301382</c:v>
                </c:pt>
                <c:pt idx="104">
                  <c:v>-0.000292855</c:v>
                </c:pt>
                <c:pt idx="105">
                  <c:v>-0.000284269</c:v>
                </c:pt>
                <c:pt idx="106">
                  <c:v>-0.000275628</c:v>
                </c:pt>
                <c:pt idx="107">
                  <c:v>-0.000266938</c:v>
                </c:pt>
                <c:pt idx="108">
                  <c:v>-0.000258203</c:v>
                </c:pt>
                <c:pt idx="109">
                  <c:v>-0.000249431</c:v>
                </c:pt>
                <c:pt idx="110">
                  <c:v>-0.000240625</c:v>
                </c:pt>
                <c:pt idx="111">
                  <c:v>-0.000231791</c:v>
                </c:pt>
                <c:pt idx="112">
                  <c:v>-0.000222934</c:v>
                </c:pt>
                <c:pt idx="113">
                  <c:v>-0.000214059</c:v>
                </c:pt>
                <c:pt idx="114">
                  <c:v>-0.000205172</c:v>
                </c:pt>
                <c:pt idx="115">
                  <c:v>-0.000196277</c:v>
                </c:pt>
                <c:pt idx="116">
                  <c:v>-0.000187379</c:v>
                </c:pt>
                <c:pt idx="117">
                  <c:v>-0.000178484</c:v>
                </c:pt>
                <c:pt idx="118">
                  <c:v>-0.000169597</c:v>
                </c:pt>
                <c:pt idx="119">
                  <c:v>-0.000160721</c:v>
                </c:pt>
                <c:pt idx="120">
                  <c:v>-0.000151862</c:v>
                </c:pt>
                <c:pt idx="121">
                  <c:v>-0.000143024</c:v>
                </c:pt>
                <c:pt idx="122">
                  <c:v>-0.000134212</c:v>
                </c:pt>
                <c:pt idx="123">
                  <c:v>-0.000125431</c:v>
                </c:pt>
                <c:pt idx="124">
                  <c:v>-0.000116685</c:v>
                </c:pt>
                <c:pt idx="125">
                  <c:v>-0.000107979</c:v>
                </c:pt>
                <c:pt idx="126">
                  <c:v>-9.9316E-05</c:v>
                </c:pt>
                <c:pt idx="127">
                  <c:v>-9.0701E-05</c:v>
                </c:pt>
                <c:pt idx="128">
                  <c:v>-8.2138E-05</c:v>
                </c:pt>
                <c:pt idx="129">
                  <c:v>-7.3632E-05</c:v>
                </c:pt>
                <c:pt idx="130">
                  <c:v>-6.5186E-05</c:v>
                </c:pt>
                <c:pt idx="131">
                  <c:v>-5.6804E-05</c:v>
                </c:pt>
                <c:pt idx="132">
                  <c:v>-4.8489E-05</c:v>
                </c:pt>
                <c:pt idx="133">
                  <c:v>-4.0247E-05</c:v>
                </c:pt>
                <c:pt idx="134">
                  <c:v>-3.208E-05</c:v>
                </c:pt>
                <c:pt idx="135">
                  <c:v>-2.3992E-05</c:v>
                </c:pt>
                <c:pt idx="136">
                  <c:v>-1.5987E-05</c:v>
                </c:pt>
                <c:pt idx="137">
                  <c:v>-8.067E-06</c:v>
                </c:pt>
                <c:pt idx="138">
                  <c:v>-2.37E-07</c:v>
                </c:pt>
                <c:pt idx="139">
                  <c:v>7.5E-06</c:v>
                </c:pt>
                <c:pt idx="140">
                  <c:v>1.5142E-05</c:v>
                </c:pt>
                <c:pt idx="141">
                  <c:v>2.2686E-05</c:v>
                </c:pt>
                <c:pt idx="142">
                  <c:v>3.0127E-05</c:v>
                </c:pt>
                <c:pt idx="143">
                  <c:v>3.7465E-05</c:v>
                </c:pt>
                <c:pt idx="144">
                  <c:v>4.4694E-05</c:v>
                </c:pt>
                <c:pt idx="145">
                  <c:v>5.1814E-05</c:v>
                </c:pt>
                <c:pt idx="146">
                  <c:v>5.8821E-05</c:v>
                </c:pt>
                <c:pt idx="147">
                  <c:v>6.5713E-05</c:v>
                </c:pt>
                <c:pt idx="148">
                  <c:v>7.2488E-05</c:v>
                </c:pt>
                <c:pt idx="149">
                  <c:v>7.9142E-05</c:v>
                </c:pt>
                <c:pt idx="150">
                  <c:v>8.5675E-05</c:v>
                </c:pt>
                <c:pt idx="151">
                  <c:v>9.2083E-05</c:v>
                </c:pt>
                <c:pt idx="152">
                  <c:v>9.8365E-05</c:v>
                </c:pt>
                <c:pt idx="153">
                  <c:v>0.000104519</c:v>
                </c:pt>
                <c:pt idx="154">
                  <c:v>0.000110542</c:v>
                </c:pt>
                <c:pt idx="155">
                  <c:v>0.000116434</c:v>
                </c:pt>
                <c:pt idx="156">
                  <c:v>0.000122193</c:v>
                </c:pt>
                <c:pt idx="157">
                  <c:v>0.000127816</c:v>
                </c:pt>
                <c:pt idx="158">
                  <c:v>0.000133303</c:v>
                </c:pt>
                <c:pt idx="159">
                  <c:v>0.000138652</c:v>
                </c:pt>
                <c:pt idx="160">
                  <c:v>0.000143861</c:v>
                </c:pt>
                <c:pt idx="161">
                  <c:v>0.00014893</c:v>
                </c:pt>
                <c:pt idx="162">
                  <c:v>0.000153858</c:v>
                </c:pt>
                <c:pt idx="163">
                  <c:v>0.000158643</c:v>
                </c:pt>
                <c:pt idx="164">
                  <c:v>0.000163284</c:v>
                </c:pt>
                <c:pt idx="165">
                  <c:v>0.000167781</c:v>
                </c:pt>
                <c:pt idx="166">
                  <c:v>0.000172133</c:v>
                </c:pt>
                <c:pt idx="167">
                  <c:v>0.00017634</c:v>
                </c:pt>
                <c:pt idx="168">
                  <c:v>0.0001804</c:v>
                </c:pt>
                <c:pt idx="169">
                  <c:v>0.000184313</c:v>
                </c:pt>
                <c:pt idx="170">
                  <c:v>0.000188078</c:v>
                </c:pt>
                <c:pt idx="171">
                  <c:v>0.000191697</c:v>
                </c:pt>
                <c:pt idx="172">
                  <c:v>0.000195167</c:v>
                </c:pt>
                <c:pt idx="173">
                  <c:v>0.000198489</c:v>
                </c:pt>
                <c:pt idx="174">
                  <c:v>0.000201664</c:v>
                </c:pt>
                <c:pt idx="175">
                  <c:v>0.00020469</c:v>
                </c:pt>
                <c:pt idx="176">
                  <c:v>0.000207568</c:v>
                </c:pt>
                <c:pt idx="177">
                  <c:v>0.000210299</c:v>
                </c:pt>
                <c:pt idx="178">
                  <c:v>0.000212882</c:v>
                </c:pt>
                <c:pt idx="179">
                  <c:v>0.000215318</c:v>
                </c:pt>
                <c:pt idx="180">
                  <c:v>0.000217607</c:v>
                </c:pt>
                <c:pt idx="181">
                  <c:v>0.00021975</c:v>
                </c:pt>
                <c:pt idx="182">
                  <c:v>0.000221747</c:v>
                </c:pt>
                <c:pt idx="183">
                  <c:v>0.000223599</c:v>
                </c:pt>
                <c:pt idx="184">
                  <c:v>0.000225307</c:v>
                </c:pt>
                <c:pt idx="185">
                  <c:v>0.000226871</c:v>
                </c:pt>
                <c:pt idx="186">
                  <c:v>0.000228292</c:v>
                </c:pt>
                <c:pt idx="187">
                  <c:v>0.000229571</c:v>
                </c:pt>
                <c:pt idx="188">
                  <c:v>0.00023071</c:v>
                </c:pt>
                <c:pt idx="189">
                  <c:v>0.000231708</c:v>
                </c:pt>
                <c:pt idx="190">
                  <c:v>0.000232568</c:v>
                </c:pt>
                <c:pt idx="191">
                  <c:v>0.00023329</c:v>
                </c:pt>
                <c:pt idx="192">
                  <c:v>0.000233875</c:v>
                </c:pt>
                <c:pt idx="193">
                  <c:v>0.000234326</c:v>
                </c:pt>
                <c:pt idx="194">
                  <c:v>0.000234643</c:v>
                </c:pt>
                <c:pt idx="195">
                  <c:v>0.000234827</c:v>
                </c:pt>
                <c:pt idx="196">
                  <c:v>0.00023488</c:v>
                </c:pt>
                <c:pt idx="197">
                  <c:v>0.000234805</c:v>
                </c:pt>
                <c:pt idx="198">
                  <c:v>0.000234601</c:v>
                </c:pt>
                <c:pt idx="199">
                  <c:v>0.000234271</c:v>
                </c:pt>
                <c:pt idx="200">
                  <c:v>0.000233817</c:v>
                </c:pt>
                <c:pt idx="201">
                  <c:v>0.000233239</c:v>
                </c:pt>
                <c:pt idx="202">
                  <c:v>0.000232541</c:v>
                </c:pt>
                <c:pt idx="203">
                  <c:v>0.000231723</c:v>
                </c:pt>
                <c:pt idx="204">
                  <c:v>0.000230788</c:v>
                </c:pt>
                <c:pt idx="205">
                  <c:v>0.000229738</c:v>
                </c:pt>
                <c:pt idx="206">
                  <c:v>0.000228574</c:v>
                </c:pt>
                <c:pt idx="207">
                  <c:v>0.000227298</c:v>
                </c:pt>
                <c:pt idx="208">
                  <c:v>0.000225913</c:v>
                </c:pt>
                <c:pt idx="209">
                  <c:v>0.00022442</c:v>
                </c:pt>
                <c:pt idx="210">
                  <c:v>0.000222822</c:v>
                </c:pt>
                <c:pt idx="211">
                  <c:v>0.000221121</c:v>
                </c:pt>
                <c:pt idx="212">
                  <c:v>0.000219318</c:v>
                </c:pt>
                <c:pt idx="213">
                  <c:v>0.000217416</c:v>
                </c:pt>
                <c:pt idx="214">
                  <c:v>0.000215418</c:v>
                </c:pt>
                <c:pt idx="215">
                  <c:v>0.000213324</c:v>
                </c:pt>
                <c:pt idx="216">
                  <c:v>0.000211139</c:v>
                </c:pt>
                <c:pt idx="217">
                  <c:v>0.000208864</c:v>
                </c:pt>
                <c:pt idx="218">
                  <c:v>0.0002065</c:v>
                </c:pt>
                <c:pt idx="219">
                  <c:v>0.000204052</c:v>
                </c:pt>
                <c:pt idx="220">
                  <c:v>0.00020152</c:v>
                </c:pt>
                <c:pt idx="221">
                  <c:v>0.000198908</c:v>
                </c:pt>
                <c:pt idx="222">
                  <c:v>0.000196217</c:v>
                </c:pt>
                <c:pt idx="223">
                  <c:v>0.00019345</c:v>
                </c:pt>
                <c:pt idx="224">
                  <c:v>0.00019061</c:v>
                </c:pt>
                <c:pt idx="225">
                  <c:v>0.000187699</c:v>
                </c:pt>
                <c:pt idx="226">
                  <c:v>0.000184719</c:v>
                </c:pt>
                <c:pt idx="227">
                  <c:v>0.000181673</c:v>
                </c:pt>
                <c:pt idx="228">
                  <c:v>0.000178563</c:v>
                </c:pt>
                <c:pt idx="229">
                  <c:v>0.000175392</c:v>
                </c:pt>
                <c:pt idx="230">
                  <c:v>0.000172162</c:v>
                </c:pt>
                <c:pt idx="231">
                  <c:v>0.000168875</c:v>
                </c:pt>
                <c:pt idx="232">
                  <c:v>0.000165535</c:v>
                </c:pt>
                <c:pt idx="233">
                  <c:v>0.000162143</c:v>
                </c:pt>
                <c:pt idx="234">
                  <c:v>0.000158702</c:v>
                </c:pt>
                <c:pt idx="235">
                  <c:v>0.000155214</c:v>
                </c:pt>
                <c:pt idx="236">
                  <c:v>0.000151683</c:v>
                </c:pt>
                <c:pt idx="237">
                  <c:v>0.000148109</c:v>
                </c:pt>
                <c:pt idx="238">
                  <c:v>0.000144497</c:v>
                </c:pt>
                <c:pt idx="239">
                  <c:v>0.000140848</c:v>
                </c:pt>
                <c:pt idx="240">
                  <c:v>0.000137164</c:v>
                </c:pt>
                <c:pt idx="241">
                  <c:v>0.000133449</c:v>
                </c:pt>
                <c:pt idx="242">
                  <c:v>0.000129704</c:v>
                </c:pt>
                <c:pt idx="243">
                  <c:v>0.000125932</c:v>
                </c:pt>
                <c:pt idx="244">
                  <c:v>0.000122135</c:v>
                </c:pt>
                <c:pt idx="245">
                  <c:v>0.000118316</c:v>
                </c:pt>
                <c:pt idx="246">
                  <c:v>0.000114477</c:v>
                </c:pt>
                <c:pt idx="247">
                  <c:v>0.00011062</c:v>
                </c:pt>
                <c:pt idx="248">
                  <c:v>0.000106748</c:v>
                </c:pt>
                <c:pt idx="249">
                  <c:v>0.000102863</c:v>
                </c:pt>
                <c:pt idx="250">
                  <c:v>9.8967E-05</c:v>
                </c:pt>
                <c:pt idx="251">
                  <c:v>9.5063E-05</c:v>
                </c:pt>
                <c:pt idx="252">
                  <c:v>9.1152E-05</c:v>
                </c:pt>
                <c:pt idx="253">
                  <c:v>8.7238E-05</c:v>
                </c:pt>
                <c:pt idx="254">
                  <c:v>8.3322E-05</c:v>
                </c:pt>
                <c:pt idx="255">
                  <c:v>7.9406E-05</c:v>
                </c:pt>
                <c:pt idx="256">
                  <c:v>7.5492E-05</c:v>
                </c:pt>
                <c:pt idx="257">
                  <c:v>7.1583E-05</c:v>
                </c:pt>
                <c:pt idx="258">
                  <c:v>6.7681E-05</c:v>
                </c:pt>
                <c:pt idx="259">
                  <c:v>6.3788E-05</c:v>
                </c:pt>
                <c:pt idx="260">
                  <c:v>5.9905E-05</c:v>
                </c:pt>
                <c:pt idx="261">
                  <c:v>5.6035E-05</c:v>
                </c:pt>
                <c:pt idx="262">
                  <c:v>5.218E-05</c:v>
                </c:pt>
                <c:pt idx="263">
                  <c:v>4.8342E-05</c:v>
                </c:pt>
                <c:pt idx="264">
                  <c:v>4.4522E-05</c:v>
                </c:pt>
                <c:pt idx="265">
                  <c:v>4.0723E-05</c:v>
                </c:pt>
                <c:pt idx="266">
                  <c:v>3.6946E-05</c:v>
                </c:pt>
                <c:pt idx="267">
                  <c:v>3.3194E-05</c:v>
                </c:pt>
                <c:pt idx="268">
                  <c:v>2.9467E-05</c:v>
                </c:pt>
                <c:pt idx="269">
                  <c:v>2.5768E-05</c:v>
                </c:pt>
                <c:pt idx="270">
                  <c:v>2.2098E-05</c:v>
                </c:pt>
                <c:pt idx="271">
                  <c:v>1.846E-05</c:v>
                </c:pt>
                <c:pt idx="272">
                  <c:v>1.4854E-05</c:v>
                </c:pt>
                <c:pt idx="273">
                  <c:v>1.1282E-05</c:v>
                </c:pt>
                <c:pt idx="274">
                  <c:v>7.746E-06</c:v>
                </c:pt>
                <c:pt idx="275">
                  <c:v>4.248E-06</c:v>
                </c:pt>
                <c:pt idx="276">
                  <c:v>7.88E-07</c:v>
                </c:pt>
                <c:pt idx="277">
                  <c:v>-2.631E-06</c:v>
                </c:pt>
                <c:pt idx="278">
                  <c:v>-6.009E-06</c:v>
                </c:pt>
                <c:pt idx="279">
                  <c:v>-9.343E-06</c:v>
                </c:pt>
                <c:pt idx="280">
                  <c:v>-1.2634E-05</c:v>
                </c:pt>
                <c:pt idx="281">
                  <c:v>-1.5878E-05</c:v>
                </c:pt>
                <c:pt idx="282">
                  <c:v>-1.9076E-05</c:v>
                </c:pt>
                <c:pt idx="283">
                  <c:v>-2.2225E-05</c:v>
                </c:pt>
                <c:pt idx="284">
                  <c:v>-2.5326E-05</c:v>
                </c:pt>
                <c:pt idx="285">
                  <c:v>-2.8376E-05</c:v>
                </c:pt>
                <c:pt idx="286">
                  <c:v>-3.1374E-05</c:v>
                </c:pt>
                <c:pt idx="287">
                  <c:v>-3.432E-05</c:v>
                </c:pt>
                <c:pt idx="288">
                  <c:v>-3.7212E-05</c:v>
                </c:pt>
                <c:pt idx="289">
                  <c:v>-4.005E-05</c:v>
                </c:pt>
                <c:pt idx="290">
                  <c:v>-4.2833E-05</c:v>
                </c:pt>
                <c:pt idx="291">
                  <c:v>-4.5559E-05</c:v>
                </c:pt>
                <c:pt idx="292">
                  <c:v>-4.8228E-05</c:v>
                </c:pt>
                <c:pt idx="293">
                  <c:v>-5.0839E-05</c:v>
                </c:pt>
                <c:pt idx="294">
                  <c:v>-5.3391E-05</c:v>
                </c:pt>
                <c:pt idx="295">
                  <c:v>-5.5885E-05</c:v>
                </c:pt>
                <c:pt idx="296">
                  <c:v>-5.8318E-05</c:v>
                </c:pt>
                <c:pt idx="297">
                  <c:v>-6.069E-05</c:v>
                </c:pt>
                <c:pt idx="298">
                  <c:v>-6.3001E-05</c:v>
                </c:pt>
                <c:pt idx="299">
                  <c:v>-6.525E-05</c:v>
                </c:pt>
                <c:pt idx="300">
                  <c:v>-6.7437E-05</c:v>
                </c:pt>
                <c:pt idx="301">
                  <c:v>-6.9562E-05</c:v>
                </c:pt>
                <c:pt idx="302">
                  <c:v>-7.1623E-05</c:v>
                </c:pt>
                <c:pt idx="303">
                  <c:v>-7.362E-05</c:v>
                </c:pt>
                <c:pt idx="304">
                  <c:v>-7.5553E-05</c:v>
                </c:pt>
                <c:pt idx="305">
                  <c:v>-7.7422E-05</c:v>
                </c:pt>
                <c:pt idx="306">
                  <c:v>-7.9227E-05</c:v>
                </c:pt>
                <c:pt idx="307">
                  <c:v>-8.0967E-05</c:v>
                </c:pt>
                <c:pt idx="308">
                  <c:v>-8.2641E-05</c:v>
                </c:pt>
                <c:pt idx="309">
                  <c:v>-8.4251E-05</c:v>
                </c:pt>
                <c:pt idx="310">
                  <c:v>-8.5796E-05</c:v>
                </c:pt>
                <c:pt idx="311">
                  <c:v>-8.7275E-05</c:v>
                </c:pt>
                <c:pt idx="312">
                  <c:v>-8.8688E-05</c:v>
                </c:pt>
                <c:pt idx="313">
                  <c:v>-9.0037E-05</c:v>
                </c:pt>
                <c:pt idx="314">
                  <c:v>-9.132E-05</c:v>
                </c:pt>
                <c:pt idx="315">
                  <c:v>-9.2538E-05</c:v>
                </c:pt>
                <c:pt idx="316">
                  <c:v>-9.369E-05</c:v>
                </c:pt>
                <c:pt idx="317">
                  <c:v>-9.4778E-05</c:v>
                </c:pt>
                <c:pt idx="318">
                  <c:v>-9.58E-05</c:v>
                </c:pt>
                <c:pt idx="319">
                  <c:v>-9.6758E-05</c:v>
                </c:pt>
                <c:pt idx="320">
                  <c:v>-9.7652E-05</c:v>
                </c:pt>
                <c:pt idx="321">
                  <c:v>-9.8481E-05</c:v>
                </c:pt>
                <c:pt idx="322">
                  <c:v>-9.9247E-05</c:v>
                </c:pt>
                <c:pt idx="323">
                  <c:v>-9.9948E-05</c:v>
                </c:pt>
                <c:pt idx="324">
                  <c:v>-0.000100587</c:v>
                </c:pt>
                <c:pt idx="325">
                  <c:v>-0.000101163</c:v>
                </c:pt>
                <c:pt idx="326">
                  <c:v>-0.000101677</c:v>
                </c:pt>
                <c:pt idx="327">
                  <c:v>-0.000102128</c:v>
                </c:pt>
                <c:pt idx="328">
                  <c:v>-0.000102519</c:v>
                </c:pt>
                <c:pt idx="329">
                  <c:v>-0.000102848</c:v>
                </c:pt>
                <c:pt idx="330">
                  <c:v>-0.000103117</c:v>
                </c:pt>
                <c:pt idx="331">
                  <c:v>-0.000103326</c:v>
                </c:pt>
                <c:pt idx="332">
                  <c:v>-0.000103476</c:v>
                </c:pt>
                <c:pt idx="333">
                  <c:v>-0.000103567</c:v>
                </c:pt>
                <c:pt idx="334">
                  <c:v>-0.0001036</c:v>
                </c:pt>
                <c:pt idx="335">
                  <c:v>-0.000103576</c:v>
                </c:pt>
                <c:pt idx="336">
                  <c:v>-0.000103496</c:v>
                </c:pt>
                <c:pt idx="337">
                  <c:v>-0.000103359</c:v>
                </c:pt>
                <c:pt idx="338">
                  <c:v>-0.000103167</c:v>
                </c:pt>
                <c:pt idx="339">
                  <c:v>-0.000102921</c:v>
                </c:pt>
                <c:pt idx="340">
                  <c:v>-0.000102622</c:v>
                </c:pt>
                <c:pt idx="341">
                  <c:v>-0.000102269</c:v>
                </c:pt>
                <c:pt idx="342">
                  <c:v>-0.000101864</c:v>
                </c:pt>
                <c:pt idx="343">
                  <c:v>-0.000101408</c:v>
                </c:pt>
                <c:pt idx="344">
                  <c:v>-0.000100902</c:v>
                </c:pt>
                <c:pt idx="345">
                  <c:v>-0.000100347</c:v>
                </c:pt>
                <c:pt idx="346">
                  <c:v>-9.9742E-05</c:v>
                </c:pt>
                <c:pt idx="347">
                  <c:v>-9.9091E-05</c:v>
                </c:pt>
                <c:pt idx="348">
                  <c:v>-9.8392E-05</c:v>
                </c:pt>
                <c:pt idx="349">
                  <c:v>-9.7647E-05</c:v>
                </c:pt>
                <c:pt idx="350">
                  <c:v>-9.6858E-05</c:v>
                </c:pt>
                <c:pt idx="351">
                  <c:v>-9.6025E-05</c:v>
                </c:pt>
                <c:pt idx="352">
                  <c:v>-9.5149E-05</c:v>
                </c:pt>
                <c:pt idx="353">
                  <c:v>-9.4231E-05</c:v>
                </c:pt>
                <c:pt idx="354">
                  <c:v>-9.3272E-05</c:v>
                </c:pt>
                <c:pt idx="355">
                  <c:v>-9.2273E-05</c:v>
                </c:pt>
                <c:pt idx="356">
                  <c:v>-9.1235E-05</c:v>
                </c:pt>
                <c:pt idx="357">
                  <c:v>-9.0159E-05</c:v>
                </c:pt>
                <c:pt idx="358">
                  <c:v>-8.9047E-05</c:v>
                </c:pt>
                <c:pt idx="359">
                  <c:v>-8.7898E-05</c:v>
                </c:pt>
                <c:pt idx="360">
                  <c:v>-8.6715E-05</c:v>
                </c:pt>
                <c:pt idx="361">
                  <c:v>-8.5498E-05</c:v>
                </c:pt>
                <c:pt idx="362">
                  <c:v>-8.4249E-05</c:v>
                </c:pt>
                <c:pt idx="363">
                  <c:v>-8.2968E-05</c:v>
                </c:pt>
                <c:pt idx="364">
                  <c:v>-8.1657E-05</c:v>
                </c:pt>
                <c:pt idx="365">
                  <c:v>-8.0316E-05</c:v>
                </c:pt>
                <c:pt idx="366">
                  <c:v>-7.8947E-05</c:v>
                </c:pt>
                <c:pt idx="367">
                  <c:v>-7.7551E-05</c:v>
                </c:pt>
                <c:pt idx="368">
                  <c:v>-7.6128E-05</c:v>
                </c:pt>
                <c:pt idx="369">
                  <c:v>-7.4681E-05</c:v>
                </c:pt>
                <c:pt idx="370">
                  <c:v>-7.3209E-05</c:v>
                </c:pt>
                <c:pt idx="371">
                  <c:v>-7.1715E-05</c:v>
                </c:pt>
                <c:pt idx="372">
                  <c:v>-7.0199E-05</c:v>
                </c:pt>
                <c:pt idx="373">
                  <c:v>-6.8662E-05</c:v>
                </c:pt>
                <c:pt idx="374">
                  <c:v>-6.7106E-05</c:v>
                </c:pt>
                <c:pt idx="375">
                  <c:v>-6.5531E-05</c:v>
                </c:pt>
                <c:pt idx="376">
                  <c:v>-6.3939E-05</c:v>
                </c:pt>
                <c:pt idx="377">
                  <c:v>-6.2331E-05</c:v>
                </c:pt>
                <c:pt idx="378">
                  <c:v>-6.0707E-05</c:v>
                </c:pt>
                <c:pt idx="379">
                  <c:v>-5.9069E-05</c:v>
                </c:pt>
                <c:pt idx="380">
                  <c:v>-5.7418E-05</c:v>
                </c:pt>
                <c:pt idx="381">
                  <c:v>-5.5755E-05</c:v>
                </c:pt>
                <c:pt idx="382">
                  <c:v>-5.408E-05</c:v>
                </c:pt>
                <c:pt idx="383">
                  <c:v>-5.2396E-05</c:v>
                </c:pt>
                <c:pt idx="384">
                  <c:v>-5.0703E-05</c:v>
                </c:pt>
                <c:pt idx="385">
                  <c:v>-4.9002E-05</c:v>
                </c:pt>
                <c:pt idx="386">
                  <c:v>-4.7295E-05</c:v>
                </c:pt>
                <c:pt idx="387">
                  <c:v>-4.5581E-05</c:v>
                </c:pt>
                <c:pt idx="388">
                  <c:v>-4.3863E-05</c:v>
                </c:pt>
                <c:pt idx="389">
                  <c:v>-4.2141E-05</c:v>
                </c:pt>
                <c:pt idx="390">
                  <c:v>-4.0416E-05</c:v>
                </c:pt>
                <c:pt idx="391">
                  <c:v>-3.8689E-05</c:v>
                </c:pt>
                <c:pt idx="392">
                  <c:v>-3.6961E-05</c:v>
                </c:pt>
                <c:pt idx="393">
                  <c:v>-3.5233E-05</c:v>
                </c:pt>
                <c:pt idx="394">
                  <c:v>-3.3507E-05</c:v>
                </c:pt>
                <c:pt idx="395">
                  <c:v>-3.1782E-05</c:v>
                </c:pt>
                <c:pt idx="396">
                  <c:v>-3.0061E-05</c:v>
                </c:pt>
                <c:pt idx="397">
                  <c:v>-2.8343E-05</c:v>
                </c:pt>
                <c:pt idx="398">
                  <c:v>-2.6629E-05</c:v>
                </c:pt>
                <c:pt idx="399">
                  <c:v>-2.4922E-05</c:v>
                </c:pt>
                <c:pt idx="400">
                  <c:v>-2.3221E-05</c:v>
                </c:pt>
                <c:pt idx="401">
                  <c:v>-2.1527E-05</c:v>
                </c:pt>
                <c:pt idx="402">
                  <c:v>-1.9841E-05</c:v>
                </c:pt>
                <c:pt idx="403">
                  <c:v>-1.8164E-05</c:v>
                </c:pt>
                <c:pt idx="404">
                  <c:v>-1.6497E-05</c:v>
                </c:pt>
                <c:pt idx="405">
                  <c:v>-1.4841E-05</c:v>
                </c:pt>
                <c:pt idx="406">
                  <c:v>-1.3196E-05</c:v>
                </c:pt>
                <c:pt idx="407">
                  <c:v>-1.1563E-05</c:v>
                </c:pt>
                <c:pt idx="408">
                  <c:v>-9.944E-06</c:v>
                </c:pt>
                <c:pt idx="409">
                  <c:v>-8.337E-06</c:v>
                </c:pt>
                <c:pt idx="410">
                  <c:v>-6.746E-06</c:v>
                </c:pt>
                <c:pt idx="411">
                  <c:v>-5.169E-06</c:v>
                </c:pt>
                <c:pt idx="412">
                  <c:v>-3.608E-06</c:v>
                </c:pt>
                <c:pt idx="413">
                  <c:v>-2.063E-06</c:v>
                </c:pt>
                <c:pt idx="414">
                  <c:v>-5.36E-07</c:v>
                </c:pt>
                <c:pt idx="415">
                  <c:v>9.74E-07</c:v>
                </c:pt>
                <c:pt idx="416">
                  <c:v>2.465E-06</c:v>
                </c:pt>
                <c:pt idx="417">
                  <c:v>3.938E-06</c:v>
                </c:pt>
                <c:pt idx="418">
                  <c:v>5.391E-06</c:v>
                </c:pt>
                <c:pt idx="419">
                  <c:v>6.823E-06</c:v>
                </c:pt>
                <c:pt idx="420">
                  <c:v>8.236E-06</c:v>
                </c:pt>
                <c:pt idx="421">
                  <c:v>9.627E-06</c:v>
                </c:pt>
                <c:pt idx="422">
                  <c:v>1.0996E-05</c:v>
                </c:pt>
                <c:pt idx="423">
                  <c:v>1.2343E-05</c:v>
                </c:pt>
                <c:pt idx="424">
                  <c:v>1.3668E-05</c:v>
                </c:pt>
                <c:pt idx="425">
                  <c:v>1.4969E-05</c:v>
                </c:pt>
                <c:pt idx="426">
                  <c:v>1.6247E-05</c:v>
                </c:pt>
                <c:pt idx="427">
                  <c:v>1.75E-05</c:v>
                </c:pt>
                <c:pt idx="428">
                  <c:v>1.873E-05</c:v>
                </c:pt>
                <c:pt idx="429">
                  <c:v>1.9934E-05</c:v>
                </c:pt>
                <c:pt idx="430">
                  <c:v>2.1114E-05</c:v>
                </c:pt>
                <c:pt idx="431">
                  <c:v>2.2268E-05</c:v>
                </c:pt>
                <c:pt idx="432">
                  <c:v>2.3396E-05</c:v>
                </c:pt>
                <c:pt idx="433">
                  <c:v>2.4498E-05</c:v>
                </c:pt>
                <c:pt idx="434">
                  <c:v>2.5574E-05</c:v>
                </c:pt>
                <c:pt idx="435">
                  <c:v>2.6622E-05</c:v>
                </c:pt>
                <c:pt idx="436">
                  <c:v>2.7644E-05</c:v>
                </c:pt>
                <c:pt idx="437">
                  <c:v>2.8639E-05</c:v>
                </c:pt>
                <c:pt idx="438">
                  <c:v>2.9606E-05</c:v>
                </c:pt>
                <c:pt idx="439">
                  <c:v>3.0545E-05</c:v>
                </c:pt>
                <c:pt idx="440">
                  <c:v>3.1457E-05</c:v>
                </c:pt>
                <c:pt idx="441">
                  <c:v>3.2341E-05</c:v>
                </c:pt>
                <c:pt idx="442">
                  <c:v>3.3196E-05</c:v>
                </c:pt>
                <c:pt idx="443">
                  <c:v>3.4023E-05</c:v>
                </c:pt>
                <c:pt idx="444">
                  <c:v>3.4822E-05</c:v>
                </c:pt>
                <c:pt idx="445">
                  <c:v>3.5592E-05</c:v>
                </c:pt>
                <c:pt idx="446">
                  <c:v>3.6334E-05</c:v>
                </c:pt>
                <c:pt idx="447">
                  <c:v>3.7047E-05</c:v>
                </c:pt>
                <c:pt idx="448">
                  <c:v>3.7731E-05</c:v>
                </c:pt>
                <c:pt idx="449">
                  <c:v>3.8386E-05</c:v>
                </c:pt>
                <c:pt idx="450">
                  <c:v>3.9013E-05</c:v>
                </c:pt>
                <c:pt idx="451">
                  <c:v>3.9611E-05</c:v>
                </c:pt>
                <c:pt idx="452">
                  <c:v>4.018E-05</c:v>
                </c:pt>
                <c:pt idx="453">
                  <c:v>4.072E-05</c:v>
                </c:pt>
                <c:pt idx="454">
                  <c:v>4.1232E-05</c:v>
                </c:pt>
                <c:pt idx="455">
                  <c:v>4.1714E-05</c:v>
                </c:pt>
                <c:pt idx="456">
                  <c:v>4.2169E-05</c:v>
                </c:pt>
                <c:pt idx="457">
                  <c:v>4.2594E-05</c:v>
                </c:pt>
                <c:pt idx="458">
                  <c:v>4.2992E-05</c:v>
                </c:pt>
                <c:pt idx="459">
                  <c:v>4.3361E-05</c:v>
                </c:pt>
                <c:pt idx="460">
                  <c:v>4.3702E-05</c:v>
                </c:pt>
                <c:pt idx="461">
                  <c:v>4.4015E-05</c:v>
                </c:pt>
                <c:pt idx="462">
                  <c:v>4.43E-05</c:v>
                </c:pt>
                <c:pt idx="463">
                  <c:v>4.4557E-05</c:v>
                </c:pt>
                <c:pt idx="464">
                  <c:v>4.4787E-05</c:v>
                </c:pt>
                <c:pt idx="465">
                  <c:v>4.499E-05</c:v>
                </c:pt>
                <c:pt idx="466">
                  <c:v>4.5165E-05</c:v>
                </c:pt>
                <c:pt idx="467">
                  <c:v>4.5314E-05</c:v>
                </c:pt>
                <c:pt idx="468">
                  <c:v>4.5436E-05</c:v>
                </c:pt>
                <c:pt idx="469">
                  <c:v>4.5532E-05</c:v>
                </c:pt>
                <c:pt idx="470">
                  <c:v>4.5602E-05</c:v>
                </c:pt>
                <c:pt idx="471">
                  <c:v>4.5645E-05</c:v>
                </c:pt>
                <c:pt idx="472">
                  <c:v>4.5663E-05</c:v>
                </c:pt>
                <c:pt idx="473">
                  <c:v>4.5656E-05</c:v>
                </c:pt>
                <c:pt idx="474">
                  <c:v>4.5624E-05</c:v>
                </c:pt>
                <c:pt idx="475">
                  <c:v>4.5567E-05</c:v>
                </c:pt>
                <c:pt idx="476">
                  <c:v>4.5486E-05</c:v>
                </c:pt>
                <c:pt idx="477">
                  <c:v>4.5381E-05</c:v>
                </c:pt>
                <c:pt idx="478">
                  <c:v>4.5253E-05</c:v>
                </c:pt>
                <c:pt idx="479">
                  <c:v>4.51E-05</c:v>
                </c:pt>
                <c:pt idx="480">
                  <c:v>4.4925E-05</c:v>
                </c:pt>
                <c:pt idx="481">
                  <c:v>4.4728E-05</c:v>
                </c:pt>
                <c:pt idx="482">
                  <c:v>4.4508E-05</c:v>
                </c:pt>
                <c:pt idx="483">
                  <c:v>4.4266E-05</c:v>
                </c:pt>
                <c:pt idx="484">
                  <c:v>4.4003E-05</c:v>
                </c:pt>
                <c:pt idx="485">
                  <c:v>4.3719E-05</c:v>
                </c:pt>
                <c:pt idx="486">
                  <c:v>4.3414E-05</c:v>
                </c:pt>
                <c:pt idx="487">
                  <c:v>4.3089E-05</c:v>
                </c:pt>
                <c:pt idx="488">
                  <c:v>4.2744E-05</c:v>
                </c:pt>
                <c:pt idx="489">
                  <c:v>4.238E-05</c:v>
                </c:pt>
                <c:pt idx="490">
                  <c:v>4.1996E-05</c:v>
                </c:pt>
                <c:pt idx="491">
                  <c:v>4.1595E-05</c:v>
                </c:pt>
                <c:pt idx="492">
                  <c:v>4.1175E-05</c:v>
                </c:pt>
                <c:pt idx="493">
                  <c:v>4.0737E-05</c:v>
                </c:pt>
                <c:pt idx="494">
                  <c:v>4.0282E-05</c:v>
                </c:pt>
                <c:pt idx="495">
                  <c:v>3.9811E-05</c:v>
                </c:pt>
                <c:pt idx="496">
                  <c:v>3.9323E-05</c:v>
                </c:pt>
                <c:pt idx="497">
                  <c:v>3.882E-05</c:v>
                </c:pt>
                <c:pt idx="498">
                  <c:v>3.8301E-05</c:v>
                </c:pt>
                <c:pt idx="499">
                  <c:v>3.7767E-05</c:v>
                </c:pt>
                <c:pt idx="500">
                  <c:v>3.7218E-05</c:v>
                </c:pt>
                <c:pt idx="501">
                  <c:v>3.6656E-05</c:v>
                </c:pt>
                <c:pt idx="502">
                  <c:v>3.608E-05</c:v>
                </c:pt>
                <c:pt idx="503">
                  <c:v>3.5491E-05</c:v>
                </c:pt>
                <c:pt idx="504">
                  <c:v>3.489E-05</c:v>
                </c:pt>
                <c:pt idx="505">
                  <c:v>3.4277E-05</c:v>
                </c:pt>
                <c:pt idx="506">
                  <c:v>3.3652E-05</c:v>
                </c:pt>
                <c:pt idx="507">
                  <c:v>3.3015E-05</c:v>
                </c:pt>
                <c:pt idx="508">
                  <c:v>3.2369E-05</c:v>
                </c:pt>
                <c:pt idx="509">
                  <c:v>3.1712E-05</c:v>
                </c:pt>
                <c:pt idx="510">
                  <c:v>3.1045E-05</c:v>
                </c:pt>
                <c:pt idx="511">
                  <c:v>3.0369E-05</c:v>
                </c:pt>
                <c:pt idx="512">
                  <c:v>2.9685E-05</c:v>
                </c:pt>
                <c:pt idx="513">
                  <c:v>2.8992E-05</c:v>
                </c:pt>
                <c:pt idx="514">
                  <c:v>2.8292E-05</c:v>
                </c:pt>
                <c:pt idx="515">
                  <c:v>2.7584E-05</c:v>
                </c:pt>
                <c:pt idx="516">
                  <c:v>2.687E-05</c:v>
                </c:pt>
                <c:pt idx="517">
                  <c:v>2.6149E-05</c:v>
                </c:pt>
                <c:pt idx="518">
                  <c:v>2.5422E-05</c:v>
                </c:pt>
                <c:pt idx="519">
                  <c:v>2.469E-05</c:v>
                </c:pt>
                <c:pt idx="520">
                  <c:v>2.3953E-05</c:v>
                </c:pt>
                <c:pt idx="521">
                  <c:v>2.3211E-05</c:v>
                </c:pt>
                <c:pt idx="522">
                  <c:v>2.2466E-05</c:v>
                </c:pt>
                <c:pt idx="523">
                  <c:v>2.1717E-05</c:v>
                </c:pt>
                <c:pt idx="524">
                  <c:v>2.0965E-05</c:v>
                </c:pt>
                <c:pt idx="525">
                  <c:v>2.021E-05</c:v>
                </c:pt>
                <c:pt idx="526">
                  <c:v>1.9453E-05</c:v>
                </c:pt>
                <c:pt idx="527">
                  <c:v>1.8694E-05</c:v>
                </c:pt>
                <c:pt idx="528">
                  <c:v>1.7934E-05</c:v>
                </c:pt>
                <c:pt idx="529">
                  <c:v>1.7173E-05</c:v>
                </c:pt>
                <c:pt idx="530">
                  <c:v>1.6412E-05</c:v>
                </c:pt>
                <c:pt idx="531">
                  <c:v>1.565E-05</c:v>
                </c:pt>
                <c:pt idx="532">
                  <c:v>1.4889E-05</c:v>
                </c:pt>
                <c:pt idx="533">
                  <c:v>1.4129E-05</c:v>
                </c:pt>
                <c:pt idx="534">
                  <c:v>1.337E-05</c:v>
                </c:pt>
                <c:pt idx="535">
                  <c:v>1.2612E-05</c:v>
                </c:pt>
                <c:pt idx="536">
                  <c:v>1.1857E-05</c:v>
                </c:pt>
                <c:pt idx="537">
                  <c:v>1.1104E-05</c:v>
                </c:pt>
                <c:pt idx="538">
                  <c:v>1.0354E-05</c:v>
                </c:pt>
                <c:pt idx="539">
                  <c:v>9.606E-06</c:v>
                </c:pt>
                <c:pt idx="540">
                  <c:v>8.863E-06</c:v>
                </c:pt>
                <c:pt idx="541">
                  <c:v>8.123E-06</c:v>
                </c:pt>
                <c:pt idx="542">
                  <c:v>7.388E-06</c:v>
                </c:pt>
                <c:pt idx="543">
                  <c:v>6.657E-06</c:v>
                </c:pt>
                <c:pt idx="544">
                  <c:v>5.931E-06</c:v>
                </c:pt>
                <c:pt idx="545">
                  <c:v>5.21E-06</c:v>
                </c:pt>
                <c:pt idx="546">
                  <c:v>4.495E-06</c:v>
                </c:pt>
                <c:pt idx="547">
                  <c:v>3.786E-06</c:v>
                </c:pt>
                <c:pt idx="548">
                  <c:v>3.084E-06</c:v>
                </c:pt>
                <c:pt idx="549">
                  <c:v>2.387E-06</c:v>
                </c:pt>
                <c:pt idx="550">
                  <c:v>1.698E-06</c:v>
                </c:pt>
                <c:pt idx="551">
                  <c:v>1.016E-06</c:v>
                </c:pt>
                <c:pt idx="552">
                  <c:v>3.41E-07</c:v>
                </c:pt>
                <c:pt idx="553">
                  <c:v>-3.25E-07</c:v>
                </c:pt>
                <c:pt idx="554">
                  <c:v>-9.84E-07</c:v>
                </c:pt>
                <c:pt idx="555">
                  <c:v>-1.635E-06</c:v>
                </c:pt>
                <c:pt idx="556">
                  <c:v>-2.277E-06</c:v>
                </c:pt>
                <c:pt idx="557">
                  <c:v>-2.91E-06</c:v>
                </c:pt>
                <c:pt idx="558">
                  <c:v>-3.534E-06</c:v>
                </c:pt>
                <c:pt idx="559">
                  <c:v>-4.148E-06</c:v>
                </c:pt>
                <c:pt idx="560">
                  <c:v>-4.754E-06</c:v>
                </c:pt>
                <c:pt idx="561">
                  <c:v>-5.349E-06</c:v>
                </c:pt>
                <c:pt idx="562">
                  <c:v>-5.935E-06</c:v>
                </c:pt>
                <c:pt idx="563">
                  <c:v>-6.51E-06</c:v>
                </c:pt>
                <c:pt idx="564">
                  <c:v>-7.075E-06</c:v>
                </c:pt>
                <c:pt idx="565">
                  <c:v>-7.63E-06</c:v>
                </c:pt>
                <c:pt idx="566">
                  <c:v>-8.173E-06</c:v>
                </c:pt>
                <c:pt idx="567">
                  <c:v>-8.706E-06</c:v>
                </c:pt>
                <c:pt idx="568">
                  <c:v>-9.228E-06</c:v>
                </c:pt>
                <c:pt idx="569">
                  <c:v>-9.739E-06</c:v>
                </c:pt>
                <c:pt idx="570">
                  <c:v>-1.0238E-05</c:v>
                </c:pt>
                <c:pt idx="571">
                  <c:v>-1.0726E-05</c:v>
                </c:pt>
                <c:pt idx="572">
                  <c:v>-1.1202E-05</c:v>
                </c:pt>
                <c:pt idx="573">
                  <c:v>-1.1666E-05</c:v>
                </c:pt>
                <c:pt idx="574">
                  <c:v>-1.2118E-05</c:v>
                </c:pt>
                <c:pt idx="575">
                  <c:v>-1.2559E-05</c:v>
                </c:pt>
                <c:pt idx="576">
                  <c:v>-1.2987E-05</c:v>
                </c:pt>
                <c:pt idx="577">
                  <c:v>-1.3404E-05</c:v>
                </c:pt>
                <c:pt idx="578">
                  <c:v>-1.3807E-05</c:v>
                </c:pt>
                <c:pt idx="579">
                  <c:v>-1.4199E-05</c:v>
                </c:pt>
                <c:pt idx="580">
                  <c:v>-1.4578E-05</c:v>
                </c:pt>
                <c:pt idx="581">
                  <c:v>-1.4945E-05</c:v>
                </c:pt>
                <c:pt idx="582">
                  <c:v>-1.5299E-05</c:v>
                </c:pt>
                <c:pt idx="583">
                  <c:v>-1.5641E-05</c:v>
                </c:pt>
                <c:pt idx="584">
                  <c:v>-1.597E-05</c:v>
                </c:pt>
                <c:pt idx="585">
                  <c:v>-1.6286E-05</c:v>
                </c:pt>
                <c:pt idx="586">
                  <c:v>-1.659E-05</c:v>
                </c:pt>
                <c:pt idx="587">
                  <c:v>-1.6881E-05</c:v>
                </c:pt>
                <c:pt idx="588">
                  <c:v>-1.7159E-05</c:v>
                </c:pt>
                <c:pt idx="589">
                  <c:v>-1.7425E-05</c:v>
                </c:pt>
                <c:pt idx="590">
                  <c:v>-1.7677E-05</c:v>
                </c:pt>
                <c:pt idx="591">
                  <c:v>-1.7918E-05</c:v>
                </c:pt>
                <c:pt idx="592">
                  <c:v>-1.8145E-05</c:v>
                </c:pt>
                <c:pt idx="593">
                  <c:v>-1.836E-05</c:v>
                </c:pt>
                <c:pt idx="594">
                  <c:v>-1.8562E-05</c:v>
                </c:pt>
                <c:pt idx="595">
                  <c:v>-1.8752E-05</c:v>
                </c:pt>
                <c:pt idx="596">
                  <c:v>-1.8929E-05</c:v>
                </c:pt>
                <c:pt idx="597">
                  <c:v>-1.9094E-05</c:v>
                </c:pt>
                <c:pt idx="598">
                  <c:v>-1.9246E-05</c:v>
                </c:pt>
                <c:pt idx="599">
                  <c:v>-1.9386E-05</c:v>
                </c:pt>
                <c:pt idx="600">
                  <c:v>-1.9514E-05</c:v>
                </c:pt>
                <c:pt idx="601">
                  <c:v>-1.9629E-05</c:v>
                </c:pt>
                <c:pt idx="602">
                  <c:v>-1.9732E-05</c:v>
                </c:pt>
                <c:pt idx="603">
                  <c:v>-1.9823E-05</c:v>
                </c:pt>
                <c:pt idx="604">
                  <c:v>-1.9903E-05</c:v>
                </c:pt>
                <c:pt idx="605">
                  <c:v>-1.997E-05</c:v>
                </c:pt>
                <c:pt idx="606">
                  <c:v>-2.0026E-05</c:v>
                </c:pt>
                <c:pt idx="607">
                  <c:v>-2.007E-05</c:v>
                </c:pt>
                <c:pt idx="608">
                  <c:v>-2.0102E-05</c:v>
                </c:pt>
                <c:pt idx="609">
                  <c:v>-2.0123E-05</c:v>
                </c:pt>
                <c:pt idx="610">
                  <c:v>-2.0133E-05</c:v>
                </c:pt>
                <c:pt idx="611">
                  <c:v>-2.0131E-05</c:v>
                </c:pt>
                <c:pt idx="612">
                  <c:v>-2.0119E-05</c:v>
                </c:pt>
                <c:pt idx="613">
                  <c:v>-2.0095E-05</c:v>
                </c:pt>
                <c:pt idx="614">
                  <c:v>-2.0061E-05</c:v>
                </c:pt>
                <c:pt idx="615">
                  <c:v>-2.0016E-05</c:v>
                </c:pt>
                <c:pt idx="616">
                  <c:v>-1.9961E-05</c:v>
                </c:pt>
                <c:pt idx="617">
                  <c:v>-1.9896E-05</c:v>
                </c:pt>
                <c:pt idx="618">
                  <c:v>-1.982E-05</c:v>
                </c:pt>
                <c:pt idx="619">
                  <c:v>-1.9734E-05</c:v>
                </c:pt>
                <c:pt idx="620">
                  <c:v>-1.9639E-05</c:v>
                </c:pt>
                <c:pt idx="621">
                  <c:v>-1.9534E-05</c:v>
                </c:pt>
                <c:pt idx="622">
                  <c:v>-1.9419E-05</c:v>
                </c:pt>
                <c:pt idx="623">
                  <c:v>-1.9295E-05</c:v>
                </c:pt>
                <c:pt idx="624">
                  <c:v>-1.9162E-05</c:v>
                </c:pt>
                <c:pt idx="625">
                  <c:v>-1.902E-05</c:v>
                </c:pt>
                <c:pt idx="626">
                  <c:v>-1.8869E-05</c:v>
                </c:pt>
                <c:pt idx="627">
                  <c:v>-1.871E-05</c:v>
                </c:pt>
                <c:pt idx="628">
                  <c:v>-1.8542E-05</c:v>
                </c:pt>
                <c:pt idx="629">
                  <c:v>-1.8366E-05</c:v>
                </c:pt>
                <c:pt idx="630">
                  <c:v>-1.8182E-05</c:v>
                </c:pt>
                <c:pt idx="631">
                  <c:v>-1.799E-05</c:v>
                </c:pt>
                <c:pt idx="632">
                  <c:v>-1.7791E-05</c:v>
                </c:pt>
                <c:pt idx="633">
                  <c:v>-1.7584E-05</c:v>
                </c:pt>
                <c:pt idx="634">
                  <c:v>-1.737E-05</c:v>
                </c:pt>
                <c:pt idx="635">
                  <c:v>-1.7149E-05</c:v>
                </c:pt>
                <c:pt idx="636">
                  <c:v>-1.6921E-05</c:v>
                </c:pt>
                <c:pt idx="637">
                  <c:v>-1.6686E-05</c:v>
                </c:pt>
                <c:pt idx="638">
                  <c:v>-1.6445E-05</c:v>
                </c:pt>
                <c:pt idx="639">
                  <c:v>-1.6198E-05</c:v>
                </c:pt>
                <c:pt idx="640">
                  <c:v>-1.5945E-05</c:v>
                </c:pt>
                <c:pt idx="641">
                  <c:v>-1.5686E-05</c:v>
                </c:pt>
                <c:pt idx="642">
                  <c:v>-1.5422E-05</c:v>
                </c:pt>
                <c:pt idx="643">
                  <c:v>-1.5152E-05</c:v>
                </c:pt>
                <c:pt idx="644">
                  <c:v>-1.4877E-05</c:v>
                </c:pt>
                <c:pt idx="645">
                  <c:v>-1.4597E-05</c:v>
                </c:pt>
                <c:pt idx="646">
                  <c:v>-1.4313E-05</c:v>
                </c:pt>
                <c:pt idx="647">
                  <c:v>-1.4024E-05</c:v>
                </c:pt>
                <c:pt idx="648">
                  <c:v>-1.3731E-05</c:v>
                </c:pt>
                <c:pt idx="649">
                  <c:v>-1.3433E-05</c:v>
                </c:pt>
                <c:pt idx="650">
                  <c:v>-1.3132E-05</c:v>
                </c:pt>
                <c:pt idx="651">
                  <c:v>-1.2827E-05</c:v>
                </c:pt>
                <c:pt idx="652">
                  <c:v>-1.2518E-05</c:v>
                </c:pt>
                <c:pt idx="653">
                  <c:v>-1.2207E-05</c:v>
                </c:pt>
                <c:pt idx="654">
                  <c:v>-1.1892E-05</c:v>
                </c:pt>
                <c:pt idx="655">
                  <c:v>-1.1575E-05</c:v>
                </c:pt>
                <c:pt idx="656">
                  <c:v>-1.1255E-05</c:v>
                </c:pt>
                <c:pt idx="657">
                  <c:v>-1.0932E-05</c:v>
                </c:pt>
                <c:pt idx="658">
                  <c:v>-1.0607E-05</c:v>
                </c:pt>
                <c:pt idx="659">
                  <c:v>-1.0281E-05</c:v>
                </c:pt>
                <c:pt idx="660">
                  <c:v>-9.952E-06</c:v>
                </c:pt>
                <c:pt idx="661">
                  <c:v>-9.622E-06</c:v>
                </c:pt>
                <c:pt idx="662">
                  <c:v>-9.291E-06</c:v>
                </c:pt>
                <c:pt idx="663">
                  <c:v>-8.958E-06</c:v>
                </c:pt>
                <c:pt idx="664">
                  <c:v>-8.624E-06</c:v>
                </c:pt>
                <c:pt idx="665">
                  <c:v>-8.29E-06</c:v>
                </c:pt>
                <c:pt idx="666">
                  <c:v>-7.955E-06</c:v>
                </c:pt>
                <c:pt idx="667">
                  <c:v>-7.619E-06</c:v>
                </c:pt>
                <c:pt idx="668">
                  <c:v>-7.284E-06</c:v>
                </c:pt>
                <c:pt idx="669">
                  <c:v>-6.948E-06</c:v>
                </c:pt>
                <c:pt idx="670">
                  <c:v>-6.612E-06</c:v>
                </c:pt>
                <c:pt idx="671">
                  <c:v>-6.277E-06</c:v>
                </c:pt>
                <c:pt idx="672">
                  <c:v>-5.942E-06</c:v>
                </c:pt>
                <c:pt idx="673">
                  <c:v>-5.608E-06</c:v>
                </c:pt>
                <c:pt idx="674">
                  <c:v>-5.275E-06</c:v>
                </c:pt>
                <c:pt idx="675">
                  <c:v>-4.943E-06</c:v>
                </c:pt>
                <c:pt idx="676">
                  <c:v>-4.612E-06</c:v>
                </c:pt>
                <c:pt idx="677">
                  <c:v>-4.282E-06</c:v>
                </c:pt>
                <c:pt idx="678">
                  <c:v>-3.954E-06</c:v>
                </c:pt>
                <c:pt idx="679">
                  <c:v>-3.628E-06</c:v>
                </c:pt>
                <c:pt idx="680">
                  <c:v>-3.303E-06</c:v>
                </c:pt>
                <c:pt idx="681">
                  <c:v>-2.981E-06</c:v>
                </c:pt>
                <c:pt idx="682">
                  <c:v>-2.66E-06</c:v>
                </c:pt>
                <c:pt idx="683">
                  <c:v>-2.342E-06</c:v>
                </c:pt>
                <c:pt idx="684">
                  <c:v>-2.027E-06</c:v>
                </c:pt>
                <c:pt idx="685">
                  <c:v>-1.714E-06</c:v>
                </c:pt>
                <c:pt idx="686">
                  <c:v>-1.403E-06</c:v>
                </c:pt>
                <c:pt idx="687">
                  <c:v>-1.096E-06</c:v>
                </c:pt>
                <c:pt idx="688">
                  <c:v>-7.92E-07</c:v>
                </c:pt>
                <c:pt idx="689">
                  <c:v>-4.91E-07</c:v>
                </c:pt>
                <c:pt idx="690">
                  <c:v>-1.93E-07</c:v>
                </c:pt>
                <c:pt idx="691">
                  <c:v>1.02E-07</c:v>
                </c:pt>
                <c:pt idx="692">
                  <c:v>3.93E-07</c:v>
                </c:pt>
                <c:pt idx="693">
                  <c:v>6.8E-07</c:v>
                </c:pt>
                <c:pt idx="694">
                  <c:v>9.64E-07</c:v>
                </c:pt>
                <c:pt idx="695">
                  <c:v>1.243E-06</c:v>
                </c:pt>
                <c:pt idx="696">
                  <c:v>1.519E-06</c:v>
                </c:pt>
                <c:pt idx="697">
                  <c:v>1.791E-06</c:v>
                </c:pt>
                <c:pt idx="698">
                  <c:v>2.058E-06</c:v>
                </c:pt>
                <c:pt idx="699">
                  <c:v>2.321E-06</c:v>
                </c:pt>
                <c:pt idx="700">
                  <c:v>2.58E-06</c:v>
                </c:pt>
                <c:pt idx="701">
                  <c:v>2.834E-06</c:v>
                </c:pt>
                <c:pt idx="702">
                  <c:v>3.084E-06</c:v>
                </c:pt>
                <c:pt idx="703">
                  <c:v>3.329E-06</c:v>
                </c:pt>
                <c:pt idx="704">
                  <c:v>3.569E-06</c:v>
                </c:pt>
                <c:pt idx="705">
                  <c:v>3.805E-06</c:v>
                </c:pt>
                <c:pt idx="706">
                  <c:v>4.036E-06</c:v>
                </c:pt>
                <c:pt idx="707">
                  <c:v>4.262E-06</c:v>
                </c:pt>
                <c:pt idx="708">
                  <c:v>4.482E-06</c:v>
                </c:pt>
                <c:pt idx="709">
                  <c:v>4.698E-06</c:v>
                </c:pt>
                <c:pt idx="710">
                  <c:v>4.909E-06</c:v>
                </c:pt>
                <c:pt idx="711">
                  <c:v>5.114E-06</c:v>
                </c:pt>
                <c:pt idx="712">
                  <c:v>5.314E-06</c:v>
                </c:pt>
                <c:pt idx="713">
                  <c:v>5.509E-06</c:v>
                </c:pt>
                <c:pt idx="714">
                  <c:v>5.699E-06</c:v>
                </c:pt>
                <c:pt idx="715">
                  <c:v>5.883E-06</c:v>
                </c:pt>
                <c:pt idx="716">
                  <c:v>6.062E-06</c:v>
                </c:pt>
                <c:pt idx="717">
                  <c:v>6.235E-06</c:v>
                </c:pt>
                <c:pt idx="718">
                  <c:v>6.403E-06</c:v>
                </c:pt>
                <c:pt idx="719">
                  <c:v>6.566E-06</c:v>
                </c:pt>
                <c:pt idx="720">
                  <c:v>6.723E-06</c:v>
                </c:pt>
                <c:pt idx="721">
                  <c:v>6.874E-06</c:v>
                </c:pt>
                <c:pt idx="722">
                  <c:v>7.02E-06</c:v>
                </c:pt>
                <c:pt idx="723">
                  <c:v>7.16E-06</c:v>
                </c:pt>
                <c:pt idx="724">
                  <c:v>7.295E-06</c:v>
                </c:pt>
                <c:pt idx="725">
                  <c:v>7.424E-06</c:v>
                </c:pt>
                <c:pt idx="726">
                  <c:v>7.547E-06</c:v>
                </c:pt>
                <c:pt idx="727">
                  <c:v>7.665E-06</c:v>
                </c:pt>
                <c:pt idx="728">
                  <c:v>7.777E-06</c:v>
                </c:pt>
                <c:pt idx="729">
                  <c:v>7.884E-06</c:v>
                </c:pt>
                <c:pt idx="730">
                  <c:v>7.985E-06</c:v>
                </c:pt>
                <c:pt idx="731">
                  <c:v>8.081E-06</c:v>
                </c:pt>
                <c:pt idx="732">
                  <c:v>8.171E-06</c:v>
                </c:pt>
                <c:pt idx="733">
                  <c:v>8.255E-06</c:v>
                </c:pt>
                <c:pt idx="734">
                  <c:v>8.334E-06</c:v>
                </c:pt>
                <c:pt idx="735">
                  <c:v>8.407E-06</c:v>
                </c:pt>
                <c:pt idx="736">
                  <c:v>8.475E-06</c:v>
                </c:pt>
                <c:pt idx="737">
                  <c:v>8.538E-06</c:v>
                </c:pt>
                <c:pt idx="738">
                  <c:v>8.595E-06</c:v>
                </c:pt>
                <c:pt idx="739">
                  <c:v>8.646E-06</c:v>
                </c:pt>
                <c:pt idx="740">
                  <c:v>8.693E-06</c:v>
                </c:pt>
                <c:pt idx="741">
                  <c:v>8.734E-06</c:v>
                </c:pt>
                <c:pt idx="742">
                  <c:v>8.769E-06</c:v>
                </c:pt>
                <c:pt idx="743">
                  <c:v>8.8E-06</c:v>
                </c:pt>
                <c:pt idx="744">
                  <c:v>8.825E-06</c:v>
                </c:pt>
                <c:pt idx="745">
                  <c:v>8.845E-06</c:v>
                </c:pt>
                <c:pt idx="746">
                  <c:v>8.86E-06</c:v>
                </c:pt>
                <c:pt idx="747">
                  <c:v>8.87E-06</c:v>
                </c:pt>
                <c:pt idx="748">
                  <c:v>8.875E-06</c:v>
                </c:pt>
                <c:pt idx="749">
                  <c:v>8.875E-06</c:v>
                </c:pt>
                <c:pt idx="750">
                  <c:v>8.87E-06</c:v>
                </c:pt>
                <c:pt idx="751">
                  <c:v>8.861E-06</c:v>
                </c:pt>
                <c:pt idx="752">
                  <c:v>8.846E-06</c:v>
                </c:pt>
                <c:pt idx="753">
                  <c:v>8.827E-06</c:v>
                </c:pt>
                <c:pt idx="754">
                  <c:v>8.804E-06</c:v>
                </c:pt>
                <c:pt idx="755">
                  <c:v>8.775E-06</c:v>
                </c:pt>
                <c:pt idx="756">
                  <c:v>8.743E-06</c:v>
                </c:pt>
                <c:pt idx="757">
                  <c:v>8.706E-06</c:v>
                </c:pt>
                <c:pt idx="758">
                  <c:v>8.664E-06</c:v>
                </c:pt>
                <c:pt idx="759">
                  <c:v>8.618E-06</c:v>
                </c:pt>
                <c:pt idx="760">
                  <c:v>8.568E-06</c:v>
                </c:pt>
                <c:pt idx="761">
                  <c:v>8.514E-06</c:v>
                </c:pt>
                <c:pt idx="762">
                  <c:v>8.456E-06</c:v>
                </c:pt>
                <c:pt idx="763">
                  <c:v>8.394E-06</c:v>
                </c:pt>
                <c:pt idx="764">
                  <c:v>8.328E-06</c:v>
                </c:pt>
                <c:pt idx="765">
                  <c:v>8.259E-06</c:v>
                </c:pt>
                <c:pt idx="766">
                  <c:v>8.185E-06</c:v>
                </c:pt>
                <c:pt idx="767">
                  <c:v>8.108E-06</c:v>
                </c:pt>
                <c:pt idx="768">
                  <c:v>8.028E-06</c:v>
                </c:pt>
                <c:pt idx="769">
                  <c:v>7.943E-06</c:v>
                </c:pt>
                <c:pt idx="770">
                  <c:v>7.856E-06</c:v>
                </c:pt>
                <c:pt idx="771">
                  <c:v>7.765E-06</c:v>
                </c:pt>
                <c:pt idx="772">
                  <c:v>7.671E-06</c:v>
                </c:pt>
                <c:pt idx="773">
                  <c:v>7.574E-06</c:v>
                </c:pt>
                <c:pt idx="774">
                  <c:v>7.474E-06</c:v>
                </c:pt>
                <c:pt idx="775">
                  <c:v>7.371E-06</c:v>
                </c:pt>
                <c:pt idx="776">
                  <c:v>7.266E-06</c:v>
                </c:pt>
                <c:pt idx="777">
                  <c:v>7.157E-06</c:v>
                </c:pt>
                <c:pt idx="778">
                  <c:v>7.046E-06</c:v>
                </c:pt>
                <c:pt idx="779">
                  <c:v>6.932E-06</c:v>
                </c:pt>
                <c:pt idx="780">
                  <c:v>6.816E-06</c:v>
                </c:pt>
                <c:pt idx="781">
                  <c:v>6.698E-06</c:v>
                </c:pt>
                <c:pt idx="782">
                  <c:v>6.577E-06</c:v>
                </c:pt>
                <c:pt idx="783">
                  <c:v>6.454E-06</c:v>
                </c:pt>
                <c:pt idx="784">
                  <c:v>6.328E-06</c:v>
                </c:pt>
                <c:pt idx="785">
                  <c:v>6.201E-06</c:v>
                </c:pt>
                <c:pt idx="786">
                  <c:v>6.072E-06</c:v>
                </c:pt>
                <c:pt idx="787">
                  <c:v>5.941E-06</c:v>
                </c:pt>
                <c:pt idx="788">
                  <c:v>5.809E-06</c:v>
                </c:pt>
                <c:pt idx="789">
                  <c:v>5.675E-06</c:v>
                </c:pt>
                <c:pt idx="790">
                  <c:v>5.539E-06</c:v>
                </c:pt>
                <c:pt idx="791">
                  <c:v>5.402E-06</c:v>
                </c:pt>
                <c:pt idx="792">
                  <c:v>5.263E-06</c:v>
                </c:pt>
                <c:pt idx="793">
                  <c:v>5.124E-06</c:v>
                </c:pt>
                <c:pt idx="794">
                  <c:v>4.983E-06</c:v>
                </c:pt>
                <c:pt idx="795">
                  <c:v>4.841E-06</c:v>
                </c:pt>
                <c:pt idx="796">
                  <c:v>4.698E-06</c:v>
                </c:pt>
                <c:pt idx="797">
                  <c:v>4.554E-06</c:v>
                </c:pt>
                <c:pt idx="798">
                  <c:v>4.409E-06</c:v>
                </c:pt>
                <c:pt idx="799">
                  <c:v>4.264E-06</c:v>
                </c:pt>
                <c:pt idx="800">
                  <c:v>4.118E-06</c:v>
                </c:pt>
                <c:pt idx="801">
                  <c:v>3.971E-06</c:v>
                </c:pt>
                <c:pt idx="802">
                  <c:v>3.824E-06</c:v>
                </c:pt>
                <c:pt idx="803">
                  <c:v>3.677E-06</c:v>
                </c:pt>
                <c:pt idx="804">
                  <c:v>3.529E-06</c:v>
                </c:pt>
                <c:pt idx="805">
                  <c:v>3.381E-06</c:v>
                </c:pt>
                <c:pt idx="806">
                  <c:v>3.233E-06</c:v>
                </c:pt>
                <c:pt idx="807">
                  <c:v>3.085E-06</c:v>
                </c:pt>
                <c:pt idx="808">
                  <c:v>2.937E-06</c:v>
                </c:pt>
                <c:pt idx="809">
                  <c:v>2.789E-06</c:v>
                </c:pt>
                <c:pt idx="810">
                  <c:v>2.642E-06</c:v>
                </c:pt>
                <c:pt idx="811">
                  <c:v>2.494E-06</c:v>
                </c:pt>
                <c:pt idx="812">
                  <c:v>2.347E-06</c:v>
                </c:pt>
                <c:pt idx="813">
                  <c:v>2.201E-06</c:v>
                </c:pt>
                <c:pt idx="814">
                  <c:v>2.055E-06</c:v>
                </c:pt>
                <c:pt idx="815">
                  <c:v>1.909E-06</c:v>
                </c:pt>
                <c:pt idx="816">
                  <c:v>1.765E-06</c:v>
                </c:pt>
                <c:pt idx="817">
                  <c:v>1.621E-06</c:v>
                </c:pt>
                <c:pt idx="818">
                  <c:v>1.477E-06</c:v>
                </c:pt>
                <c:pt idx="819">
                  <c:v>1.335E-06</c:v>
                </c:pt>
                <c:pt idx="820">
                  <c:v>1.194E-06</c:v>
                </c:pt>
                <c:pt idx="821">
                  <c:v>1.053E-06</c:v>
                </c:pt>
                <c:pt idx="822">
                  <c:v>9.14E-07</c:v>
                </c:pt>
                <c:pt idx="823">
                  <c:v>7.76E-07</c:v>
                </c:pt>
                <c:pt idx="824">
                  <c:v>6.39E-07</c:v>
                </c:pt>
                <c:pt idx="825">
                  <c:v>5.03E-07</c:v>
                </c:pt>
                <c:pt idx="826">
                  <c:v>3.69E-07</c:v>
                </c:pt>
                <c:pt idx="827">
                  <c:v>2.36E-07</c:v>
                </c:pt>
                <c:pt idx="828">
                  <c:v>1.04E-07</c:v>
                </c:pt>
                <c:pt idx="829">
                  <c:v>-2.6E-08</c:v>
                </c:pt>
                <c:pt idx="830">
                  <c:v>-1.54E-07</c:v>
                </c:pt>
                <c:pt idx="831">
                  <c:v>-2.81E-07</c:v>
                </c:pt>
                <c:pt idx="832">
                  <c:v>-4.06E-07</c:v>
                </c:pt>
                <c:pt idx="833">
                  <c:v>-5.3E-07</c:v>
                </c:pt>
                <c:pt idx="834">
                  <c:v>-6.52E-07</c:v>
                </c:pt>
                <c:pt idx="835">
                  <c:v>-7.72E-07</c:v>
                </c:pt>
                <c:pt idx="836">
                  <c:v>-8.9E-07</c:v>
                </c:pt>
                <c:pt idx="837">
                  <c:v>-1.006E-06</c:v>
                </c:pt>
                <c:pt idx="838">
                  <c:v>-1.121E-06</c:v>
                </c:pt>
                <c:pt idx="839">
                  <c:v>-1.233E-06</c:v>
                </c:pt>
                <c:pt idx="840">
                  <c:v>-1.343E-06</c:v>
                </c:pt>
                <c:pt idx="841">
                  <c:v>-1.452E-06</c:v>
                </c:pt>
                <c:pt idx="842">
                  <c:v>-1.558E-06</c:v>
                </c:pt>
                <c:pt idx="843">
                  <c:v>-1.662E-06</c:v>
                </c:pt>
                <c:pt idx="844">
                  <c:v>-1.764E-06</c:v>
                </c:pt>
                <c:pt idx="845">
                  <c:v>-1.864E-06</c:v>
                </c:pt>
                <c:pt idx="846">
                  <c:v>-1.962E-06</c:v>
                </c:pt>
                <c:pt idx="847">
                  <c:v>-2.057E-06</c:v>
                </c:pt>
                <c:pt idx="848">
                  <c:v>-2.15E-06</c:v>
                </c:pt>
                <c:pt idx="849">
                  <c:v>-2.241E-06</c:v>
                </c:pt>
                <c:pt idx="850">
                  <c:v>-2.33E-06</c:v>
                </c:pt>
                <c:pt idx="851">
                  <c:v>-2.416E-06</c:v>
                </c:pt>
                <c:pt idx="852">
                  <c:v>-2.5E-06</c:v>
                </c:pt>
                <c:pt idx="853">
                  <c:v>-2.582E-06</c:v>
                </c:pt>
                <c:pt idx="854">
                  <c:v>-2.661E-06</c:v>
                </c:pt>
                <c:pt idx="855">
                  <c:v>-2.738E-06</c:v>
                </c:pt>
                <c:pt idx="856">
                  <c:v>-2.812E-06</c:v>
                </c:pt>
                <c:pt idx="857">
                  <c:v>-2.884E-06</c:v>
                </c:pt>
                <c:pt idx="858">
                  <c:v>-2.954E-06</c:v>
                </c:pt>
                <c:pt idx="859">
                  <c:v>-3.021E-06</c:v>
                </c:pt>
                <c:pt idx="860">
                  <c:v>-3.085E-06</c:v>
                </c:pt>
                <c:pt idx="861">
                  <c:v>-3.148E-06</c:v>
                </c:pt>
                <c:pt idx="862">
                  <c:v>-3.207E-06</c:v>
                </c:pt>
                <c:pt idx="863">
                  <c:v>-3.265E-06</c:v>
                </c:pt>
                <c:pt idx="864">
                  <c:v>-3.319E-06</c:v>
                </c:pt>
                <c:pt idx="865">
                  <c:v>-3.372E-06</c:v>
                </c:pt>
                <c:pt idx="866">
                  <c:v>-3.422E-06</c:v>
                </c:pt>
                <c:pt idx="867">
                  <c:v>-3.469E-06</c:v>
                </c:pt>
                <c:pt idx="868">
                  <c:v>-3.514E-06</c:v>
                </c:pt>
                <c:pt idx="869">
                  <c:v>-3.556E-06</c:v>
                </c:pt>
                <c:pt idx="870">
                  <c:v>-3.596E-06</c:v>
                </c:pt>
                <c:pt idx="871">
                  <c:v>-3.634E-06</c:v>
                </c:pt>
                <c:pt idx="872">
                  <c:v>-3.669E-06</c:v>
                </c:pt>
                <c:pt idx="873">
                  <c:v>-3.702E-06</c:v>
                </c:pt>
                <c:pt idx="874">
                  <c:v>-3.732E-06</c:v>
                </c:pt>
                <c:pt idx="875">
                  <c:v>-3.76E-06</c:v>
                </c:pt>
                <c:pt idx="876">
                  <c:v>-3.786E-06</c:v>
                </c:pt>
                <c:pt idx="877">
                  <c:v>-3.809E-06</c:v>
                </c:pt>
                <c:pt idx="878">
                  <c:v>-3.829E-06</c:v>
                </c:pt>
                <c:pt idx="879">
                  <c:v>-3.848E-06</c:v>
                </c:pt>
                <c:pt idx="880">
                  <c:v>-3.864E-06</c:v>
                </c:pt>
                <c:pt idx="881">
                  <c:v>-3.878E-06</c:v>
                </c:pt>
                <c:pt idx="882">
                  <c:v>-3.889E-06</c:v>
                </c:pt>
                <c:pt idx="883">
                  <c:v>-3.898E-06</c:v>
                </c:pt>
                <c:pt idx="884">
                  <c:v>-3.905E-06</c:v>
                </c:pt>
                <c:pt idx="885">
                  <c:v>-3.91E-06</c:v>
                </c:pt>
                <c:pt idx="886">
                  <c:v>-3.913E-06</c:v>
                </c:pt>
                <c:pt idx="887">
                  <c:v>-3.913E-06</c:v>
                </c:pt>
                <c:pt idx="888">
                  <c:v>-3.911E-06</c:v>
                </c:pt>
                <c:pt idx="889">
                  <c:v>-3.907E-06</c:v>
                </c:pt>
                <c:pt idx="890">
                  <c:v>-3.901E-06</c:v>
                </c:pt>
                <c:pt idx="891">
                  <c:v>-3.893E-06</c:v>
                </c:pt>
                <c:pt idx="892">
                  <c:v>-3.883E-06</c:v>
                </c:pt>
                <c:pt idx="893">
                  <c:v>-3.871E-06</c:v>
                </c:pt>
                <c:pt idx="894">
                  <c:v>-3.857E-06</c:v>
                </c:pt>
                <c:pt idx="895">
                  <c:v>-3.841E-06</c:v>
                </c:pt>
                <c:pt idx="896">
                  <c:v>-3.823E-06</c:v>
                </c:pt>
                <c:pt idx="897">
                  <c:v>-3.803E-06</c:v>
                </c:pt>
                <c:pt idx="898">
                  <c:v>-3.781E-06</c:v>
                </c:pt>
                <c:pt idx="899">
                  <c:v>-3.757E-06</c:v>
                </c:pt>
                <c:pt idx="900">
                  <c:v>-3.732E-06</c:v>
                </c:pt>
                <c:pt idx="901">
                  <c:v>-3.705E-06</c:v>
                </c:pt>
                <c:pt idx="902">
                  <c:v>-3.676E-06</c:v>
                </c:pt>
                <c:pt idx="903">
                  <c:v>-3.646E-06</c:v>
                </c:pt>
                <c:pt idx="904">
                  <c:v>-3.613E-06</c:v>
                </c:pt>
                <c:pt idx="905">
                  <c:v>-3.58E-06</c:v>
                </c:pt>
                <c:pt idx="906">
                  <c:v>-3.544E-06</c:v>
                </c:pt>
                <c:pt idx="907">
                  <c:v>-3.508E-06</c:v>
                </c:pt>
                <c:pt idx="908">
                  <c:v>-3.469E-06</c:v>
                </c:pt>
                <c:pt idx="909">
                  <c:v>-3.429E-06</c:v>
                </c:pt>
                <c:pt idx="910">
                  <c:v>-3.388E-06</c:v>
                </c:pt>
                <c:pt idx="911">
                  <c:v>-3.346E-06</c:v>
                </c:pt>
                <c:pt idx="912">
                  <c:v>-3.302E-06</c:v>
                </c:pt>
                <c:pt idx="913">
                  <c:v>-3.257E-06</c:v>
                </c:pt>
                <c:pt idx="914">
                  <c:v>-3.21E-06</c:v>
                </c:pt>
                <c:pt idx="915">
                  <c:v>-3.162E-06</c:v>
                </c:pt>
                <c:pt idx="916">
                  <c:v>-3.114E-06</c:v>
                </c:pt>
                <c:pt idx="917">
                  <c:v>-3.064E-06</c:v>
                </c:pt>
                <c:pt idx="918">
                  <c:v>-3.013E-06</c:v>
                </c:pt>
                <c:pt idx="919">
                  <c:v>-2.96E-06</c:v>
                </c:pt>
                <c:pt idx="920">
                  <c:v>-2.907E-06</c:v>
                </c:pt>
                <c:pt idx="921">
                  <c:v>-2.853E-06</c:v>
                </c:pt>
                <c:pt idx="922">
                  <c:v>-2.798E-06</c:v>
                </c:pt>
                <c:pt idx="923">
                  <c:v>-2.742E-06</c:v>
                </c:pt>
                <c:pt idx="924">
                  <c:v>-2.686E-06</c:v>
                </c:pt>
                <c:pt idx="925">
                  <c:v>-2.628E-06</c:v>
                </c:pt>
                <c:pt idx="926">
                  <c:v>-2.57E-06</c:v>
                </c:pt>
                <c:pt idx="927">
                  <c:v>-2.511E-06</c:v>
                </c:pt>
                <c:pt idx="928">
                  <c:v>-2.451E-06</c:v>
                </c:pt>
                <c:pt idx="929">
                  <c:v>-2.39E-06</c:v>
                </c:pt>
                <c:pt idx="930">
                  <c:v>-2.329E-06</c:v>
                </c:pt>
                <c:pt idx="931">
                  <c:v>-2.268E-06</c:v>
                </c:pt>
                <c:pt idx="932">
                  <c:v>-2.206E-06</c:v>
                </c:pt>
                <c:pt idx="933">
                  <c:v>-2.143E-06</c:v>
                </c:pt>
                <c:pt idx="934">
                  <c:v>-2.08E-06</c:v>
                </c:pt>
                <c:pt idx="935">
                  <c:v>-2.017E-06</c:v>
                </c:pt>
                <c:pt idx="936">
                  <c:v>-1.953E-06</c:v>
                </c:pt>
                <c:pt idx="937">
                  <c:v>-1.889E-06</c:v>
                </c:pt>
                <c:pt idx="938">
                  <c:v>-1.825E-06</c:v>
                </c:pt>
                <c:pt idx="939">
                  <c:v>-1.76E-06</c:v>
                </c:pt>
                <c:pt idx="940">
                  <c:v>-1.695E-06</c:v>
                </c:pt>
                <c:pt idx="941">
                  <c:v>-1.63E-06</c:v>
                </c:pt>
                <c:pt idx="942">
                  <c:v>-1.565E-06</c:v>
                </c:pt>
                <c:pt idx="943">
                  <c:v>-1.5E-06</c:v>
                </c:pt>
                <c:pt idx="944">
                  <c:v>-1.435E-06</c:v>
                </c:pt>
                <c:pt idx="945">
                  <c:v>-1.37E-06</c:v>
                </c:pt>
                <c:pt idx="946">
                  <c:v>-1.304E-06</c:v>
                </c:pt>
                <c:pt idx="947">
                  <c:v>-1.239E-06</c:v>
                </c:pt>
                <c:pt idx="948">
                  <c:v>-1.174E-06</c:v>
                </c:pt>
                <c:pt idx="949">
                  <c:v>-1.109E-06</c:v>
                </c:pt>
                <c:pt idx="950">
                  <c:v>-1.044E-06</c:v>
                </c:pt>
                <c:pt idx="951">
                  <c:v>-9.8E-07</c:v>
                </c:pt>
                <c:pt idx="952">
                  <c:v>-9.15E-07</c:v>
                </c:pt>
                <c:pt idx="953">
                  <c:v>-8.51E-07</c:v>
                </c:pt>
                <c:pt idx="954">
                  <c:v>-7.87E-07</c:v>
                </c:pt>
                <c:pt idx="955">
                  <c:v>-7.24E-07</c:v>
                </c:pt>
                <c:pt idx="956">
                  <c:v>-6.61E-07</c:v>
                </c:pt>
                <c:pt idx="957">
                  <c:v>-5.98E-07</c:v>
                </c:pt>
                <c:pt idx="958">
                  <c:v>-5.35E-07</c:v>
                </c:pt>
                <c:pt idx="959">
                  <c:v>-4.73E-07</c:v>
                </c:pt>
                <c:pt idx="960">
                  <c:v>-4.12E-07</c:v>
                </c:pt>
                <c:pt idx="961">
                  <c:v>-3.51E-07</c:v>
                </c:pt>
                <c:pt idx="962">
                  <c:v>-2.9E-07</c:v>
                </c:pt>
                <c:pt idx="963">
                  <c:v>-2.31E-07</c:v>
                </c:pt>
                <c:pt idx="964">
                  <c:v>-1.71E-07</c:v>
                </c:pt>
                <c:pt idx="965">
                  <c:v>-1.13E-07</c:v>
                </c:pt>
                <c:pt idx="966">
                  <c:v>-5.4E-08</c:v>
                </c:pt>
                <c:pt idx="967">
                  <c:v>3E-09</c:v>
                </c:pt>
                <c:pt idx="968">
                  <c:v>6E-08</c:v>
                </c:pt>
                <c:pt idx="969">
                  <c:v>1.16E-07</c:v>
                </c:pt>
                <c:pt idx="970">
                  <c:v>1.71E-07</c:v>
                </c:pt>
                <c:pt idx="971">
                  <c:v>2.26E-07</c:v>
                </c:pt>
                <c:pt idx="972">
                  <c:v>2.79E-07</c:v>
                </c:pt>
                <c:pt idx="973">
                  <c:v>3.33E-07</c:v>
                </c:pt>
                <c:pt idx="974">
                  <c:v>3.85E-07</c:v>
                </c:pt>
                <c:pt idx="975">
                  <c:v>4.36E-07</c:v>
                </c:pt>
                <c:pt idx="976">
                  <c:v>4.87E-07</c:v>
                </c:pt>
                <c:pt idx="977">
                  <c:v>5.36E-07</c:v>
                </c:pt>
                <c:pt idx="978">
                  <c:v>5.85E-07</c:v>
                </c:pt>
                <c:pt idx="979">
                  <c:v>6.33E-07</c:v>
                </c:pt>
                <c:pt idx="980">
                  <c:v>6.8E-07</c:v>
                </c:pt>
                <c:pt idx="981">
                  <c:v>7.26E-07</c:v>
                </c:pt>
                <c:pt idx="982">
                  <c:v>7.71E-07</c:v>
                </c:pt>
                <c:pt idx="983">
                  <c:v>8.15E-07</c:v>
                </c:pt>
                <c:pt idx="984">
                  <c:v>8.59E-07</c:v>
                </c:pt>
                <c:pt idx="985">
                  <c:v>9.01E-07</c:v>
                </c:pt>
                <c:pt idx="986">
                  <c:v>9.42E-07</c:v>
                </c:pt>
                <c:pt idx="987">
                  <c:v>9.82E-07</c:v>
                </c:pt>
                <c:pt idx="988">
                  <c:v>1.022E-06</c:v>
                </c:pt>
                <c:pt idx="989">
                  <c:v>1.06E-06</c:v>
                </c:pt>
                <c:pt idx="990">
                  <c:v>1.097E-06</c:v>
                </c:pt>
                <c:pt idx="991">
                  <c:v>1.133E-06</c:v>
                </c:pt>
                <c:pt idx="992">
                  <c:v>1.168E-06</c:v>
                </c:pt>
                <c:pt idx="993">
                  <c:v>1.202E-06</c:v>
                </c:pt>
                <c:pt idx="994">
                  <c:v>1.235E-06</c:v>
                </c:pt>
                <c:pt idx="995">
                  <c:v>1.267E-06</c:v>
                </c:pt>
                <c:pt idx="996">
                  <c:v>1.298E-06</c:v>
                </c:pt>
                <c:pt idx="997">
                  <c:v>1.327E-06</c:v>
                </c:pt>
                <c:pt idx="998">
                  <c:v>1.356E-06</c:v>
                </c:pt>
                <c:pt idx="999">
                  <c:v>1.384E-06</c:v>
                </c:pt>
                <c:pt idx="1000">
                  <c:v>1.41E-06</c:v>
                </c:pt>
              </c:numCache>
            </c:numRef>
          </c:yVal>
          <c:smooth val="0"/>
          <c:extLst>
            <c:ext uri="{C3380CC4-5D6E-409C-BE32-E72D297353CC}">
              <ns2:uniqueId val="{00000001-48F6-4C0F-BC29-DC2E1B85BDB0}"/>
            </c:ext>
          </c:extLst>
        </c:ser>
        <c:ser>
          <c:idx val="2"/>
          <c:order val="2"/>
          <c:tx>
            <c:v>Zero</c:v>
          </c:tx>
          <c:spPr>
            <a:ln w="9525">
              <a:solidFill>
                <a:srgbClr val="536873"/>
              </a:solidFill>
              <a:prstDash val="dash"/>
            </a:ln>
          </c:spPr>
          <c:marker>
            <c:symbol val="none"/>
          </c:marker>
          <c:xVal>
            <c:numRef>
              <c:f>'Chart Data'!$E$2:$E$3</c:f>
              <c:numCache>
                <c:formatCode>General</c:formatCode>
                <c:ptCount val="2"/>
                <c:pt idx="0">
                  <c:v>0</c:v>
                </c:pt>
                <c:pt idx="1">
                  <c:v>20</c:v>
                </c:pt>
              </c:numCache>
            </c:numRef>
          </c:xVal>
          <c:yVal>
            <c:numRef>
              <c:f>'Chart Data'!$F$2:$F$3</c:f>
              <c:numCache>
                <c:formatCode>0.000</c:formatCode>
                <c:ptCount val="2"/>
                <c:pt idx="0">
                  <c:v>0</c:v>
                </c:pt>
                <c:pt idx="1">
                  <c:v>0</c:v>
                </c:pt>
              </c:numCache>
            </c:numRef>
          </c:yVal>
          <c:smooth val="0"/>
          <c:extLst>
            <c:ext uri="{C3380CC4-5D6E-409C-BE32-E72D297353CC}">
              <ns2:uniqueId val="{00000002-48F6-4C0F-BC29-DC2E1B85BDB0}"/>
            </c:ext>
          </c:extLst>
        </c:ser>
        <c:dLbls>
          <c:showLegendKey val="0"/>
          <c:showVal val="0"/>
          <c:showCatName val="0"/>
          <c:showSerName val="0"/>
          <c:showPercent val="0"/>
          <c:showBubbleSize val="0"/>
        </c:dLbls>
        <c:axId val="48650112"/>
        <c:axId val="48672768"/>
      </c:scatterChart>
      <c:valAx>
        <c:axId val="48672768"/>
        <c:scaling>
          <c:orientation val="minMax"/>
          <c:max val="0.0022"/>
          <c:min val="-2E-3"/>
        </c:scaling>
        <c:delete val="0"/>
        <c:axPos val="l"/>
        <c:majorGridlines>
          <c:spPr>
            <a:ln w="7620">
              <a:solidFill>
                <a:srgbClr val="D8DFDE"/>
              </a:solidFill>
            </a:ln>
          </c:spPr>
        </c:majorGridlines>
        <c:numFmt formatCode="0.000" sourceLinked="1"/>
        <c:majorTickMark val="none"/>
        <c:minorTickMark val="none"/>
        <c:tickLblPos val="low"/>
        <c:spPr>
          <a:ln w="9525">
            <a:solidFill>
              <a:srgbClr val="D4D4D4"/>
            </a:solidFill>
            <a:prstDash val="solid"/>
          </a:ln>
        </c:spPr>
        <c:txPr>
          <a:bodyPr anchorCtr="1"/>
          <a:lstStyle/>
          <a:p>
            <a:pPr>
              <a:defRPr sz="1425">
                <a:solidFill>
                  <a:srgbClr val="536873"/>
                </a:solidFill>
                <a:latin typeface="Arial"/>
                <a:ea typeface="Arial"/>
                <a:cs typeface="Arial"/>
              </a:defRPr>
            </a:pPr>
            <a:endParaRPr lang="zh-CN"/>
          </a:p>
        </c:txPr>
        <c:crossAx val="48650112"/>
        <c:crosses val="autoZero"/>
        <c:crossBetween val="midCat"/>
        <c:majorUnit val="1E-3"/>
      </c:valAx>
      <c:valAx>
        <c:axId val="48650112"/>
        <c:scaling>
          <c:orientation val="minMax"/>
          <c:max val="20"/>
          <c:min val="0"/>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425">
                <a:solidFill>
                  <a:srgbClr val="536873"/>
                </a:solidFill>
                <a:latin typeface="Arial"/>
                <a:ea typeface="Arial"/>
                <a:cs typeface="Arial"/>
              </a:defRPr>
            </a:pPr>
            <a:endParaRPr lang="zh-CN"/>
          </a:p>
        </c:txPr>
        <c:crossAx val="48672768"/>
        <c:crosses val="autoZero"/>
        <c:crossBetween val="midCat"/>
        <c:majorUnit val="5"/>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charts/chart5.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ATP</c:v>
          </c:tx>
          <c:spPr>
            <a:ln w="28575">
              <a:solidFill>
                <a:srgbClr val="087F8C"/>
              </a:solidFill>
              <a:prstDash val="solid"/>
            </a:ln>
          </c:spPr>
          <c:marker>
            <c:symbol val="none"/>
          </c:marker>
          <c:xVal>
            <c:numRef>
              <c:f>'Chart Data'!$A$2:$A$2252</c:f>
              <c:numCache>
                <c:formatCode>General</c:formatCode>
                <c:ptCount val="225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c:v>
                </c:pt>
                <c:pt idx="501">
                  <c:v>10.02</c:v>
                </c:pt>
                <c:pt idx="502">
                  <c:v>10.04</c:v>
                </c:pt>
                <c:pt idx="503">
                  <c:v>10.06</c:v>
                </c:pt>
                <c:pt idx="504">
                  <c:v>10.08</c:v>
                </c:pt>
                <c:pt idx="505">
                  <c:v>10.1</c:v>
                </c:pt>
                <c:pt idx="506">
                  <c:v>10.12</c:v>
                </c:pt>
                <c:pt idx="507">
                  <c:v>10.14</c:v>
                </c:pt>
                <c:pt idx="508">
                  <c:v>10.16</c:v>
                </c:pt>
                <c:pt idx="509">
                  <c:v>10.18</c:v>
                </c:pt>
                <c:pt idx="510">
                  <c:v>10.2</c:v>
                </c:pt>
                <c:pt idx="511">
                  <c:v>10.22</c:v>
                </c:pt>
                <c:pt idx="512">
                  <c:v>10.24</c:v>
                </c:pt>
                <c:pt idx="513">
                  <c:v>10.26</c:v>
                </c:pt>
                <c:pt idx="514">
                  <c:v>10.28</c:v>
                </c:pt>
                <c:pt idx="515">
                  <c:v>10.3</c:v>
                </c:pt>
                <c:pt idx="516">
                  <c:v>10.32</c:v>
                </c:pt>
                <c:pt idx="517">
                  <c:v>10.34</c:v>
                </c:pt>
                <c:pt idx="518">
                  <c:v>10.36</c:v>
                </c:pt>
                <c:pt idx="519">
                  <c:v>10.38</c:v>
                </c:pt>
                <c:pt idx="520">
                  <c:v>10.4</c:v>
                </c:pt>
                <c:pt idx="521">
                  <c:v>10.42</c:v>
                </c:pt>
                <c:pt idx="522">
                  <c:v>10.44</c:v>
                </c:pt>
                <c:pt idx="523">
                  <c:v>10.46</c:v>
                </c:pt>
                <c:pt idx="524">
                  <c:v>10.48</c:v>
                </c:pt>
                <c:pt idx="525">
                  <c:v>10.5</c:v>
                </c:pt>
                <c:pt idx="526">
                  <c:v>10.52</c:v>
                </c:pt>
                <c:pt idx="527">
                  <c:v>10.54</c:v>
                </c:pt>
                <c:pt idx="528">
                  <c:v>10.56</c:v>
                </c:pt>
                <c:pt idx="529">
                  <c:v>10.58</c:v>
                </c:pt>
                <c:pt idx="530">
                  <c:v>10.6</c:v>
                </c:pt>
                <c:pt idx="531">
                  <c:v>10.62</c:v>
                </c:pt>
                <c:pt idx="532">
                  <c:v>10.64</c:v>
                </c:pt>
                <c:pt idx="533">
                  <c:v>10.66</c:v>
                </c:pt>
                <c:pt idx="534">
                  <c:v>10.68</c:v>
                </c:pt>
                <c:pt idx="535">
                  <c:v>10.7</c:v>
                </c:pt>
                <c:pt idx="536">
                  <c:v>10.72</c:v>
                </c:pt>
                <c:pt idx="537">
                  <c:v>10.74</c:v>
                </c:pt>
                <c:pt idx="538">
                  <c:v>10.76</c:v>
                </c:pt>
                <c:pt idx="539">
                  <c:v>10.78</c:v>
                </c:pt>
                <c:pt idx="540">
                  <c:v>10.8</c:v>
                </c:pt>
                <c:pt idx="541">
                  <c:v>10.82</c:v>
                </c:pt>
                <c:pt idx="542">
                  <c:v>10.84</c:v>
                </c:pt>
                <c:pt idx="543">
                  <c:v>10.86</c:v>
                </c:pt>
                <c:pt idx="544">
                  <c:v>10.88</c:v>
                </c:pt>
                <c:pt idx="545">
                  <c:v>10.9</c:v>
                </c:pt>
                <c:pt idx="546">
                  <c:v>10.92</c:v>
                </c:pt>
                <c:pt idx="547">
                  <c:v>10.94</c:v>
                </c:pt>
                <c:pt idx="548">
                  <c:v>10.96</c:v>
                </c:pt>
                <c:pt idx="549">
                  <c:v>10.98</c:v>
                </c:pt>
                <c:pt idx="550">
                  <c:v>11</c:v>
                </c:pt>
                <c:pt idx="551">
                  <c:v>11.02</c:v>
                </c:pt>
                <c:pt idx="552">
                  <c:v>11.04</c:v>
                </c:pt>
                <c:pt idx="553">
                  <c:v>11.06</c:v>
                </c:pt>
                <c:pt idx="554">
                  <c:v>11.08</c:v>
                </c:pt>
                <c:pt idx="555">
                  <c:v>11.1</c:v>
                </c:pt>
                <c:pt idx="556">
                  <c:v>11.12</c:v>
                </c:pt>
                <c:pt idx="557">
                  <c:v>11.14</c:v>
                </c:pt>
                <c:pt idx="558">
                  <c:v>11.16</c:v>
                </c:pt>
                <c:pt idx="559">
                  <c:v>11.18</c:v>
                </c:pt>
                <c:pt idx="560">
                  <c:v>11.2</c:v>
                </c:pt>
                <c:pt idx="561">
                  <c:v>11.22</c:v>
                </c:pt>
                <c:pt idx="562">
                  <c:v>11.24</c:v>
                </c:pt>
                <c:pt idx="563">
                  <c:v>11.26</c:v>
                </c:pt>
                <c:pt idx="564">
                  <c:v>11.28</c:v>
                </c:pt>
                <c:pt idx="565">
                  <c:v>11.3</c:v>
                </c:pt>
                <c:pt idx="566">
                  <c:v>11.32</c:v>
                </c:pt>
                <c:pt idx="567">
                  <c:v>11.34</c:v>
                </c:pt>
                <c:pt idx="568">
                  <c:v>11.36</c:v>
                </c:pt>
                <c:pt idx="569">
                  <c:v>11.38</c:v>
                </c:pt>
                <c:pt idx="570">
                  <c:v>11.4</c:v>
                </c:pt>
                <c:pt idx="571">
                  <c:v>11.42</c:v>
                </c:pt>
                <c:pt idx="572">
                  <c:v>11.44</c:v>
                </c:pt>
                <c:pt idx="573">
                  <c:v>11.46</c:v>
                </c:pt>
                <c:pt idx="574">
                  <c:v>11.48</c:v>
                </c:pt>
                <c:pt idx="575">
                  <c:v>11.5</c:v>
                </c:pt>
                <c:pt idx="576">
                  <c:v>11.52</c:v>
                </c:pt>
                <c:pt idx="577">
                  <c:v>11.54</c:v>
                </c:pt>
                <c:pt idx="578">
                  <c:v>11.56</c:v>
                </c:pt>
                <c:pt idx="579">
                  <c:v>11.58</c:v>
                </c:pt>
                <c:pt idx="580">
                  <c:v>11.6</c:v>
                </c:pt>
                <c:pt idx="581">
                  <c:v>11.62</c:v>
                </c:pt>
                <c:pt idx="582">
                  <c:v>11.64</c:v>
                </c:pt>
                <c:pt idx="583">
                  <c:v>11.66</c:v>
                </c:pt>
                <c:pt idx="584">
                  <c:v>11.68</c:v>
                </c:pt>
                <c:pt idx="585">
                  <c:v>11.7</c:v>
                </c:pt>
                <c:pt idx="586">
                  <c:v>11.72</c:v>
                </c:pt>
                <c:pt idx="587">
                  <c:v>11.74</c:v>
                </c:pt>
                <c:pt idx="588">
                  <c:v>11.76</c:v>
                </c:pt>
                <c:pt idx="589">
                  <c:v>11.78</c:v>
                </c:pt>
                <c:pt idx="590">
                  <c:v>11.8</c:v>
                </c:pt>
                <c:pt idx="591">
                  <c:v>11.82</c:v>
                </c:pt>
                <c:pt idx="592">
                  <c:v>11.84</c:v>
                </c:pt>
                <c:pt idx="593">
                  <c:v>11.86</c:v>
                </c:pt>
                <c:pt idx="594">
                  <c:v>11.88</c:v>
                </c:pt>
                <c:pt idx="595">
                  <c:v>11.9</c:v>
                </c:pt>
                <c:pt idx="596">
                  <c:v>11.92</c:v>
                </c:pt>
                <c:pt idx="597">
                  <c:v>11.94</c:v>
                </c:pt>
                <c:pt idx="598">
                  <c:v>11.96</c:v>
                </c:pt>
                <c:pt idx="599">
                  <c:v>11.98</c:v>
                </c:pt>
                <c:pt idx="600">
                  <c:v>12</c:v>
                </c:pt>
                <c:pt idx="601">
                  <c:v>12.02</c:v>
                </c:pt>
                <c:pt idx="602">
                  <c:v>12.04</c:v>
                </c:pt>
                <c:pt idx="603">
                  <c:v>12.06</c:v>
                </c:pt>
                <c:pt idx="604">
                  <c:v>12.08</c:v>
                </c:pt>
                <c:pt idx="605">
                  <c:v>12.1</c:v>
                </c:pt>
                <c:pt idx="606">
                  <c:v>12.12</c:v>
                </c:pt>
                <c:pt idx="607">
                  <c:v>12.14</c:v>
                </c:pt>
                <c:pt idx="608">
                  <c:v>12.16</c:v>
                </c:pt>
                <c:pt idx="609">
                  <c:v>12.18</c:v>
                </c:pt>
                <c:pt idx="610">
                  <c:v>12.2</c:v>
                </c:pt>
                <c:pt idx="611">
                  <c:v>12.22</c:v>
                </c:pt>
                <c:pt idx="612">
                  <c:v>12.24</c:v>
                </c:pt>
                <c:pt idx="613">
                  <c:v>12.26</c:v>
                </c:pt>
                <c:pt idx="614">
                  <c:v>12.28</c:v>
                </c:pt>
                <c:pt idx="615">
                  <c:v>12.3</c:v>
                </c:pt>
                <c:pt idx="616">
                  <c:v>12.32</c:v>
                </c:pt>
                <c:pt idx="617">
                  <c:v>12.34</c:v>
                </c:pt>
                <c:pt idx="618">
                  <c:v>12.36</c:v>
                </c:pt>
                <c:pt idx="619">
                  <c:v>12.38</c:v>
                </c:pt>
                <c:pt idx="620">
                  <c:v>12.4</c:v>
                </c:pt>
                <c:pt idx="621">
                  <c:v>12.42</c:v>
                </c:pt>
                <c:pt idx="622">
                  <c:v>12.44</c:v>
                </c:pt>
                <c:pt idx="623">
                  <c:v>12.46</c:v>
                </c:pt>
                <c:pt idx="624">
                  <c:v>12.48</c:v>
                </c:pt>
                <c:pt idx="625">
                  <c:v>12.5</c:v>
                </c:pt>
                <c:pt idx="626">
                  <c:v>12.52</c:v>
                </c:pt>
                <c:pt idx="627">
                  <c:v>12.54</c:v>
                </c:pt>
                <c:pt idx="628">
                  <c:v>12.56</c:v>
                </c:pt>
                <c:pt idx="629">
                  <c:v>12.58</c:v>
                </c:pt>
                <c:pt idx="630">
                  <c:v>12.6</c:v>
                </c:pt>
                <c:pt idx="631">
                  <c:v>12.62</c:v>
                </c:pt>
                <c:pt idx="632">
                  <c:v>12.64</c:v>
                </c:pt>
                <c:pt idx="633">
                  <c:v>12.66</c:v>
                </c:pt>
                <c:pt idx="634">
                  <c:v>12.68</c:v>
                </c:pt>
                <c:pt idx="635">
                  <c:v>12.7</c:v>
                </c:pt>
                <c:pt idx="636">
                  <c:v>12.72</c:v>
                </c:pt>
                <c:pt idx="637">
                  <c:v>12.74</c:v>
                </c:pt>
                <c:pt idx="638">
                  <c:v>12.76</c:v>
                </c:pt>
                <c:pt idx="639">
                  <c:v>12.78</c:v>
                </c:pt>
                <c:pt idx="640">
                  <c:v>12.8</c:v>
                </c:pt>
                <c:pt idx="641">
                  <c:v>12.82</c:v>
                </c:pt>
                <c:pt idx="642">
                  <c:v>12.84</c:v>
                </c:pt>
                <c:pt idx="643">
                  <c:v>12.86</c:v>
                </c:pt>
                <c:pt idx="644">
                  <c:v>12.88</c:v>
                </c:pt>
                <c:pt idx="645">
                  <c:v>12.9</c:v>
                </c:pt>
                <c:pt idx="646">
                  <c:v>12.92</c:v>
                </c:pt>
                <c:pt idx="647">
                  <c:v>12.94</c:v>
                </c:pt>
                <c:pt idx="648">
                  <c:v>12.96</c:v>
                </c:pt>
                <c:pt idx="649">
                  <c:v>12.98</c:v>
                </c:pt>
                <c:pt idx="650">
                  <c:v>13</c:v>
                </c:pt>
                <c:pt idx="651">
                  <c:v>13.02</c:v>
                </c:pt>
                <c:pt idx="652">
                  <c:v>13.04</c:v>
                </c:pt>
                <c:pt idx="653">
                  <c:v>13.06</c:v>
                </c:pt>
                <c:pt idx="654">
                  <c:v>13.08</c:v>
                </c:pt>
                <c:pt idx="655">
                  <c:v>13.1</c:v>
                </c:pt>
                <c:pt idx="656">
                  <c:v>13.12</c:v>
                </c:pt>
                <c:pt idx="657">
                  <c:v>13.14</c:v>
                </c:pt>
                <c:pt idx="658">
                  <c:v>13.16</c:v>
                </c:pt>
                <c:pt idx="659">
                  <c:v>13.18</c:v>
                </c:pt>
                <c:pt idx="660">
                  <c:v>13.2</c:v>
                </c:pt>
                <c:pt idx="661">
                  <c:v>13.22</c:v>
                </c:pt>
                <c:pt idx="662">
                  <c:v>13.24</c:v>
                </c:pt>
                <c:pt idx="663">
                  <c:v>13.26</c:v>
                </c:pt>
                <c:pt idx="664">
                  <c:v>13.28</c:v>
                </c:pt>
                <c:pt idx="665">
                  <c:v>13.3</c:v>
                </c:pt>
                <c:pt idx="666">
                  <c:v>13.32</c:v>
                </c:pt>
                <c:pt idx="667">
                  <c:v>13.34</c:v>
                </c:pt>
                <c:pt idx="668">
                  <c:v>13.36</c:v>
                </c:pt>
                <c:pt idx="669">
                  <c:v>13.38</c:v>
                </c:pt>
                <c:pt idx="670">
                  <c:v>13.4</c:v>
                </c:pt>
                <c:pt idx="671">
                  <c:v>13.42</c:v>
                </c:pt>
                <c:pt idx="672">
                  <c:v>13.44</c:v>
                </c:pt>
                <c:pt idx="673">
                  <c:v>13.46</c:v>
                </c:pt>
                <c:pt idx="674">
                  <c:v>13.48</c:v>
                </c:pt>
                <c:pt idx="675">
                  <c:v>13.5</c:v>
                </c:pt>
                <c:pt idx="676">
                  <c:v>13.52</c:v>
                </c:pt>
                <c:pt idx="677">
                  <c:v>13.54</c:v>
                </c:pt>
                <c:pt idx="678">
                  <c:v>13.56</c:v>
                </c:pt>
                <c:pt idx="679">
                  <c:v>13.58</c:v>
                </c:pt>
                <c:pt idx="680">
                  <c:v>13.6</c:v>
                </c:pt>
                <c:pt idx="681">
                  <c:v>13.62</c:v>
                </c:pt>
                <c:pt idx="682">
                  <c:v>13.64</c:v>
                </c:pt>
                <c:pt idx="683">
                  <c:v>13.66</c:v>
                </c:pt>
                <c:pt idx="684">
                  <c:v>13.68</c:v>
                </c:pt>
                <c:pt idx="685">
                  <c:v>13.7</c:v>
                </c:pt>
                <c:pt idx="686">
                  <c:v>13.72</c:v>
                </c:pt>
                <c:pt idx="687">
                  <c:v>13.74</c:v>
                </c:pt>
                <c:pt idx="688">
                  <c:v>13.76</c:v>
                </c:pt>
                <c:pt idx="689">
                  <c:v>13.78</c:v>
                </c:pt>
                <c:pt idx="690">
                  <c:v>13.8</c:v>
                </c:pt>
                <c:pt idx="691">
                  <c:v>13.82</c:v>
                </c:pt>
                <c:pt idx="692">
                  <c:v>13.84</c:v>
                </c:pt>
                <c:pt idx="693">
                  <c:v>13.86</c:v>
                </c:pt>
                <c:pt idx="694">
                  <c:v>13.88</c:v>
                </c:pt>
                <c:pt idx="695">
                  <c:v>13.9</c:v>
                </c:pt>
                <c:pt idx="696">
                  <c:v>13.92</c:v>
                </c:pt>
                <c:pt idx="697">
                  <c:v>13.94</c:v>
                </c:pt>
                <c:pt idx="698">
                  <c:v>13.96</c:v>
                </c:pt>
                <c:pt idx="699">
                  <c:v>13.98</c:v>
                </c:pt>
                <c:pt idx="700">
                  <c:v>14</c:v>
                </c:pt>
                <c:pt idx="701">
                  <c:v>14.02</c:v>
                </c:pt>
                <c:pt idx="702">
                  <c:v>14.04</c:v>
                </c:pt>
                <c:pt idx="703">
                  <c:v>14.06</c:v>
                </c:pt>
                <c:pt idx="704">
                  <c:v>14.08</c:v>
                </c:pt>
                <c:pt idx="705">
                  <c:v>14.1</c:v>
                </c:pt>
                <c:pt idx="706">
                  <c:v>14.12</c:v>
                </c:pt>
                <c:pt idx="707">
                  <c:v>14.14</c:v>
                </c:pt>
                <c:pt idx="708">
                  <c:v>14.16</c:v>
                </c:pt>
                <c:pt idx="709">
                  <c:v>14.18</c:v>
                </c:pt>
                <c:pt idx="710">
                  <c:v>14.2</c:v>
                </c:pt>
                <c:pt idx="711">
                  <c:v>14.22</c:v>
                </c:pt>
                <c:pt idx="712">
                  <c:v>14.24</c:v>
                </c:pt>
                <c:pt idx="713">
                  <c:v>14.26</c:v>
                </c:pt>
                <c:pt idx="714">
                  <c:v>14.28</c:v>
                </c:pt>
                <c:pt idx="715">
                  <c:v>14.3</c:v>
                </c:pt>
                <c:pt idx="716">
                  <c:v>14.32</c:v>
                </c:pt>
                <c:pt idx="717">
                  <c:v>14.34</c:v>
                </c:pt>
                <c:pt idx="718">
                  <c:v>14.36</c:v>
                </c:pt>
                <c:pt idx="719">
                  <c:v>14.38</c:v>
                </c:pt>
                <c:pt idx="720">
                  <c:v>14.4</c:v>
                </c:pt>
                <c:pt idx="721">
                  <c:v>14.42</c:v>
                </c:pt>
                <c:pt idx="722">
                  <c:v>14.44</c:v>
                </c:pt>
                <c:pt idx="723">
                  <c:v>14.46</c:v>
                </c:pt>
                <c:pt idx="724">
                  <c:v>14.48</c:v>
                </c:pt>
                <c:pt idx="725">
                  <c:v>14.5</c:v>
                </c:pt>
                <c:pt idx="726">
                  <c:v>14.52</c:v>
                </c:pt>
                <c:pt idx="727">
                  <c:v>14.54</c:v>
                </c:pt>
                <c:pt idx="728">
                  <c:v>14.56</c:v>
                </c:pt>
                <c:pt idx="729">
                  <c:v>14.58</c:v>
                </c:pt>
                <c:pt idx="730">
                  <c:v>14.6</c:v>
                </c:pt>
                <c:pt idx="731">
                  <c:v>14.62</c:v>
                </c:pt>
                <c:pt idx="732">
                  <c:v>14.64</c:v>
                </c:pt>
                <c:pt idx="733">
                  <c:v>14.66</c:v>
                </c:pt>
                <c:pt idx="734">
                  <c:v>14.68</c:v>
                </c:pt>
                <c:pt idx="735">
                  <c:v>14.7</c:v>
                </c:pt>
                <c:pt idx="736">
                  <c:v>14.72</c:v>
                </c:pt>
                <c:pt idx="737">
                  <c:v>14.74</c:v>
                </c:pt>
                <c:pt idx="738">
                  <c:v>14.76</c:v>
                </c:pt>
                <c:pt idx="739">
                  <c:v>14.78</c:v>
                </c:pt>
                <c:pt idx="740">
                  <c:v>14.8</c:v>
                </c:pt>
                <c:pt idx="741">
                  <c:v>14.82</c:v>
                </c:pt>
                <c:pt idx="742">
                  <c:v>14.84</c:v>
                </c:pt>
                <c:pt idx="743">
                  <c:v>14.86</c:v>
                </c:pt>
                <c:pt idx="744">
                  <c:v>14.88</c:v>
                </c:pt>
                <c:pt idx="745">
                  <c:v>14.9</c:v>
                </c:pt>
                <c:pt idx="746">
                  <c:v>14.92</c:v>
                </c:pt>
                <c:pt idx="747">
                  <c:v>14.94</c:v>
                </c:pt>
                <c:pt idx="748">
                  <c:v>14.96</c:v>
                </c:pt>
                <c:pt idx="749">
                  <c:v>14.98</c:v>
                </c:pt>
                <c:pt idx="750">
                  <c:v>15</c:v>
                </c:pt>
                <c:pt idx="751">
                  <c:v>15.02</c:v>
                </c:pt>
                <c:pt idx="752">
                  <c:v>15.04</c:v>
                </c:pt>
                <c:pt idx="753">
                  <c:v>15.06</c:v>
                </c:pt>
                <c:pt idx="754">
                  <c:v>15.08</c:v>
                </c:pt>
                <c:pt idx="755">
                  <c:v>15.1</c:v>
                </c:pt>
                <c:pt idx="756">
                  <c:v>15.12</c:v>
                </c:pt>
                <c:pt idx="757">
                  <c:v>15.14</c:v>
                </c:pt>
                <c:pt idx="758">
                  <c:v>15.16</c:v>
                </c:pt>
                <c:pt idx="759">
                  <c:v>15.18</c:v>
                </c:pt>
                <c:pt idx="760">
                  <c:v>15.2</c:v>
                </c:pt>
                <c:pt idx="761">
                  <c:v>15.22</c:v>
                </c:pt>
                <c:pt idx="762">
                  <c:v>15.24</c:v>
                </c:pt>
                <c:pt idx="763">
                  <c:v>15.26</c:v>
                </c:pt>
                <c:pt idx="764">
                  <c:v>15.28</c:v>
                </c:pt>
                <c:pt idx="765">
                  <c:v>15.3</c:v>
                </c:pt>
                <c:pt idx="766">
                  <c:v>15.32</c:v>
                </c:pt>
                <c:pt idx="767">
                  <c:v>15.34</c:v>
                </c:pt>
                <c:pt idx="768">
                  <c:v>15.36</c:v>
                </c:pt>
                <c:pt idx="769">
                  <c:v>15.38</c:v>
                </c:pt>
                <c:pt idx="770">
                  <c:v>15.4</c:v>
                </c:pt>
                <c:pt idx="771">
                  <c:v>15.42</c:v>
                </c:pt>
                <c:pt idx="772">
                  <c:v>15.44</c:v>
                </c:pt>
                <c:pt idx="773">
                  <c:v>15.46</c:v>
                </c:pt>
                <c:pt idx="774">
                  <c:v>15.48</c:v>
                </c:pt>
                <c:pt idx="775">
                  <c:v>15.5</c:v>
                </c:pt>
                <c:pt idx="776">
                  <c:v>15.52</c:v>
                </c:pt>
                <c:pt idx="777">
                  <c:v>15.54</c:v>
                </c:pt>
                <c:pt idx="778">
                  <c:v>15.56</c:v>
                </c:pt>
                <c:pt idx="779">
                  <c:v>15.58</c:v>
                </c:pt>
                <c:pt idx="780">
                  <c:v>15.6</c:v>
                </c:pt>
                <c:pt idx="781">
                  <c:v>15.62</c:v>
                </c:pt>
                <c:pt idx="782">
                  <c:v>15.64</c:v>
                </c:pt>
                <c:pt idx="783">
                  <c:v>15.66</c:v>
                </c:pt>
                <c:pt idx="784">
                  <c:v>15.68</c:v>
                </c:pt>
                <c:pt idx="785">
                  <c:v>15.7</c:v>
                </c:pt>
                <c:pt idx="786">
                  <c:v>15.72</c:v>
                </c:pt>
                <c:pt idx="787">
                  <c:v>15.74</c:v>
                </c:pt>
                <c:pt idx="788">
                  <c:v>15.76</c:v>
                </c:pt>
                <c:pt idx="789">
                  <c:v>15.78</c:v>
                </c:pt>
                <c:pt idx="790">
                  <c:v>15.8</c:v>
                </c:pt>
                <c:pt idx="791">
                  <c:v>15.82</c:v>
                </c:pt>
                <c:pt idx="792">
                  <c:v>15.84</c:v>
                </c:pt>
                <c:pt idx="793">
                  <c:v>15.86</c:v>
                </c:pt>
                <c:pt idx="794">
                  <c:v>15.88</c:v>
                </c:pt>
                <c:pt idx="795">
                  <c:v>15.9</c:v>
                </c:pt>
                <c:pt idx="796">
                  <c:v>15.92</c:v>
                </c:pt>
                <c:pt idx="797">
                  <c:v>15.94</c:v>
                </c:pt>
                <c:pt idx="798">
                  <c:v>15.96</c:v>
                </c:pt>
                <c:pt idx="799">
                  <c:v>15.98</c:v>
                </c:pt>
                <c:pt idx="800">
                  <c:v>16</c:v>
                </c:pt>
                <c:pt idx="801">
                  <c:v>16.02</c:v>
                </c:pt>
                <c:pt idx="802">
                  <c:v>16.04</c:v>
                </c:pt>
                <c:pt idx="803">
                  <c:v>16.06</c:v>
                </c:pt>
                <c:pt idx="804">
                  <c:v>16.08</c:v>
                </c:pt>
                <c:pt idx="805">
                  <c:v>16.1</c:v>
                </c:pt>
                <c:pt idx="806">
                  <c:v>16.12</c:v>
                </c:pt>
                <c:pt idx="807">
                  <c:v>16.14</c:v>
                </c:pt>
                <c:pt idx="808">
                  <c:v>16.16</c:v>
                </c:pt>
                <c:pt idx="809">
                  <c:v>16.18</c:v>
                </c:pt>
                <c:pt idx="810">
                  <c:v>16.2</c:v>
                </c:pt>
                <c:pt idx="811">
                  <c:v>16.22</c:v>
                </c:pt>
                <c:pt idx="812">
                  <c:v>16.24</c:v>
                </c:pt>
                <c:pt idx="813">
                  <c:v>16.26</c:v>
                </c:pt>
                <c:pt idx="814">
                  <c:v>16.28</c:v>
                </c:pt>
                <c:pt idx="815">
                  <c:v>16.3</c:v>
                </c:pt>
                <c:pt idx="816">
                  <c:v>16.32</c:v>
                </c:pt>
                <c:pt idx="817">
                  <c:v>16.34</c:v>
                </c:pt>
                <c:pt idx="818">
                  <c:v>16.36</c:v>
                </c:pt>
                <c:pt idx="819">
                  <c:v>16.38</c:v>
                </c:pt>
                <c:pt idx="820">
                  <c:v>16.4</c:v>
                </c:pt>
                <c:pt idx="821">
                  <c:v>16.42</c:v>
                </c:pt>
                <c:pt idx="822">
                  <c:v>16.44</c:v>
                </c:pt>
                <c:pt idx="823">
                  <c:v>16.46</c:v>
                </c:pt>
                <c:pt idx="824">
                  <c:v>16.48</c:v>
                </c:pt>
                <c:pt idx="825">
                  <c:v>16.5</c:v>
                </c:pt>
                <c:pt idx="826">
                  <c:v>16.52</c:v>
                </c:pt>
                <c:pt idx="827">
                  <c:v>16.54</c:v>
                </c:pt>
                <c:pt idx="828">
                  <c:v>16.56</c:v>
                </c:pt>
                <c:pt idx="829">
                  <c:v>16.58</c:v>
                </c:pt>
                <c:pt idx="830">
                  <c:v>16.6</c:v>
                </c:pt>
                <c:pt idx="831">
                  <c:v>16.62</c:v>
                </c:pt>
                <c:pt idx="832">
                  <c:v>16.64</c:v>
                </c:pt>
                <c:pt idx="833">
                  <c:v>16.66</c:v>
                </c:pt>
                <c:pt idx="834">
                  <c:v>16.68</c:v>
                </c:pt>
                <c:pt idx="835">
                  <c:v>16.7</c:v>
                </c:pt>
                <c:pt idx="836">
                  <c:v>16.72</c:v>
                </c:pt>
                <c:pt idx="837">
                  <c:v>16.74</c:v>
                </c:pt>
                <c:pt idx="838">
                  <c:v>16.76</c:v>
                </c:pt>
                <c:pt idx="839">
                  <c:v>16.78</c:v>
                </c:pt>
                <c:pt idx="840">
                  <c:v>16.8</c:v>
                </c:pt>
                <c:pt idx="841">
                  <c:v>16.82</c:v>
                </c:pt>
                <c:pt idx="842">
                  <c:v>16.84</c:v>
                </c:pt>
                <c:pt idx="843">
                  <c:v>16.86</c:v>
                </c:pt>
                <c:pt idx="844">
                  <c:v>16.88</c:v>
                </c:pt>
                <c:pt idx="845">
                  <c:v>16.9</c:v>
                </c:pt>
                <c:pt idx="846">
                  <c:v>16.92</c:v>
                </c:pt>
                <c:pt idx="847">
                  <c:v>16.94</c:v>
                </c:pt>
                <c:pt idx="848">
                  <c:v>16.96</c:v>
                </c:pt>
                <c:pt idx="849">
                  <c:v>16.98</c:v>
                </c:pt>
                <c:pt idx="850">
                  <c:v>17</c:v>
                </c:pt>
                <c:pt idx="851">
                  <c:v>17.02</c:v>
                </c:pt>
                <c:pt idx="852">
                  <c:v>17.04</c:v>
                </c:pt>
                <c:pt idx="853">
                  <c:v>17.06</c:v>
                </c:pt>
                <c:pt idx="854">
                  <c:v>17.08</c:v>
                </c:pt>
                <c:pt idx="855">
                  <c:v>17.1</c:v>
                </c:pt>
                <c:pt idx="856">
                  <c:v>17.12</c:v>
                </c:pt>
                <c:pt idx="857">
                  <c:v>17.14</c:v>
                </c:pt>
                <c:pt idx="858">
                  <c:v>17.16</c:v>
                </c:pt>
                <c:pt idx="859">
                  <c:v>17.18</c:v>
                </c:pt>
                <c:pt idx="860">
                  <c:v>17.2</c:v>
                </c:pt>
                <c:pt idx="861">
                  <c:v>17.22</c:v>
                </c:pt>
                <c:pt idx="862">
                  <c:v>17.24</c:v>
                </c:pt>
                <c:pt idx="863">
                  <c:v>17.26</c:v>
                </c:pt>
                <c:pt idx="864">
                  <c:v>17.28</c:v>
                </c:pt>
                <c:pt idx="865">
                  <c:v>17.3</c:v>
                </c:pt>
                <c:pt idx="866">
                  <c:v>17.32</c:v>
                </c:pt>
                <c:pt idx="867">
                  <c:v>17.34</c:v>
                </c:pt>
                <c:pt idx="868">
                  <c:v>17.36</c:v>
                </c:pt>
                <c:pt idx="869">
                  <c:v>17.38</c:v>
                </c:pt>
                <c:pt idx="870">
                  <c:v>17.4</c:v>
                </c:pt>
                <c:pt idx="871">
                  <c:v>17.42</c:v>
                </c:pt>
                <c:pt idx="872">
                  <c:v>17.44</c:v>
                </c:pt>
                <c:pt idx="873">
                  <c:v>17.46</c:v>
                </c:pt>
                <c:pt idx="874">
                  <c:v>17.48</c:v>
                </c:pt>
                <c:pt idx="875">
                  <c:v>17.5</c:v>
                </c:pt>
                <c:pt idx="876">
                  <c:v>17.52</c:v>
                </c:pt>
                <c:pt idx="877">
                  <c:v>17.54</c:v>
                </c:pt>
                <c:pt idx="878">
                  <c:v>17.56</c:v>
                </c:pt>
                <c:pt idx="879">
                  <c:v>17.58</c:v>
                </c:pt>
                <c:pt idx="880">
                  <c:v>17.6</c:v>
                </c:pt>
                <c:pt idx="881">
                  <c:v>17.62</c:v>
                </c:pt>
                <c:pt idx="882">
                  <c:v>17.64</c:v>
                </c:pt>
                <c:pt idx="883">
                  <c:v>17.66</c:v>
                </c:pt>
                <c:pt idx="884">
                  <c:v>17.68</c:v>
                </c:pt>
                <c:pt idx="885">
                  <c:v>17.7</c:v>
                </c:pt>
                <c:pt idx="886">
                  <c:v>17.72</c:v>
                </c:pt>
                <c:pt idx="887">
                  <c:v>17.74</c:v>
                </c:pt>
                <c:pt idx="888">
                  <c:v>17.76</c:v>
                </c:pt>
                <c:pt idx="889">
                  <c:v>17.78</c:v>
                </c:pt>
                <c:pt idx="890">
                  <c:v>17.8</c:v>
                </c:pt>
                <c:pt idx="891">
                  <c:v>17.82</c:v>
                </c:pt>
                <c:pt idx="892">
                  <c:v>17.84</c:v>
                </c:pt>
                <c:pt idx="893">
                  <c:v>17.86</c:v>
                </c:pt>
                <c:pt idx="894">
                  <c:v>17.88</c:v>
                </c:pt>
                <c:pt idx="895">
                  <c:v>17.9</c:v>
                </c:pt>
                <c:pt idx="896">
                  <c:v>17.92</c:v>
                </c:pt>
                <c:pt idx="897">
                  <c:v>17.94</c:v>
                </c:pt>
                <c:pt idx="898">
                  <c:v>17.96</c:v>
                </c:pt>
                <c:pt idx="899">
                  <c:v>17.98</c:v>
                </c:pt>
                <c:pt idx="900">
                  <c:v>18</c:v>
                </c:pt>
                <c:pt idx="901">
                  <c:v>18.02</c:v>
                </c:pt>
                <c:pt idx="902">
                  <c:v>18.04</c:v>
                </c:pt>
                <c:pt idx="903">
                  <c:v>18.06</c:v>
                </c:pt>
                <c:pt idx="904">
                  <c:v>18.08</c:v>
                </c:pt>
                <c:pt idx="905">
                  <c:v>18.1</c:v>
                </c:pt>
                <c:pt idx="906">
                  <c:v>18.12</c:v>
                </c:pt>
                <c:pt idx="907">
                  <c:v>18.14</c:v>
                </c:pt>
                <c:pt idx="908">
                  <c:v>18.16</c:v>
                </c:pt>
                <c:pt idx="909">
                  <c:v>18.18</c:v>
                </c:pt>
                <c:pt idx="910">
                  <c:v>18.2</c:v>
                </c:pt>
                <c:pt idx="911">
                  <c:v>18.22</c:v>
                </c:pt>
                <c:pt idx="912">
                  <c:v>18.24</c:v>
                </c:pt>
                <c:pt idx="913">
                  <c:v>18.26</c:v>
                </c:pt>
                <c:pt idx="914">
                  <c:v>18.28</c:v>
                </c:pt>
                <c:pt idx="915">
                  <c:v>18.3</c:v>
                </c:pt>
                <c:pt idx="916">
                  <c:v>18.32</c:v>
                </c:pt>
                <c:pt idx="917">
                  <c:v>18.34</c:v>
                </c:pt>
                <c:pt idx="918">
                  <c:v>18.36</c:v>
                </c:pt>
                <c:pt idx="919">
                  <c:v>18.38</c:v>
                </c:pt>
                <c:pt idx="920">
                  <c:v>18.4</c:v>
                </c:pt>
                <c:pt idx="921">
                  <c:v>18.42</c:v>
                </c:pt>
                <c:pt idx="922">
                  <c:v>18.44</c:v>
                </c:pt>
                <c:pt idx="923">
                  <c:v>18.46</c:v>
                </c:pt>
                <c:pt idx="924">
                  <c:v>18.48</c:v>
                </c:pt>
                <c:pt idx="925">
                  <c:v>18.5</c:v>
                </c:pt>
                <c:pt idx="926">
                  <c:v>18.52</c:v>
                </c:pt>
                <c:pt idx="927">
                  <c:v>18.54</c:v>
                </c:pt>
                <c:pt idx="928">
                  <c:v>18.56</c:v>
                </c:pt>
                <c:pt idx="929">
                  <c:v>18.58</c:v>
                </c:pt>
                <c:pt idx="930">
                  <c:v>18.6</c:v>
                </c:pt>
                <c:pt idx="931">
                  <c:v>18.62</c:v>
                </c:pt>
                <c:pt idx="932">
                  <c:v>18.64</c:v>
                </c:pt>
                <c:pt idx="933">
                  <c:v>18.66</c:v>
                </c:pt>
                <c:pt idx="934">
                  <c:v>18.68</c:v>
                </c:pt>
                <c:pt idx="935">
                  <c:v>18.7</c:v>
                </c:pt>
                <c:pt idx="936">
                  <c:v>18.72</c:v>
                </c:pt>
                <c:pt idx="937">
                  <c:v>18.74</c:v>
                </c:pt>
                <c:pt idx="938">
                  <c:v>18.76</c:v>
                </c:pt>
                <c:pt idx="939">
                  <c:v>18.78</c:v>
                </c:pt>
                <c:pt idx="940">
                  <c:v>18.8</c:v>
                </c:pt>
                <c:pt idx="941">
                  <c:v>18.82</c:v>
                </c:pt>
                <c:pt idx="942">
                  <c:v>18.84</c:v>
                </c:pt>
                <c:pt idx="943">
                  <c:v>18.86</c:v>
                </c:pt>
                <c:pt idx="944">
                  <c:v>18.88</c:v>
                </c:pt>
                <c:pt idx="945">
                  <c:v>18.9</c:v>
                </c:pt>
                <c:pt idx="946">
                  <c:v>18.92</c:v>
                </c:pt>
                <c:pt idx="947">
                  <c:v>18.94</c:v>
                </c:pt>
                <c:pt idx="948">
                  <c:v>18.96</c:v>
                </c:pt>
                <c:pt idx="949">
                  <c:v>18.98</c:v>
                </c:pt>
                <c:pt idx="950">
                  <c:v>19</c:v>
                </c:pt>
                <c:pt idx="951">
                  <c:v>19.02</c:v>
                </c:pt>
                <c:pt idx="952">
                  <c:v>19.04</c:v>
                </c:pt>
                <c:pt idx="953">
                  <c:v>19.06</c:v>
                </c:pt>
                <c:pt idx="954">
                  <c:v>19.08</c:v>
                </c:pt>
                <c:pt idx="955">
                  <c:v>19.1</c:v>
                </c:pt>
                <c:pt idx="956">
                  <c:v>19.12</c:v>
                </c:pt>
                <c:pt idx="957">
                  <c:v>19.14</c:v>
                </c:pt>
                <c:pt idx="958">
                  <c:v>19.16</c:v>
                </c:pt>
                <c:pt idx="959">
                  <c:v>19.18</c:v>
                </c:pt>
                <c:pt idx="960">
                  <c:v>19.2</c:v>
                </c:pt>
                <c:pt idx="961">
                  <c:v>19.22</c:v>
                </c:pt>
                <c:pt idx="962">
                  <c:v>19.24</c:v>
                </c:pt>
                <c:pt idx="963">
                  <c:v>19.26</c:v>
                </c:pt>
                <c:pt idx="964">
                  <c:v>19.28</c:v>
                </c:pt>
                <c:pt idx="965">
                  <c:v>19.3</c:v>
                </c:pt>
                <c:pt idx="966">
                  <c:v>19.32</c:v>
                </c:pt>
                <c:pt idx="967">
                  <c:v>19.34</c:v>
                </c:pt>
                <c:pt idx="968">
                  <c:v>19.36</c:v>
                </c:pt>
                <c:pt idx="969">
                  <c:v>19.38</c:v>
                </c:pt>
                <c:pt idx="970">
                  <c:v>19.4</c:v>
                </c:pt>
                <c:pt idx="971">
                  <c:v>19.42</c:v>
                </c:pt>
                <c:pt idx="972">
                  <c:v>19.44</c:v>
                </c:pt>
                <c:pt idx="973">
                  <c:v>19.46</c:v>
                </c:pt>
                <c:pt idx="974">
                  <c:v>19.48</c:v>
                </c:pt>
                <c:pt idx="975">
                  <c:v>19.5</c:v>
                </c:pt>
                <c:pt idx="976">
                  <c:v>19.52</c:v>
                </c:pt>
                <c:pt idx="977">
                  <c:v>19.54</c:v>
                </c:pt>
                <c:pt idx="978">
                  <c:v>19.56</c:v>
                </c:pt>
                <c:pt idx="979">
                  <c:v>19.58</c:v>
                </c:pt>
                <c:pt idx="980">
                  <c:v>19.6</c:v>
                </c:pt>
                <c:pt idx="981">
                  <c:v>19.62</c:v>
                </c:pt>
                <c:pt idx="982">
                  <c:v>19.64</c:v>
                </c:pt>
                <c:pt idx="983">
                  <c:v>19.66</c:v>
                </c:pt>
                <c:pt idx="984">
                  <c:v>19.68</c:v>
                </c:pt>
                <c:pt idx="985">
                  <c:v>19.7</c:v>
                </c:pt>
                <c:pt idx="986">
                  <c:v>19.72</c:v>
                </c:pt>
                <c:pt idx="987">
                  <c:v>19.74</c:v>
                </c:pt>
                <c:pt idx="988">
                  <c:v>19.76</c:v>
                </c:pt>
                <c:pt idx="989">
                  <c:v>19.78</c:v>
                </c:pt>
                <c:pt idx="990">
                  <c:v>19.8</c:v>
                </c:pt>
                <c:pt idx="991">
                  <c:v>19.82</c:v>
                </c:pt>
                <c:pt idx="992">
                  <c:v>19.84</c:v>
                </c:pt>
                <c:pt idx="993">
                  <c:v>19.86</c:v>
                </c:pt>
                <c:pt idx="994">
                  <c:v>19.88</c:v>
                </c:pt>
                <c:pt idx="995">
                  <c:v>19.9</c:v>
                </c:pt>
                <c:pt idx="996">
                  <c:v>19.92</c:v>
                </c:pt>
                <c:pt idx="997">
                  <c:v>19.94</c:v>
                </c:pt>
                <c:pt idx="998">
                  <c:v>19.96</c:v>
                </c:pt>
                <c:pt idx="999">
                  <c:v>19.98</c:v>
                </c:pt>
                <c:pt idx="1000">
                  <c:v>20</c:v>
                </c:pt>
                <c:pt idx="1001">
                  <c:v>20.02</c:v>
                </c:pt>
                <c:pt idx="1002">
                  <c:v>20.04</c:v>
                </c:pt>
                <c:pt idx="1003">
                  <c:v>20.06</c:v>
                </c:pt>
                <c:pt idx="1004">
                  <c:v>20.08</c:v>
                </c:pt>
                <c:pt idx="1005">
                  <c:v>20.1</c:v>
                </c:pt>
                <c:pt idx="1006">
                  <c:v>20.12</c:v>
                </c:pt>
                <c:pt idx="1007">
                  <c:v>20.14</c:v>
                </c:pt>
                <c:pt idx="1008">
                  <c:v>20.16</c:v>
                </c:pt>
                <c:pt idx="1009">
                  <c:v>20.18</c:v>
                </c:pt>
                <c:pt idx="1010">
                  <c:v>20.2</c:v>
                </c:pt>
                <c:pt idx="1011">
                  <c:v>20.22</c:v>
                </c:pt>
                <c:pt idx="1012">
                  <c:v>20.24</c:v>
                </c:pt>
                <c:pt idx="1013">
                  <c:v>20.26</c:v>
                </c:pt>
                <c:pt idx="1014">
                  <c:v>20.28</c:v>
                </c:pt>
                <c:pt idx="1015">
                  <c:v>20.3</c:v>
                </c:pt>
                <c:pt idx="1016">
                  <c:v>20.32</c:v>
                </c:pt>
                <c:pt idx="1017">
                  <c:v>20.34</c:v>
                </c:pt>
                <c:pt idx="1018">
                  <c:v>20.36</c:v>
                </c:pt>
                <c:pt idx="1019">
                  <c:v>20.38</c:v>
                </c:pt>
                <c:pt idx="1020">
                  <c:v>20.4</c:v>
                </c:pt>
                <c:pt idx="1021">
                  <c:v>20.42</c:v>
                </c:pt>
                <c:pt idx="1022">
                  <c:v>20.44</c:v>
                </c:pt>
                <c:pt idx="1023">
                  <c:v>20.46</c:v>
                </c:pt>
                <c:pt idx="1024">
                  <c:v>20.48</c:v>
                </c:pt>
                <c:pt idx="1025">
                  <c:v>20.5</c:v>
                </c:pt>
                <c:pt idx="1026">
                  <c:v>20.52</c:v>
                </c:pt>
                <c:pt idx="1027">
                  <c:v>20.54</c:v>
                </c:pt>
                <c:pt idx="1028">
                  <c:v>20.56</c:v>
                </c:pt>
                <c:pt idx="1029">
                  <c:v>20.58</c:v>
                </c:pt>
                <c:pt idx="1030">
                  <c:v>20.6</c:v>
                </c:pt>
                <c:pt idx="1031">
                  <c:v>20.62</c:v>
                </c:pt>
                <c:pt idx="1032">
                  <c:v>20.64</c:v>
                </c:pt>
                <c:pt idx="1033">
                  <c:v>20.66</c:v>
                </c:pt>
                <c:pt idx="1034">
                  <c:v>20.68</c:v>
                </c:pt>
                <c:pt idx="1035">
                  <c:v>20.7</c:v>
                </c:pt>
                <c:pt idx="1036">
                  <c:v>20.72</c:v>
                </c:pt>
                <c:pt idx="1037">
                  <c:v>20.74</c:v>
                </c:pt>
                <c:pt idx="1038">
                  <c:v>20.76</c:v>
                </c:pt>
                <c:pt idx="1039">
                  <c:v>20.78</c:v>
                </c:pt>
                <c:pt idx="1040">
                  <c:v>20.8</c:v>
                </c:pt>
                <c:pt idx="1041">
                  <c:v>20.82</c:v>
                </c:pt>
                <c:pt idx="1042">
                  <c:v>20.84</c:v>
                </c:pt>
                <c:pt idx="1043">
                  <c:v>20.86</c:v>
                </c:pt>
                <c:pt idx="1044">
                  <c:v>20.88</c:v>
                </c:pt>
                <c:pt idx="1045">
                  <c:v>20.9</c:v>
                </c:pt>
                <c:pt idx="1046">
                  <c:v>20.92</c:v>
                </c:pt>
                <c:pt idx="1047">
                  <c:v>20.94</c:v>
                </c:pt>
                <c:pt idx="1048">
                  <c:v>20.96</c:v>
                </c:pt>
                <c:pt idx="1049">
                  <c:v>20.98</c:v>
                </c:pt>
                <c:pt idx="1050">
                  <c:v>21</c:v>
                </c:pt>
                <c:pt idx="1051">
                  <c:v>21.02</c:v>
                </c:pt>
                <c:pt idx="1052">
                  <c:v>21.04</c:v>
                </c:pt>
                <c:pt idx="1053">
                  <c:v>21.06</c:v>
                </c:pt>
                <c:pt idx="1054">
                  <c:v>21.08</c:v>
                </c:pt>
                <c:pt idx="1055">
                  <c:v>21.1</c:v>
                </c:pt>
                <c:pt idx="1056">
                  <c:v>21.12</c:v>
                </c:pt>
                <c:pt idx="1057">
                  <c:v>21.14</c:v>
                </c:pt>
                <c:pt idx="1058">
                  <c:v>21.16</c:v>
                </c:pt>
                <c:pt idx="1059">
                  <c:v>21.18</c:v>
                </c:pt>
                <c:pt idx="1060">
                  <c:v>21.2</c:v>
                </c:pt>
                <c:pt idx="1061">
                  <c:v>21.22</c:v>
                </c:pt>
                <c:pt idx="1062">
                  <c:v>21.24</c:v>
                </c:pt>
                <c:pt idx="1063">
                  <c:v>21.26</c:v>
                </c:pt>
                <c:pt idx="1064">
                  <c:v>21.28</c:v>
                </c:pt>
                <c:pt idx="1065">
                  <c:v>21.3</c:v>
                </c:pt>
                <c:pt idx="1066">
                  <c:v>21.32</c:v>
                </c:pt>
                <c:pt idx="1067">
                  <c:v>21.34</c:v>
                </c:pt>
                <c:pt idx="1068">
                  <c:v>21.36</c:v>
                </c:pt>
                <c:pt idx="1069">
                  <c:v>21.38</c:v>
                </c:pt>
                <c:pt idx="1070">
                  <c:v>21.4</c:v>
                </c:pt>
                <c:pt idx="1071">
                  <c:v>21.42</c:v>
                </c:pt>
                <c:pt idx="1072">
                  <c:v>21.44</c:v>
                </c:pt>
                <c:pt idx="1073">
                  <c:v>21.46</c:v>
                </c:pt>
                <c:pt idx="1074">
                  <c:v>21.48</c:v>
                </c:pt>
                <c:pt idx="1075">
                  <c:v>21.5</c:v>
                </c:pt>
                <c:pt idx="1076">
                  <c:v>21.52</c:v>
                </c:pt>
                <c:pt idx="1077">
                  <c:v>21.54</c:v>
                </c:pt>
                <c:pt idx="1078">
                  <c:v>21.56</c:v>
                </c:pt>
                <c:pt idx="1079">
                  <c:v>21.58</c:v>
                </c:pt>
                <c:pt idx="1080">
                  <c:v>21.6</c:v>
                </c:pt>
                <c:pt idx="1081">
                  <c:v>21.62</c:v>
                </c:pt>
                <c:pt idx="1082">
                  <c:v>21.64</c:v>
                </c:pt>
                <c:pt idx="1083">
                  <c:v>21.66</c:v>
                </c:pt>
                <c:pt idx="1084">
                  <c:v>21.68</c:v>
                </c:pt>
                <c:pt idx="1085">
                  <c:v>21.7</c:v>
                </c:pt>
                <c:pt idx="1086">
                  <c:v>21.72</c:v>
                </c:pt>
                <c:pt idx="1087">
                  <c:v>21.74</c:v>
                </c:pt>
                <c:pt idx="1088">
                  <c:v>21.76</c:v>
                </c:pt>
                <c:pt idx="1089">
                  <c:v>21.78</c:v>
                </c:pt>
                <c:pt idx="1090">
                  <c:v>21.8</c:v>
                </c:pt>
                <c:pt idx="1091">
                  <c:v>21.82</c:v>
                </c:pt>
                <c:pt idx="1092">
                  <c:v>21.84</c:v>
                </c:pt>
                <c:pt idx="1093">
                  <c:v>21.86</c:v>
                </c:pt>
                <c:pt idx="1094">
                  <c:v>21.88</c:v>
                </c:pt>
                <c:pt idx="1095">
                  <c:v>21.9</c:v>
                </c:pt>
                <c:pt idx="1096">
                  <c:v>21.92</c:v>
                </c:pt>
                <c:pt idx="1097">
                  <c:v>21.94</c:v>
                </c:pt>
                <c:pt idx="1098">
                  <c:v>21.96</c:v>
                </c:pt>
                <c:pt idx="1099">
                  <c:v>21.98</c:v>
                </c:pt>
                <c:pt idx="1100">
                  <c:v>22</c:v>
                </c:pt>
                <c:pt idx="1101">
                  <c:v>22.02</c:v>
                </c:pt>
                <c:pt idx="1102">
                  <c:v>22.04</c:v>
                </c:pt>
                <c:pt idx="1103">
                  <c:v>22.06</c:v>
                </c:pt>
                <c:pt idx="1104">
                  <c:v>22.08</c:v>
                </c:pt>
                <c:pt idx="1105">
                  <c:v>22.1</c:v>
                </c:pt>
                <c:pt idx="1106">
                  <c:v>22.12</c:v>
                </c:pt>
                <c:pt idx="1107">
                  <c:v>22.14</c:v>
                </c:pt>
                <c:pt idx="1108">
                  <c:v>22.16</c:v>
                </c:pt>
                <c:pt idx="1109">
                  <c:v>22.18</c:v>
                </c:pt>
                <c:pt idx="1110">
                  <c:v>22.2</c:v>
                </c:pt>
                <c:pt idx="1111">
                  <c:v>22.22</c:v>
                </c:pt>
                <c:pt idx="1112">
                  <c:v>22.24</c:v>
                </c:pt>
                <c:pt idx="1113">
                  <c:v>22.26</c:v>
                </c:pt>
                <c:pt idx="1114">
                  <c:v>22.28</c:v>
                </c:pt>
                <c:pt idx="1115">
                  <c:v>22.3</c:v>
                </c:pt>
                <c:pt idx="1116">
                  <c:v>22.32</c:v>
                </c:pt>
                <c:pt idx="1117">
                  <c:v>22.34</c:v>
                </c:pt>
                <c:pt idx="1118">
                  <c:v>22.36</c:v>
                </c:pt>
                <c:pt idx="1119">
                  <c:v>22.38</c:v>
                </c:pt>
                <c:pt idx="1120">
                  <c:v>22.4</c:v>
                </c:pt>
                <c:pt idx="1121">
                  <c:v>22.42</c:v>
                </c:pt>
                <c:pt idx="1122">
                  <c:v>22.44</c:v>
                </c:pt>
                <c:pt idx="1123">
                  <c:v>22.46</c:v>
                </c:pt>
                <c:pt idx="1124">
                  <c:v>22.48</c:v>
                </c:pt>
                <c:pt idx="1125">
                  <c:v>22.5</c:v>
                </c:pt>
                <c:pt idx="1126">
                  <c:v>22.52</c:v>
                </c:pt>
                <c:pt idx="1127">
                  <c:v>22.54</c:v>
                </c:pt>
                <c:pt idx="1128">
                  <c:v>22.56</c:v>
                </c:pt>
                <c:pt idx="1129">
                  <c:v>22.58</c:v>
                </c:pt>
                <c:pt idx="1130">
                  <c:v>22.6</c:v>
                </c:pt>
                <c:pt idx="1131">
                  <c:v>22.62</c:v>
                </c:pt>
                <c:pt idx="1132">
                  <c:v>22.64</c:v>
                </c:pt>
                <c:pt idx="1133">
                  <c:v>22.66</c:v>
                </c:pt>
                <c:pt idx="1134">
                  <c:v>22.68</c:v>
                </c:pt>
                <c:pt idx="1135">
                  <c:v>22.7</c:v>
                </c:pt>
                <c:pt idx="1136">
                  <c:v>22.72</c:v>
                </c:pt>
                <c:pt idx="1137">
                  <c:v>22.74</c:v>
                </c:pt>
                <c:pt idx="1138">
                  <c:v>22.76</c:v>
                </c:pt>
                <c:pt idx="1139">
                  <c:v>22.78</c:v>
                </c:pt>
                <c:pt idx="1140">
                  <c:v>22.8</c:v>
                </c:pt>
                <c:pt idx="1141">
                  <c:v>22.82</c:v>
                </c:pt>
                <c:pt idx="1142">
                  <c:v>22.84</c:v>
                </c:pt>
                <c:pt idx="1143">
                  <c:v>22.86</c:v>
                </c:pt>
                <c:pt idx="1144">
                  <c:v>22.88</c:v>
                </c:pt>
                <c:pt idx="1145">
                  <c:v>22.9</c:v>
                </c:pt>
                <c:pt idx="1146">
                  <c:v>22.92</c:v>
                </c:pt>
                <c:pt idx="1147">
                  <c:v>22.94</c:v>
                </c:pt>
                <c:pt idx="1148">
                  <c:v>22.96</c:v>
                </c:pt>
                <c:pt idx="1149">
                  <c:v>22.98</c:v>
                </c:pt>
                <c:pt idx="1150">
                  <c:v>23</c:v>
                </c:pt>
                <c:pt idx="1151">
                  <c:v>23.02</c:v>
                </c:pt>
                <c:pt idx="1152">
                  <c:v>23.04</c:v>
                </c:pt>
                <c:pt idx="1153">
                  <c:v>23.06</c:v>
                </c:pt>
                <c:pt idx="1154">
                  <c:v>23.08</c:v>
                </c:pt>
                <c:pt idx="1155">
                  <c:v>23.1</c:v>
                </c:pt>
                <c:pt idx="1156">
                  <c:v>23.12</c:v>
                </c:pt>
                <c:pt idx="1157">
                  <c:v>23.14</c:v>
                </c:pt>
                <c:pt idx="1158">
                  <c:v>23.16</c:v>
                </c:pt>
                <c:pt idx="1159">
                  <c:v>23.18</c:v>
                </c:pt>
                <c:pt idx="1160">
                  <c:v>23.2</c:v>
                </c:pt>
                <c:pt idx="1161">
                  <c:v>23.22</c:v>
                </c:pt>
                <c:pt idx="1162">
                  <c:v>23.24</c:v>
                </c:pt>
                <c:pt idx="1163">
                  <c:v>23.26</c:v>
                </c:pt>
                <c:pt idx="1164">
                  <c:v>23.28</c:v>
                </c:pt>
                <c:pt idx="1165">
                  <c:v>23.3</c:v>
                </c:pt>
                <c:pt idx="1166">
                  <c:v>23.32</c:v>
                </c:pt>
                <c:pt idx="1167">
                  <c:v>23.34</c:v>
                </c:pt>
                <c:pt idx="1168">
                  <c:v>23.36</c:v>
                </c:pt>
                <c:pt idx="1169">
                  <c:v>23.38</c:v>
                </c:pt>
                <c:pt idx="1170">
                  <c:v>23.4</c:v>
                </c:pt>
                <c:pt idx="1171">
                  <c:v>23.42</c:v>
                </c:pt>
                <c:pt idx="1172">
                  <c:v>23.44</c:v>
                </c:pt>
                <c:pt idx="1173">
                  <c:v>23.46</c:v>
                </c:pt>
                <c:pt idx="1174">
                  <c:v>23.48</c:v>
                </c:pt>
                <c:pt idx="1175">
                  <c:v>23.5</c:v>
                </c:pt>
                <c:pt idx="1176">
                  <c:v>23.52</c:v>
                </c:pt>
                <c:pt idx="1177">
                  <c:v>23.54</c:v>
                </c:pt>
                <c:pt idx="1178">
                  <c:v>23.56</c:v>
                </c:pt>
                <c:pt idx="1179">
                  <c:v>23.58</c:v>
                </c:pt>
                <c:pt idx="1180">
                  <c:v>23.6</c:v>
                </c:pt>
                <c:pt idx="1181">
                  <c:v>23.62</c:v>
                </c:pt>
                <c:pt idx="1182">
                  <c:v>23.64</c:v>
                </c:pt>
                <c:pt idx="1183">
                  <c:v>23.66</c:v>
                </c:pt>
                <c:pt idx="1184">
                  <c:v>23.68</c:v>
                </c:pt>
                <c:pt idx="1185">
                  <c:v>23.7</c:v>
                </c:pt>
                <c:pt idx="1186">
                  <c:v>23.72</c:v>
                </c:pt>
                <c:pt idx="1187">
                  <c:v>23.74</c:v>
                </c:pt>
                <c:pt idx="1188">
                  <c:v>23.76</c:v>
                </c:pt>
                <c:pt idx="1189">
                  <c:v>23.78</c:v>
                </c:pt>
                <c:pt idx="1190">
                  <c:v>23.8</c:v>
                </c:pt>
                <c:pt idx="1191">
                  <c:v>23.82</c:v>
                </c:pt>
                <c:pt idx="1192">
                  <c:v>23.84</c:v>
                </c:pt>
                <c:pt idx="1193">
                  <c:v>23.86</c:v>
                </c:pt>
                <c:pt idx="1194">
                  <c:v>23.88</c:v>
                </c:pt>
                <c:pt idx="1195">
                  <c:v>23.9</c:v>
                </c:pt>
                <c:pt idx="1196">
                  <c:v>23.92</c:v>
                </c:pt>
                <c:pt idx="1197">
                  <c:v>23.94</c:v>
                </c:pt>
                <c:pt idx="1198">
                  <c:v>23.96</c:v>
                </c:pt>
                <c:pt idx="1199">
                  <c:v>23.98</c:v>
                </c:pt>
                <c:pt idx="1200">
                  <c:v>24</c:v>
                </c:pt>
                <c:pt idx="1201">
                  <c:v>24.02</c:v>
                </c:pt>
                <c:pt idx="1202">
                  <c:v>24.04</c:v>
                </c:pt>
                <c:pt idx="1203">
                  <c:v>24.06</c:v>
                </c:pt>
                <c:pt idx="1204">
                  <c:v>24.08</c:v>
                </c:pt>
                <c:pt idx="1205">
                  <c:v>24.1</c:v>
                </c:pt>
                <c:pt idx="1206">
                  <c:v>24.12</c:v>
                </c:pt>
                <c:pt idx="1207">
                  <c:v>24.14</c:v>
                </c:pt>
                <c:pt idx="1208">
                  <c:v>24.16</c:v>
                </c:pt>
                <c:pt idx="1209">
                  <c:v>24.18</c:v>
                </c:pt>
                <c:pt idx="1210">
                  <c:v>24.2</c:v>
                </c:pt>
                <c:pt idx="1211">
                  <c:v>24.22</c:v>
                </c:pt>
                <c:pt idx="1212">
                  <c:v>24.24</c:v>
                </c:pt>
                <c:pt idx="1213">
                  <c:v>24.26</c:v>
                </c:pt>
                <c:pt idx="1214">
                  <c:v>24.28</c:v>
                </c:pt>
                <c:pt idx="1215">
                  <c:v>24.3</c:v>
                </c:pt>
                <c:pt idx="1216">
                  <c:v>24.32</c:v>
                </c:pt>
                <c:pt idx="1217">
                  <c:v>24.34</c:v>
                </c:pt>
                <c:pt idx="1218">
                  <c:v>24.36</c:v>
                </c:pt>
                <c:pt idx="1219">
                  <c:v>24.38</c:v>
                </c:pt>
                <c:pt idx="1220">
                  <c:v>24.4</c:v>
                </c:pt>
                <c:pt idx="1221">
                  <c:v>24.42</c:v>
                </c:pt>
                <c:pt idx="1222">
                  <c:v>24.44</c:v>
                </c:pt>
                <c:pt idx="1223">
                  <c:v>24.46</c:v>
                </c:pt>
                <c:pt idx="1224">
                  <c:v>24.48</c:v>
                </c:pt>
                <c:pt idx="1225">
                  <c:v>24.5</c:v>
                </c:pt>
                <c:pt idx="1226">
                  <c:v>24.52</c:v>
                </c:pt>
                <c:pt idx="1227">
                  <c:v>24.54</c:v>
                </c:pt>
                <c:pt idx="1228">
                  <c:v>24.56</c:v>
                </c:pt>
                <c:pt idx="1229">
                  <c:v>24.58</c:v>
                </c:pt>
                <c:pt idx="1230">
                  <c:v>24.6</c:v>
                </c:pt>
                <c:pt idx="1231">
                  <c:v>24.62</c:v>
                </c:pt>
                <c:pt idx="1232">
                  <c:v>24.64</c:v>
                </c:pt>
                <c:pt idx="1233">
                  <c:v>24.66</c:v>
                </c:pt>
                <c:pt idx="1234">
                  <c:v>24.68</c:v>
                </c:pt>
                <c:pt idx="1235">
                  <c:v>24.7</c:v>
                </c:pt>
                <c:pt idx="1236">
                  <c:v>24.72</c:v>
                </c:pt>
                <c:pt idx="1237">
                  <c:v>24.74</c:v>
                </c:pt>
                <c:pt idx="1238">
                  <c:v>24.76</c:v>
                </c:pt>
                <c:pt idx="1239">
                  <c:v>24.78</c:v>
                </c:pt>
                <c:pt idx="1240">
                  <c:v>24.8</c:v>
                </c:pt>
                <c:pt idx="1241">
                  <c:v>24.82</c:v>
                </c:pt>
                <c:pt idx="1242">
                  <c:v>24.84</c:v>
                </c:pt>
                <c:pt idx="1243">
                  <c:v>24.86</c:v>
                </c:pt>
                <c:pt idx="1244">
                  <c:v>24.88</c:v>
                </c:pt>
                <c:pt idx="1245">
                  <c:v>24.9</c:v>
                </c:pt>
                <c:pt idx="1246">
                  <c:v>24.92</c:v>
                </c:pt>
                <c:pt idx="1247">
                  <c:v>24.94</c:v>
                </c:pt>
                <c:pt idx="1248">
                  <c:v>24.96</c:v>
                </c:pt>
                <c:pt idx="1249">
                  <c:v>24.98</c:v>
                </c:pt>
                <c:pt idx="1250">
                  <c:v>25</c:v>
                </c:pt>
                <c:pt idx="1251">
                  <c:v>25.02</c:v>
                </c:pt>
                <c:pt idx="1252">
                  <c:v>25.04</c:v>
                </c:pt>
                <c:pt idx="1253">
                  <c:v>25.06</c:v>
                </c:pt>
                <c:pt idx="1254">
                  <c:v>25.08</c:v>
                </c:pt>
                <c:pt idx="1255">
                  <c:v>25.1</c:v>
                </c:pt>
                <c:pt idx="1256">
                  <c:v>25.12</c:v>
                </c:pt>
                <c:pt idx="1257">
                  <c:v>25.14</c:v>
                </c:pt>
                <c:pt idx="1258">
                  <c:v>25.16</c:v>
                </c:pt>
                <c:pt idx="1259">
                  <c:v>25.18</c:v>
                </c:pt>
                <c:pt idx="1260">
                  <c:v>25.2</c:v>
                </c:pt>
                <c:pt idx="1261">
                  <c:v>25.22</c:v>
                </c:pt>
                <c:pt idx="1262">
                  <c:v>25.24</c:v>
                </c:pt>
                <c:pt idx="1263">
                  <c:v>25.26</c:v>
                </c:pt>
                <c:pt idx="1264">
                  <c:v>25.28</c:v>
                </c:pt>
                <c:pt idx="1265">
                  <c:v>25.3</c:v>
                </c:pt>
                <c:pt idx="1266">
                  <c:v>25.32</c:v>
                </c:pt>
                <c:pt idx="1267">
                  <c:v>25.34</c:v>
                </c:pt>
                <c:pt idx="1268">
                  <c:v>25.36</c:v>
                </c:pt>
                <c:pt idx="1269">
                  <c:v>25.38</c:v>
                </c:pt>
                <c:pt idx="1270">
                  <c:v>25.4</c:v>
                </c:pt>
                <c:pt idx="1271">
                  <c:v>25.42</c:v>
                </c:pt>
                <c:pt idx="1272">
                  <c:v>25.44</c:v>
                </c:pt>
                <c:pt idx="1273">
                  <c:v>25.46</c:v>
                </c:pt>
                <c:pt idx="1274">
                  <c:v>25.48</c:v>
                </c:pt>
                <c:pt idx="1275">
                  <c:v>25.5</c:v>
                </c:pt>
                <c:pt idx="1276">
                  <c:v>25.52</c:v>
                </c:pt>
                <c:pt idx="1277">
                  <c:v>25.54</c:v>
                </c:pt>
                <c:pt idx="1278">
                  <c:v>25.56</c:v>
                </c:pt>
                <c:pt idx="1279">
                  <c:v>25.58</c:v>
                </c:pt>
                <c:pt idx="1280">
                  <c:v>25.6</c:v>
                </c:pt>
                <c:pt idx="1281">
                  <c:v>25.62</c:v>
                </c:pt>
                <c:pt idx="1282">
                  <c:v>25.64</c:v>
                </c:pt>
                <c:pt idx="1283">
                  <c:v>25.66</c:v>
                </c:pt>
                <c:pt idx="1284">
                  <c:v>25.68</c:v>
                </c:pt>
                <c:pt idx="1285">
                  <c:v>25.7</c:v>
                </c:pt>
                <c:pt idx="1286">
                  <c:v>25.72</c:v>
                </c:pt>
                <c:pt idx="1287">
                  <c:v>25.74</c:v>
                </c:pt>
                <c:pt idx="1288">
                  <c:v>25.76</c:v>
                </c:pt>
                <c:pt idx="1289">
                  <c:v>25.78</c:v>
                </c:pt>
                <c:pt idx="1290">
                  <c:v>25.8</c:v>
                </c:pt>
                <c:pt idx="1291">
                  <c:v>25.82</c:v>
                </c:pt>
                <c:pt idx="1292">
                  <c:v>25.84</c:v>
                </c:pt>
                <c:pt idx="1293">
                  <c:v>25.86</c:v>
                </c:pt>
                <c:pt idx="1294">
                  <c:v>25.88</c:v>
                </c:pt>
                <c:pt idx="1295">
                  <c:v>25.9</c:v>
                </c:pt>
                <c:pt idx="1296">
                  <c:v>25.92</c:v>
                </c:pt>
                <c:pt idx="1297">
                  <c:v>25.94</c:v>
                </c:pt>
                <c:pt idx="1298">
                  <c:v>25.96</c:v>
                </c:pt>
                <c:pt idx="1299">
                  <c:v>25.98</c:v>
                </c:pt>
                <c:pt idx="1300">
                  <c:v>26</c:v>
                </c:pt>
                <c:pt idx="1301">
                  <c:v>26.02</c:v>
                </c:pt>
                <c:pt idx="1302">
                  <c:v>26.04</c:v>
                </c:pt>
                <c:pt idx="1303">
                  <c:v>26.06</c:v>
                </c:pt>
                <c:pt idx="1304">
                  <c:v>26.08</c:v>
                </c:pt>
                <c:pt idx="1305">
                  <c:v>26.1</c:v>
                </c:pt>
                <c:pt idx="1306">
                  <c:v>26.12</c:v>
                </c:pt>
                <c:pt idx="1307">
                  <c:v>26.14</c:v>
                </c:pt>
                <c:pt idx="1308">
                  <c:v>26.16</c:v>
                </c:pt>
                <c:pt idx="1309">
                  <c:v>26.18</c:v>
                </c:pt>
                <c:pt idx="1310">
                  <c:v>26.2</c:v>
                </c:pt>
                <c:pt idx="1311">
                  <c:v>26.22</c:v>
                </c:pt>
                <c:pt idx="1312">
                  <c:v>26.24</c:v>
                </c:pt>
                <c:pt idx="1313">
                  <c:v>26.26</c:v>
                </c:pt>
                <c:pt idx="1314">
                  <c:v>26.28</c:v>
                </c:pt>
                <c:pt idx="1315">
                  <c:v>26.3</c:v>
                </c:pt>
                <c:pt idx="1316">
                  <c:v>26.32</c:v>
                </c:pt>
                <c:pt idx="1317">
                  <c:v>26.34</c:v>
                </c:pt>
                <c:pt idx="1318">
                  <c:v>26.36</c:v>
                </c:pt>
                <c:pt idx="1319">
                  <c:v>26.38</c:v>
                </c:pt>
                <c:pt idx="1320">
                  <c:v>26.4</c:v>
                </c:pt>
                <c:pt idx="1321">
                  <c:v>26.42</c:v>
                </c:pt>
                <c:pt idx="1322">
                  <c:v>26.44</c:v>
                </c:pt>
                <c:pt idx="1323">
                  <c:v>26.46</c:v>
                </c:pt>
                <c:pt idx="1324">
                  <c:v>26.48</c:v>
                </c:pt>
                <c:pt idx="1325">
                  <c:v>26.5</c:v>
                </c:pt>
                <c:pt idx="1326">
                  <c:v>26.52</c:v>
                </c:pt>
                <c:pt idx="1327">
                  <c:v>26.54</c:v>
                </c:pt>
                <c:pt idx="1328">
                  <c:v>26.56</c:v>
                </c:pt>
                <c:pt idx="1329">
                  <c:v>26.58</c:v>
                </c:pt>
                <c:pt idx="1330">
                  <c:v>26.6</c:v>
                </c:pt>
                <c:pt idx="1331">
                  <c:v>26.62</c:v>
                </c:pt>
                <c:pt idx="1332">
                  <c:v>26.64</c:v>
                </c:pt>
                <c:pt idx="1333">
                  <c:v>26.66</c:v>
                </c:pt>
                <c:pt idx="1334">
                  <c:v>26.68</c:v>
                </c:pt>
                <c:pt idx="1335">
                  <c:v>26.7</c:v>
                </c:pt>
                <c:pt idx="1336">
                  <c:v>26.72</c:v>
                </c:pt>
                <c:pt idx="1337">
                  <c:v>26.74</c:v>
                </c:pt>
                <c:pt idx="1338">
                  <c:v>26.76</c:v>
                </c:pt>
                <c:pt idx="1339">
                  <c:v>26.78</c:v>
                </c:pt>
                <c:pt idx="1340">
                  <c:v>26.8</c:v>
                </c:pt>
                <c:pt idx="1341">
                  <c:v>26.82</c:v>
                </c:pt>
                <c:pt idx="1342">
                  <c:v>26.84</c:v>
                </c:pt>
                <c:pt idx="1343">
                  <c:v>26.86</c:v>
                </c:pt>
                <c:pt idx="1344">
                  <c:v>26.88</c:v>
                </c:pt>
                <c:pt idx="1345">
                  <c:v>26.9</c:v>
                </c:pt>
                <c:pt idx="1346">
                  <c:v>26.92</c:v>
                </c:pt>
                <c:pt idx="1347">
                  <c:v>26.94</c:v>
                </c:pt>
                <c:pt idx="1348">
                  <c:v>26.96</c:v>
                </c:pt>
                <c:pt idx="1349">
                  <c:v>26.98</c:v>
                </c:pt>
                <c:pt idx="1350">
                  <c:v>27</c:v>
                </c:pt>
                <c:pt idx="1351">
                  <c:v>27.02</c:v>
                </c:pt>
                <c:pt idx="1352">
                  <c:v>27.04</c:v>
                </c:pt>
                <c:pt idx="1353">
                  <c:v>27.06</c:v>
                </c:pt>
                <c:pt idx="1354">
                  <c:v>27.08</c:v>
                </c:pt>
                <c:pt idx="1355">
                  <c:v>27.1</c:v>
                </c:pt>
                <c:pt idx="1356">
                  <c:v>27.12</c:v>
                </c:pt>
                <c:pt idx="1357">
                  <c:v>27.14</c:v>
                </c:pt>
                <c:pt idx="1358">
                  <c:v>27.16</c:v>
                </c:pt>
                <c:pt idx="1359">
                  <c:v>27.18</c:v>
                </c:pt>
                <c:pt idx="1360">
                  <c:v>27.2</c:v>
                </c:pt>
                <c:pt idx="1361">
                  <c:v>27.22</c:v>
                </c:pt>
                <c:pt idx="1362">
                  <c:v>27.24</c:v>
                </c:pt>
                <c:pt idx="1363">
                  <c:v>27.26</c:v>
                </c:pt>
                <c:pt idx="1364">
                  <c:v>27.28</c:v>
                </c:pt>
                <c:pt idx="1365">
                  <c:v>27.3</c:v>
                </c:pt>
                <c:pt idx="1366">
                  <c:v>27.32</c:v>
                </c:pt>
                <c:pt idx="1367">
                  <c:v>27.34</c:v>
                </c:pt>
                <c:pt idx="1368">
                  <c:v>27.36</c:v>
                </c:pt>
                <c:pt idx="1369">
                  <c:v>27.38</c:v>
                </c:pt>
                <c:pt idx="1370">
                  <c:v>27.4</c:v>
                </c:pt>
                <c:pt idx="1371">
                  <c:v>27.42</c:v>
                </c:pt>
                <c:pt idx="1372">
                  <c:v>27.44</c:v>
                </c:pt>
                <c:pt idx="1373">
                  <c:v>27.46</c:v>
                </c:pt>
                <c:pt idx="1374">
                  <c:v>27.48</c:v>
                </c:pt>
                <c:pt idx="1375">
                  <c:v>27.5</c:v>
                </c:pt>
                <c:pt idx="1376">
                  <c:v>27.52</c:v>
                </c:pt>
                <c:pt idx="1377">
                  <c:v>27.54</c:v>
                </c:pt>
                <c:pt idx="1378">
                  <c:v>27.56</c:v>
                </c:pt>
                <c:pt idx="1379">
                  <c:v>27.58</c:v>
                </c:pt>
                <c:pt idx="1380">
                  <c:v>27.6</c:v>
                </c:pt>
                <c:pt idx="1381">
                  <c:v>27.62</c:v>
                </c:pt>
                <c:pt idx="1382">
                  <c:v>27.64</c:v>
                </c:pt>
                <c:pt idx="1383">
                  <c:v>27.66</c:v>
                </c:pt>
                <c:pt idx="1384">
                  <c:v>27.68</c:v>
                </c:pt>
                <c:pt idx="1385">
                  <c:v>27.7</c:v>
                </c:pt>
                <c:pt idx="1386">
                  <c:v>27.72</c:v>
                </c:pt>
                <c:pt idx="1387">
                  <c:v>27.74</c:v>
                </c:pt>
                <c:pt idx="1388">
                  <c:v>27.76</c:v>
                </c:pt>
                <c:pt idx="1389">
                  <c:v>27.78</c:v>
                </c:pt>
                <c:pt idx="1390">
                  <c:v>27.8</c:v>
                </c:pt>
                <c:pt idx="1391">
                  <c:v>27.82</c:v>
                </c:pt>
                <c:pt idx="1392">
                  <c:v>27.84</c:v>
                </c:pt>
                <c:pt idx="1393">
                  <c:v>27.86</c:v>
                </c:pt>
                <c:pt idx="1394">
                  <c:v>27.88</c:v>
                </c:pt>
                <c:pt idx="1395">
                  <c:v>27.9</c:v>
                </c:pt>
                <c:pt idx="1396">
                  <c:v>27.92</c:v>
                </c:pt>
                <c:pt idx="1397">
                  <c:v>27.94</c:v>
                </c:pt>
                <c:pt idx="1398">
                  <c:v>27.96</c:v>
                </c:pt>
                <c:pt idx="1399">
                  <c:v>27.98</c:v>
                </c:pt>
                <c:pt idx="1400">
                  <c:v>28</c:v>
                </c:pt>
                <c:pt idx="1401">
                  <c:v>28.02</c:v>
                </c:pt>
                <c:pt idx="1402">
                  <c:v>28.04</c:v>
                </c:pt>
                <c:pt idx="1403">
                  <c:v>28.06</c:v>
                </c:pt>
                <c:pt idx="1404">
                  <c:v>28.08</c:v>
                </c:pt>
                <c:pt idx="1405">
                  <c:v>28.1</c:v>
                </c:pt>
                <c:pt idx="1406">
                  <c:v>28.12</c:v>
                </c:pt>
                <c:pt idx="1407">
                  <c:v>28.14</c:v>
                </c:pt>
                <c:pt idx="1408">
                  <c:v>28.16</c:v>
                </c:pt>
                <c:pt idx="1409">
                  <c:v>28.18</c:v>
                </c:pt>
                <c:pt idx="1410">
                  <c:v>28.2</c:v>
                </c:pt>
                <c:pt idx="1411">
                  <c:v>28.22</c:v>
                </c:pt>
                <c:pt idx="1412">
                  <c:v>28.24</c:v>
                </c:pt>
                <c:pt idx="1413">
                  <c:v>28.26</c:v>
                </c:pt>
                <c:pt idx="1414">
                  <c:v>28.28</c:v>
                </c:pt>
                <c:pt idx="1415">
                  <c:v>28.3</c:v>
                </c:pt>
                <c:pt idx="1416">
                  <c:v>28.32</c:v>
                </c:pt>
                <c:pt idx="1417">
                  <c:v>28.34</c:v>
                </c:pt>
                <c:pt idx="1418">
                  <c:v>28.36</c:v>
                </c:pt>
                <c:pt idx="1419">
                  <c:v>28.38</c:v>
                </c:pt>
                <c:pt idx="1420">
                  <c:v>28.4</c:v>
                </c:pt>
                <c:pt idx="1421">
                  <c:v>28.42</c:v>
                </c:pt>
                <c:pt idx="1422">
                  <c:v>28.44</c:v>
                </c:pt>
                <c:pt idx="1423">
                  <c:v>28.46</c:v>
                </c:pt>
                <c:pt idx="1424">
                  <c:v>28.48</c:v>
                </c:pt>
                <c:pt idx="1425">
                  <c:v>28.5</c:v>
                </c:pt>
                <c:pt idx="1426">
                  <c:v>28.52</c:v>
                </c:pt>
                <c:pt idx="1427">
                  <c:v>28.54</c:v>
                </c:pt>
                <c:pt idx="1428">
                  <c:v>28.56</c:v>
                </c:pt>
                <c:pt idx="1429">
                  <c:v>28.58</c:v>
                </c:pt>
                <c:pt idx="1430">
                  <c:v>28.6</c:v>
                </c:pt>
                <c:pt idx="1431">
                  <c:v>28.62</c:v>
                </c:pt>
                <c:pt idx="1432">
                  <c:v>28.64</c:v>
                </c:pt>
                <c:pt idx="1433">
                  <c:v>28.66</c:v>
                </c:pt>
                <c:pt idx="1434">
                  <c:v>28.68</c:v>
                </c:pt>
                <c:pt idx="1435">
                  <c:v>28.7</c:v>
                </c:pt>
                <c:pt idx="1436">
                  <c:v>28.72</c:v>
                </c:pt>
                <c:pt idx="1437">
                  <c:v>28.74</c:v>
                </c:pt>
                <c:pt idx="1438">
                  <c:v>28.76</c:v>
                </c:pt>
                <c:pt idx="1439">
                  <c:v>28.78</c:v>
                </c:pt>
                <c:pt idx="1440">
                  <c:v>28.8</c:v>
                </c:pt>
                <c:pt idx="1441">
                  <c:v>28.82</c:v>
                </c:pt>
                <c:pt idx="1442">
                  <c:v>28.84</c:v>
                </c:pt>
                <c:pt idx="1443">
                  <c:v>28.86</c:v>
                </c:pt>
                <c:pt idx="1444">
                  <c:v>28.88</c:v>
                </c:pt>
                <c:pt idx="1445">
                  <c:v>28.9</c:v>
                </c:pt>
                <c:pt idx="1446">
                  <c:v>28.92</c:v>
                </c:pt>
                <c:pt idx="1447">
                  <c:v>28.94</c:v>
                </c:pt>
                <c:pt idx="1448">
                  <c:v>28.96</c:v>
                </c:pt>
                <c:pt idx="1449">
                  <c:v>28.98</c:v>
                </c:pt>
                <c:pt idx="1450">
                  <c:v>29</c:v>
                </c:pt>
                <c:pt idx="1451">
                  <c:v>29.02</c:v>
                </c:pt>
                <c:pt idx="1452">
                  <c:v>29.04</c:v>
                </c:pt>
                <c:pt idx="1453">
                  <c:v>29.06</c:v>
                </c:pt>
                <c:pt idx="1454">
                  <c:v>29.08</c:v>
                </c:pt>
                <c:pt idx="1455">
                  <c:v>29.1</c:v>
                </c:pt>
                <c:pt idx="1456">
                  <c:v>29.12</c:v>
                </c:pt>
                <c:pt idx="1457">
                  <c:v>29.14</c:v>
                </c:pt>
                <c:pt idx="1458">
                  <c:v>29.16</c:v>
                </c:pt>
                <c:pt idx="1459">
                  <c:v>29.18</c:v>
                </c:pt>
                <c:pt idx="1460">
                  <c:v>29.2</c:v>
                </c:pt>
                <c:pt idx="1461">
                  <c:v>29.22</c:v>
                </c:pt>
                <c:pt idx="1462">
                  <c:v>29.24</c:v>
                </c:pt>
                <c:pt idx="1463">
                  <c:v>29.26</c:v>
                </c:pt>
                <c:pt idx="1464">
                  <c:v>29.28</c:v>
                </c:pt>
                <c:pt idx="1465">
                  <c:v>29.3</c:v>
                </c:pt>
                <c:pt idx="1466">
                  <c:v>29.32</c:v>
                </c:pt>
                <c:pt idx="1467">
                  <c:v>29.34</c:v>
                </c:pt>
                <c:pt idx="1468">
                  <c:v>29.36</c:v>
                </c:pt>
                <c:pt idx="1469">
                  <c:v>29.38</c:v>
                </c:pt>
                <c:pt idx="1470">
                  <c:v>29.4</c:v>
                </c:pt>
                <c:pt idx="1471">
                  <c:v>29.42</c:v>
                </c:pt>
                <c:pt idx="1472">
                  <c:v>29.44</c:v>
                </c:pt>
                <c:pt idx="1473">
                  <c:v>29.46</c:v>
                </c:pt>
                <c:pt idx="1474">
                  <c:v>29.48</c:v>
                </c:pt>
                <c:pt idx="1475">
                  <c:v>29.5</c:v>
                </c:pt>
                <c:pt idx="1476">
                  <c:v>29.52</c:v>
                </c:pt>
                <c:pt idx="1477">
                  <c:v>29.54</c:v>
                </c:pt>
                <c:pt idx="1478">
                  <c:v>29.56</c:v>
                </c:pt>
                <c:pt idx="1479">
                  <c:v>29.58</c:v>
                </c:pt>
                <c:pt idx="1480">
                  <c:v>29.6</c:v>
                </c:pt>
                <c:pt idx="1481">
                  <c:v>29.62</c:v>
                </c:pt>
                <c:pt idx="1482">
                  <c:v>29.64</c:v>
                </c:pt>
                <c:pt idx="1483">
                  <c:v>29.66</c:v>
                </c:pt>
                <c:pt idx="1484">
                  <c:v>29.68</c:v>
                </c:pt>
                <c:pt idx="1485">
                  <c:v>29.7</c:v>
                </c:pt>
                <c:pt idx="1486">
                  <c:v>29.72</c:v>
                </c:pt>
                <c:pt idx="1487">
                  <c:v>29.74</c:v>
                </c:pt>
                <c:pt idx="1488">
                  <c:v>29.76</c:v>
                </c:pt>
                <c:pt idx="1489">
                  <c:v>29.78</c:v>
                </c:pt>
                <c:pt idx="1490">
                  <c:v>29.8</c:v>
                </c:pt>
                <c:pt idx="1491">
                  <c:v>29.82</c:v>
                </c:pt>
                <c:pt idx="1492">
                  <c:v>29.84</c:v>
                </c:pt>
                <c:pt idx="1493">
                  <c:v>29.86</c:v>
                </c:pt>
                <c:pt idx="1494">
                  <c:v>29.88</c:v>
                </c:pt>
                <c:pt idx="1495">
                  <c:v>29.9</c:v>
                </c:pt>
                <c:pt idx="1496">
                  <c:v>29.92</c:v>
                </c:pt>
                <c:pt idx="1497">
                  <c:v>29.94</c:v>
                </c:pt>
                <c:pt idx="1498">
                  <c:v>29.96</c:v>
                </c:pt>
                <c:pt idx="1499">
                  <c:v>29.98</c:v>
                </c:pt>
                <c:pt idx="1500">
                  <c:v>30</c:v>
                </c:pt>
                <c:pt idx="1501">
                  <c:v>30.02</c:v>
                </c:pt>
                <c:pt idx="1502">
                  <c:v>30.04</c:v>
                </c:pt>
                <c:pt idx="1503">
                  <c:v>30.06</c:v>
                </c:pt>
                <c:pt idx="1504">
                  <c:v>30.08</c:v>
                </c:pt>
                <c:pt idx="1505">
                  <c:v>30.1</c:v>
                </c:pt>
                <c:pt idx="1506">
                  <c:v>30.12</c:v>
                </c:pt>
                <c:pt idx="1507">
                  <c:v>30.14</c:v>
                </c:pt>
                <c:pt idx="1508">
                  <c:v>30.16</c:v>
                </c:pt>
                <c:pt idx="1509">
                  <c:v>30.18</c:v>
                </c:pt>
                <c:pt idx="1510">
                  <c:v>30.2</c:v>
                </c:pt>
                <c:pt idx="1511">
                  <c:v>30.22</c:v>
                </c:pt>
                <c:pt idx="1512">
                  <c:v>30.24</c:v>
                </c:pt>
                <c:pt idx="1513">
                  <c:v>30.26</c:v>
                </c:pt>
                <c:pt idx="1514">
                  <c:v>30.28</c:v>
                </c:pt>
                <c:pt idx="1515">
                  <c:v>30.3</c:v>
                </c:pt>
                <c:pt idx="1516">
                  <c:v>30.32</c:v>
                </c:pt>
                <c:pt idx="1517">
                  <c:v>30.34</c:v>
                </c:pt>
                <c:pt idx="1518">
                  <c:v>30.36</c:v>
                </c:pt>
                <c:pt idx="1519">
                  <c:v>30.38</c:v>
                </c:pt>
                <c:pt idx="1520">
                  <c:v>30.4</c:v>
                </c:pt>
                <c:pt idx="1521">
                  <c:v>30.42</c:v>
                </c:pt>
                <c:pt idx="1522">
                  <c:v>30.44</c:v>
                </c:pt>
                <c:pt idx="1523">
                  <c:v>30.46</c:v>
                </c:pt>
                <c:pt idx="1524">
                  <c:v>30.48</c:v>
                </c:pt>
                <c:pt idx="1525">
                  <c:v>30.5</c:v>
                </c:pt>
                <c:pt idx="1526">
                  <c:v>30.52</c:v>
                </c:pt>
                <c:pt idx="1527">
                  <c:v>30.54</c:v>
                </c:pt>
                <c:pt idx="1528">
                  <c:v>30.56</c:v>
                </c:pt>
                <c:pt idx="1529">
                  <c:v>30.58</c:v>
                </c:pt>
                <c:pt idx="1530">
                  <c:v>30.6</c:v>
                </c:pt>
                <c:pt idx="1531">
                  <c:v>30.62</c:v>
                </c:pt>
                <c:pt idx="1532">
                  <c:v>30.64</c:v>
                </c:pt>
                <c:pt idx="1533">
                  <c:v>30.66</c:v>
                </c:pt>
                <c:pt idx="1534">
                  <c:v>30.68</c:v>
                </c:pt>
                <c:pt idx="1535">
                  <c:v>30.7</c:v>
                </c:pt>
                <c:pt idx="1536">
                  <c:v>30.72</c:v>
                </c:pt>
                <c:pt idx="1537">
                  <c:v>30.74</c:v>
                </c:pt>
                <c:pt idx="1538">
                  <c:v>30.76</c:v>
                </c:pt>
                <c:pt idx="1539">
                  <c:v>30.78</c:v>
                </c:pt>
                <c:pt idx="1540">
                  <c:v>30.8</c:v>
                </c:pt>
                <c:pt idx="1541">
                  <c:v>30.82</c:v>
                </c:pt>
                <c:pt idx="1542">
                  <c:v>30.84</c:v>
                </c:pt>
                <c:pt idx="1543">
                  <c:v>30.86</c:v>
                </c:pt>
                <c:pt idx="1544">
                  <c:v>30.88</c:v>
                </c:pt>
                <c:pt idx="1545">
                  <c:v>30.9</c:v>
                </c:pt>
                <c:pt idx="1546">
                  <c:v>30.92</c:v>
                </c:pt>
                <c:pt idx="1547">
                  <c:v>30.94</c:v>
                </c:pt>
                <c:pt idx="1548">
                  <c:v>30.96</c:v>
                </c:pt>
                <c:pt idx="1549">
                  <c:v>30.98</c:v>
                </c:pt>
                <c:pt idx="1550">
                  <c:v>31</c:v>
                </c:pt>
                <c:pt idx="1551">
                  <c:v>31.02</c:v>
                </c:pt>
                <c:pt idx="1552">
                  <c:v>31.04</c:v>
                </c:pt>
                <c:pt idx="1553">
                  <c:v>31.06</c:v>
                </c:pt>
                <c:pt idx="1554">
                  <c:v>31.08</c:v>
                </c:pt>
                <c:pt idx="1555">
                  <c:v>31.1</c:v>
                </c:pt>
                <c:pt idx="1556">
                  <c:v>31.12</c:v>
                </c:pt>
                <c:pt idx="1557">
                  <c:v>31.14</c:v>
                </c:pt>
                <c:pt idx="1558">
                  <c:v>31.16</c:v>
                </c:pt>
                <c:pt idx="1559">
                  <c:v>31.18</c:v>
                </c:pt>
                <c:pt idx="1560">
                  <c:v>31.2</c:v>
                </c:pt>
                <c:pt idx="1561">
                  <c:v>31.22</c:v>
                </c:pt>
                <c:pt idx="1562">
                  <c:v>31.24</c:v>
                </c:pt>
                <c:pt idx="1563">
                  <c:v>31.26</c:v>
                </c:pt>
                <c:pt idx="1564">
                  <c:v>31.28</c:v>
                </c:pt>
                <c:pt idx="1565">
                  <c:v>31.3</c:v>
                </c:pt>
                <c:pt idx="1566">
                  <c:v>31.32</c:v>
                </c:pt>
                <c:pt idx="1567">
                  <c:v>31.34</c:v>
                </c:pt>
                <c:pt idx="1568">
                  <c:v>31.36</c:v>
                </c:pt>
                <c:pt idx="1569">
                  <c:v>31.38</c:v>
                </c:pt>
                <c:pt idx="1570">
                  <c:v>31.4</c:v>
                </c:pt>
                <c:pt idx="1571">
                  <c:v>31.42</c:v>
                </c:pt>
                <c:pt idx="1572">
                  <c:v>31.44</c:v>
                </c:pt>
                <c:pt idx="1573">
                  <c:v>31.46</c:v>
                </c:pt>
                <c:pt idx="1574">
                  <c:v>31.48</c:v>
                </c:pt>
                <c:pt idx="1575">
                  <c:v>31.5</c:v>
                </c:pt>
                <c:pt idx="1576">
                  <c:v>31.52</c:v>
                </c:pt>
                <c:pt idx="1577">
                  <c:v>31.54</c:v>
                </c:pt>
                <c:pt idx="1578">
                  <c:v>31.56</c:v>
                </c:pt>
                <c:pt idx="1579">
                  <c:v>31.58</c:v>
                </c:pt>
                <c:pt idx="1580">
                  <c:v>31.6</c:v>
                </c:pt>
                <c:pt idx="1581">
                  <c:v>31.62</c:v>
                </c:pt>
                <c:pt idx="1582">
                  <c:v>31.64</c:v>
                </c:pt>
                <c:pt idx="1583">
                  <c:v>31.66</c:v>
                </c:pt>
                <c:pt idx="1584">
                  <c:v>31.68</c:v>
                </c:pt>
                <c:pt idx="1585">
                  <c:v>31.7</c:v>
                </c:pt>
                <c:pt idx="1586">
                  <c:v>31.72</c:v>
                </c:pt>
                <c:pt idx="1587">
                  <c:v>31.74</c:v>
                </c:pt>
                <c:pt idx="1588">
                  <c:v>31.76</c:v>
                </c:pt>
                <c:pt idx="1589">
                  <c:v>31.78</c:v>
                </c:pt>
                <c:pt idx="1590">
                  <c:v>31.8</c:v>
                </c:pt>
                <c:pt idx="1591">
                  <c:v>31.82</c:v>
                </c:pt>
                <c:pt idx="1592">
                  <c:v>31.84</c:v>
                </c:pt>
                <c:pt idx="1593">
                  <c:v>31.86</c:v>
                </c:pt>
                <c:pt idx="1594">
                  <c:v>31.88</c:v>
                </c:pt>
                <c:pt idx="1595">
                  <c:v>31.9</c:v>
                </c:pt>
                <c:pt idx="1596">
                  <c:v>31.92</c:v>
                </c:pt>
                <c:pt idx="1597">
                  <c:v>31.94</c:v>
                </c:pt>
                <c:pt idx="1598">
                  <c:v>31.96</c:v>
                </c:pt>
                <c:pt idx="1599">
                  <c:v>31.98</c:v>
                </c:pt>
                <c:pt idx="1600">
                  <c:v>32</c:v>
                </c:pt>
                <c:pt idx="1601">
                  <c:v>32.02</c:v>
                </c:pt>
                <c:pt idx="1602">
                  <c:v>32.04</c:v>
                </c:pt>
                <c:pt idx="1603">
                  <c:v>32.06</c:v>
                </c:pt>
                <c:pt idx="1604">
                  <c:v>32.08</c:v>
                </c:pt>
                <c:pt idx="1605">
                  <c:v>32.1</c:v>
                </c:pt>
                <c:pt idx="1606">
                  <c:v>32.12</c:v>
                </c:pt>
                <c:pt idx="1607">
                  <c:v>32.14</c:v>
                </c:pt>
                <c:pt idx="1608">
                  <c:v>32.16</c:v>
                </c:pt>
                <c:pt idx="1609">
                  <c:v>32.18</c:v>
                </c:pt>
                <c:pt idx="1610">
                  <c:v>32.2</c:v>
                </c:pt>
                <c:pt idx="1611">
                  <c:v>32.22</c:v>
                </c:pt>
                <c:pt idx="1612">
                  <c:v>32.24</c:v>
                </c:pt>
                <c:pt idx="1613">
                  <c:v>32.26</c:v>
                </c:pt>
                <c:pt idx="1614">
                  <c:v>32.28</c:v>
                </c:pt>
                <c:pt idx="1615">
                  <c:v>32.3</c:v>
                </c:pt>
                <c:pt idx="1616">
                  <c:v>32.32</c:v>
                </c:pt>
                <c:pt idx="1617">
                  <c:v>32.34</c:v>
                </c:pt>
                <c:pt idx="1618">
                  <c:v>32.36</c:v>
                </c:pt>
                <c:pt idx="1619">
                  <c:v>32.38</c:v>
                </c:pt>
                <c:pt idx="1620">
                  <c:v>32.4</c:v>
                </c:pt>
                <c:pt idx="1621">
                  <c:v>32.42</c:v>
                </c:pt>
                <c:pt idx="1622">
                  <c:v>32.44</c:v>
                </c:pt>
                <c:pt idx="1623">
                  <c:v>32.46</c:v>
                </c:pt>
                <c:pt idx="1624">
                  <c:v>32.48</c:v>
                </c:pt>
                <c:pt idx="1625">
                  <c:v>32.5</c:v>
                </c:pt>
                <c:pt idx="1626">
                  <c:v>32.52</c:v>
                </c:pt>
                <c:pt idx="1627">
                  <c:v>32.54</c:v>
                </c:pt>
                <c:pt idx="1628">
                  <c:v>32.56</c:v>
                </c:pt>
                <c:pt idx="1629">
                  <c:v>32.58</c:v>
                </c:pt>
                <c:pt idx="1630">
                  <c:v>32.6</c:v>
                </c:pt>
                <c:pt idx="1631">
                  <c:v>32.62</c:v>
                </c:pt>
                <c:pt idx="1632">
                  <c:v>32.64</c:v>
                </c:pt>
                <c:pt idx="1633">
                  <c:v>32.66</c:v>
                </c:pt>
                <c:pt idx="1634">
                  <c:v>32.68</c:v>
                </c:pt>
                <c:pt idx="1635">
                  <c:v>32.7</c:v>
                </c:pt>
                <c:pt idx="1636">
                  <c:v>32.72</c:v>
                </c:pt>
                <c:pt idx="1637">
                  <c:v>32.74</c:v>
                </c:pt>
                <c:pt idx="1638">
                  <c:v>32.76</c:v>
                </c:pt>
                <c:pt idx="1639">
                  <c:v>32.78</c:v>
                </c:pt>
                <c:pt idx="1640">
                  <c:v>32.8</c:v>
                </c:pt>
                <c:pt idx="1641">
                  <c:v>32.82</c:v>
                </c:pt>
                <c:pt idx="1642">
                  <c:v>32.84</c:v>
                </c:pt>
                <c:pt idx="1643">
                  <c:v>32.86</c:v>
                </c:pt>
                <c:pt idx="1644">
                  <c:v>32.88</c:v>
                </c:pt>
                <c:pt idx="1645">
                  <c:v>32.9</c:v>
                </c:pt>
                <c:pt idx="1646">
                  <c:v>32.92</c:v>
                </c:pt>
                <c:pt idx="1647">
                  <c:v>32.94</c:v>
                </c:pt>
                <c:pt idx="1648">
                  <c:v>32.96</c:v>
                </c:pt>
                <c:pt idx="1649">
                  <c:v>32.98</c:v>
                </c:pt>
                <c:pt idx="1650">
                  <c:v>33</c:v>
                </c:pt>
                <c:pt idx="1651">
                  <c:v>33.02</c:v>
                </c:pt>
                <c:pt idx="1652">
                  <c:v>33.04</c:v>
                </c:pt>
                <c:pt idx="1653">
                  <c:v>33.06</c:v>
                </c:pt>
                <c:pt idx="1654">
                  <c:v>33.08</c:v>
                </c:pt>
                <c:pt idx="1655">
                  <c:v>33.1</c:v>
                </c:pt>
                <c:pt idx="1656">
                  <c:v>33.12</c:v>
                </c:pt>
                <c:pt idx="1657">
                  <c:v>33.14</c:v>
                </c:pt>
                <c:pt idx="1658">
                  <c:v>33.16</c:v>
                </c:pt>
                <c:pt idx="1659">
                  <c:v>33.18</c:v>
                </c:pt>
                <c:pt idx="1660">
                  <c:v>33.2</c:v>
                </c:pt>
                <c:pt idx="1661">
                  <c:v>33.22</c:v>
                </c:pt>
                <c:pt idx="1662">
                  <c:v>33.24</c:v>
                </c:pt>
                <c:pt idx="1663">
                  <c:v>33.26</c:v>
                </c:pt>
                <c:pt idx="1664">
                  <c:v>33.28</c:v>
                </c:pt>
                <c:pt idx="1665">
                  <c:v>33.3</c:v>
                </c:pt>
                <c:pt idx="1666">
                  <c:v>33.32</c:v>
                </c:pt>
                <c:pt idx="1667">
                  <c:v>33.34</c:v>
                </c:pt>
                <c:pt idx="1668">
                  <c:v>33.36</c:v>
                </c:pt>
                <c:pt idx="1669">
                  <c:v>33.38</c:v>
                </c:pt>
                <c:pt idx="1670">
                  <c:v>33.4</c:v>
                </c:pt>
                <c:pt idx="1671">
                  <c:v>33.42</c:v>
                </c:pt>
                <c:pt idx="1672">
                  <c:v>33.44</c:v>
                </c:pt>
                <c:pt idx="1673">
                  <c:v>33.46</c:v>
                </c:pt>
                <c:pt idx="1674">
                  <c:v>33.48</c:v>
                </c:pt>
                <c:pt idx="1675">
                  <c:v>33.5</c:v>
                </c:pt>
                <c:pt idx="1676">
                  <c:v>33.52</c:v>
                </c:pt>
                <c:pt idx="1677">
                  <c:v>33.54</c:v>
                </c:pt>
                <c:pt idx="1678">
                  <c:v>33.56</c:v>
                </c:pt>
                <c:pt idx="1679">
                  <c:v>33.58</c:v>
                </c:pt>
                <c:pt idx="1680">
                  <c:v>33.6</c:v>
                </c:pt>
                <c:pt idx="1681">
                  <c:v>33.62</c:v>
                </c:pt>
                <c:pt idx="1682">
                  <c:v>33.64</c:v>
                </c:pt>
                <c:pt idx="1683">
                  <c:v>33.66</c:v>
                </c:pt>
                <c:pt idx="1684">
                  <c:v>33.68</c:v>
                </c:pt>
                <c:pt idx="1685">
                  <c:v>33.7</c:v>
                </c:pt>
                <c:pt idx="1686">
                  <c:v>33.72</c:v>
                </c:pt>
                <c:pt idx="1687">
                  <c:v>33.74</c:v>
                </c:pt>
                <c:pt idx="1688">
                  <c:v>33.76</c:v>
                </c:pt>
                <c:pt idx="1689">
                  <c:v>33.78</c:v>
                </c:pt>
                <c:pt idx="1690">
                  <c:v>33.8</c:v>
                </c:pt>
                <c:pt idx="1691">
                  <c:v>33.82</c:v>
                </c:pt>
                <c:pt idx="1692">
                  <c:v>33.84</c:v>
                </c:pt>
                <c:pt idx="1693">
                  <c:v>33.86</c:v>
                </c:pt>
                <c:pt idx="1694">
                  <c:v>33.88</c:v>
                </c:pt>
                <c:pt idx="1695">
                  <c:v>33.9</c:v>
                </c:pt>
                <c:pt idx="1696">
                  <c:v>33.92</c:v>
                </c:pt>
                <c:pt idx="1697">
                  <c:v>33.94</c:v>
                </c:pt>
                <c:pt idx="1698">
                  <c:v>33.96</c:v>
                </c:pt>
                <c:pt idx="1699">
                  <c:v>33.98</c:v>
                </c:pt>
                <c:pt idx="1700">
                  <c:v>34</c:v>
                </c:pt>
                <c:pt idx="1701">
                  <c:v>34.02</c:v>
                </c:pt>
                <c:pt idx="1702">
                  <c:v>34.04</c:v>
                </c:pt>
                <c:pt idx="1703">
                  <c:v>34.06</c:v>
                </c:pt>
                <c:pt idx="1704">
                  <c:v>34.08</c:v>
                </c:pt>
                <c:pt idx="1705">
                  <c:v>34.1</c:v>
                </c:pt>
                <c:pt idx="1706">
                  <c:v>34.12</c:v>
                </c:pt>
                <c:pt idx="1707">
                  <c:v>34.14</c:v>
                </c:pt>
                <c:pt idx="1708">
                  <c:v>34.16</c:v>
                </c:pt>
                <c:pt idx="1709">
                  <c:v>34.18</c:v>
                </c:pt>
                <c:pt idx="1710">
                  <c:v>34.2</c:v>
                </c:pt>
                <c:pt idx="1711">
                  <c:v>34.22</c:v>
                </c:pt>
                <c:pt idx="1712">
                  <c:v>34.24</c:v>
                </c:pt>
                <c:pt idx="1713">
                  <c:v>34.26</c:v>
                </c:pt>
                <c:pt idx="1714">
                  <c:v>34.28</c:v>
                </c:pt>
                <c:pt idx="1715">
                  <c:v>34.3</c:v>
                </c:pt>
                <c:pt idx="1716">
                  <c:v>34.32</c:v>
                </c:pt>
                <c:pt idx="1717">
                  <c:v>34.34</c:v>
                </c:pt>
                <c:pt idx="1718">
                  <c:v>34.36</c:v>
                </c:pt>
                <c:pt idx="1719">
                  <c:v>34.38</c:v>
                </c:pt>
                <c:pt idx="1720">
                  <c:v>34.4</c:v>
                </c:pt>
                <c:pt idx="1721">
                  <c:v>34.42</c:v>
                </c:pt>
                <c:pt idx="1722">
                  <c:v>34.44</c:v>
                </c:pt>
                <c:pt idx="1723">
                  <c:v>34.46</c:v>
                </c:pt>
                <c:pt idx="1724">
                  <c:v>34.48</c:v>
                </c:pt>
                <c:pt idx="1725">
                  <c:v>34.5</c:v>
                </c:pt>
                <c:pt idx="1726">
                  <c:v>34.52</c:v>
                </c:pt>
                <c:pt idx="1727">
                  <c:v>34.54</c:v>
                </c:pt>
                <c:pt idx="1728">
                  <c:v>34.56</c:v>
                </c:pt>
                <c:pt idx="1729">
                  <c:v>34.58</c:v>
                </c:pt>
                <c:pt idx="1730">
                  <c:v>34.6</c:v>
                </c:pt>
                <c:pt idx="1731">
                  <c:v>34.62</c:v>
                </c:pt>
                <c:pt idx="1732">
                  <c:v>34.64</c:v>
                </c:pt>
                <c:pt idx="1733">
                  <c:v>34.66</c:v>
                </c:pt>
                <c:pt idx="1734">
                  <c:v>34.68</c:v>
                </c:pt>
                <c:pt idx="1735">
                  <c:v>34.7</c:v>
                </c:pt>
                <c:pt idx="1736">
                  <c:v>34.72</c:v>
                </c:pt>
                <c:pt idx="1737">
                  <c:v>34.74</c:v>
                </c:pt>
                <c:pt idx="1738">
                  <c:v>34.76</c:v>
                </c:pt>
                <c:pt idx="1739">
                  <c:v>34.78</c:v>
                </c:pt>
                <c:pt idx="1740">
                  <c:v>34.8</c:v>
                </c:pt>
                <c:pt idx="1741">
                  <c:v>34.82</c:v>
                </c:pt>
                <c:pt idx="1742">
                  <c:v>34.84</c:v>
                </c:pt>
                <c:pt idx="1743">
                  <c:v>34.86</c:v>
                </c:pt>
                <c:pt idx="1744">
                  <c:v>34.88</c:v>
                </c:pt>
                <c:pt idx="1745">
                  <c:v>34.9</c:v>
                </c:pt>
                <c:pt idx="1746">
                  <c:v>34.92</c:v>
                </c:pt>
                <c:pt idx="1747">
                  <c:v>34.94</c:v>
                </c:pt>
                <c:pt idx="1748">
                  <c:v>34.96</c:v>
                </c:pt>
                <c:pt idx="1749">
                  <c:v>34.98</c:v>
                </c:pt>
                <c:pt idx="1750">
                  <c:v>35</c:v>
                </c:pt>
                <c:pt idx="1751">
                  <c:v>35.02</c:v>
                </c:pt>
                <c:pt idx="1752">
                  <c:v>35.04</c:v>
                </c:pt>
                <c:pt idx="1753">
                  <c:v>35.06</c:v>
                </c:pt>
                <c:pt idx="1754">
                  <c:v>35.08</c:v>
                </c:pt>
                <c:pt idx="1755">
                  <c:v>35.1</c:v>
                </c:pt>
                <c:pt idx="1756">
                  <c:v>35.12</c:v>
                </c:pt>
                <c:pt idx="1757">
                  <c:v>35.14</c:v>
                </c:pt>
                <c:pt idx="1758">
                  <c:v>35.16</c:v>
                </c:pt>
                <c:pt idx="1759">
                  <c:v>35.18</c:v>
                </c:pt>
                <c:pt idx="1760">
                  <c:v>35.2</c:v>
                </c:pt>
                <c:pt idx="1761">
                  <c:v>35.22</c:v>
                </c:pt>
                <c:pt idx="1762">
                  <c:v>35.24</c:v>
                </c:pt>
                <c:pt idx="1763">
                  <c:v>35.26</c:v>
                </c:pt>
                <c:pt idx="1764">
                  <c:v>35.28</c:v>
                </c:pt>
                <c:pt idx="1765">
                  <c:v>35.3</c:v>
                </c:pt>
                <c:pt idx="1766">
                  <c:v>35.32</c:v>
                </c:pt>
                <c:pt idx="1767">
                  <c:v>35.34</c:v>
                </c:pt>
                <c:pt idx="1768">
                  <c:v>35.36</c:v>
                </c:pt>
                <c:pt idx="1769">
                  <c:v>35.38</c:v>
                </c:pt>
                <c:pt idx="1770">
                  <c:v>35.4</c:v>
                </c:pt>
                <c:pt idx="1771">
                  <c:v>35.42</c:v>
                </c:pt>
                <c:pt idx="1772">
                  <c:v>35.44</c:v>
                </c:pt>
                <c:pt idx="1773">
                  <c:v>35.46</c:v>
                </c:pt>
                <c:pt idx="1774">
                  <c:v>35.48</c:v>
                </c:pt>
                <c:pt idx="1775">
                  <c:v>35.5</c:v>
                </c:pt>
                <c:pt idx="1776">
                  <c:v>35.52</c:v>
                </c:pt>
                <c:pt idx="1777">
                  <c:v>35.54</c:v>
                </c:pt>
                <c:pt idx="1778">
                  <c:v>35.56</c:v>
                </c:pt>
                <c:pt idx="1779">
                  <c:v>35.58</c:v>
                </c:pt>
                <c:pt idx="1780">
                  <c:v>35.6</c:v>
                </c:pt>
                <c:pt idx="1781">
                  <c:v>35.62</c:v>
                </c:pt>
                <c:pt idx="1782">
                  <c:v>35.64</c:v>
                </c:pt>
                <c:pt idx="1783">
                  <c:v>35.66</c:v>
                </c:pt>
                <c:pt idx="1784">
                  <c:v>35.68</c:v>
                </c:pt>
                <c:pt idx="1785">
                  <c:v>35.7</c:v>
                </c:pt>
                <c:pt idx="1786">
                  <c:v>35.72</c:v>
                </c:pt>
                <c:pt idx="1787">
                  <c:v>35.74</c:v>
                </c:pt>
                <c:pt idx="1788">
                  <c:v>35.76</c:v>
                </c:pt>
                <c:pt idx="1789">
                  <c:v>35.78</c:v>
                </c:pt>
                <c:pt idx="1790">
                  <c:v>35.8</c:v>
                </c:pt>
                <c:pt idx="1791">
                  <c:v>35.82</c:v>
                </c:pt>
                <c:pt idx="1792">
                  <c:v>35.84</c:v>
                </c:pt>
                <c:pt idx="1793">
                  <c:v>35.86</c:v>
                </c:pt>
                <c:pt idx="1794">
                  <c:v>35.88</c:v>
                </c:pt>
                <c:pt idx="1795">
                  <c:v>35.9</c:v>
                </c:pt>
                <c:pt idx="1796">
                  <c:v>35.92</c:v>
                </c:pt>
                <c:pt idx="1797">
                  <c:v>35.94</c:v>
                </c:pt>
                <c:pt idx="1798">
                  <c:v>35.96</c:v>
                </c:pt>
                <c:pt idx="1799">
                  <c:v>35.98</c:v>
                </c:pt>
                <c:pt idx="1800">
                  <c:v>36</c:v>
                </c:pt>
                <c:pt idx="1801">
                  <c:v>36.02</c:v>
                </c:pt>
                <c:pt idx="1802">
                  <c:v>36.04</c:v>
                </c:pt>
                <c:pt idx="1803">
                  <c:v>36.06</c:v>
                </c:pt>
                <c:pt idx="1804">
                  <c:v>36.08</c:v>
                </c:pt>
                <c:pt idx="1805">
                  <c:v>36.1</c:v>
                </c:pt>
                <c:pt idx="1806">
                  <c:v>36.12</c:v>
                </c:pt>
                <c:pt idx="1807">
                  <c:v>36.14</c:v>
                </c:pt>
                <c:pt idx="1808">
                  <c:v>36.16</c:v>
                </c:pt>
                <c:pt idx="1809">
                  <c:v>36.18</c:v>
                </c:pt>
                <c:pt idx="1810">
                  <c:v>36.2</c:v>
                </c:pt>
                <c:pt idx="1811">
                  <c:v>36.22</c:v>
                </c:pt>
                <c:pt idx="1812">
                  <c:v>36.24</c:v>
                </c:pt>
                <c:pt idx="1813">
                  <c:v>36.26</c:v>
                </c:pt>
                <c:pt idx="1814">
                  <c:v>36.28</c:v>
                </c:pt>
                <c:pt idx="1815">
                  <c:v>36.3</c:v>
                </c:pt>
                <c:pt idx="1816">
                  <c:v>36.32</c:v>
                </c:pt>
                <c:pt idx="1817">
                  <c:v>36.34</c:v>
                </c:pt>
                <c:pt idx="1818">
                  <c:v>36.36</c:v>
                </c:pt>
                <c:pt idx="1819">
                  <c:v>36.38</c:v>
                </c:pt>
                <c:pt idx="1820">
                  <c:v>36.4</c:v>
                </c:pt>
                <c:pt idx="1821">
                  <c:v>36.42</c:v>
                </c:pt>
                <c:pt idx="1822">
                  <c:v>36.44</c:v>
                </c:pt>
                <c:pt idx="1823">
                  <c:v>36.46</c:v>
                </c:pt>
                <c:pt idx="1824">
                  <c:v>36.48</c:v>
                </c:pt>
                <c:pt idx="1825">
                  <c:v>36.5</c:v>
                </c:pt>
                <c:pt idx="1826">
                  <c:v>36.52</c:v>
                </c:pt>
                <c:pt idx="1827">
                  <c:v>36.54</c:v>
                </c:pt>
                <c:pt idx="1828">
                  <c:v>36.56</c:v>
                </c:pt>
                <c:pt idx="1829">
                  <c:v>36.58</c:v>
                </c:pt>
                <c:pt idx="1830">
                  <c:v>36.6</c:v>
                </c:pt>
                <c:pt idx="1831">
                  <c:v>36.62</c:v>
                </c:pt>
                <c:pt idx="1832">
                  <c:v>36.64</c:v>
                </c:pt>
                <c:pt idx="1833">
                  <c:v>36.66</c:v>
                </c:pt>
                <c:pt idx="1834">
                  <c:v>36.68</c:v>
                </c:pt>
                <c:pt idx="1835">
                  <c:v>36.7</c:v>
                </c:pt>
                <c:pt idx="1836">
                  <c:v>36.72</c:v>
                </c:pt>
                <c:pt idx="1837">
                  <c:v>36.74</c:v>
                </c:pt>
                <c:pt idx="1838">
                  <c:v>36.76</c:v>
                </c:pt>
                <c:pt idx="1839">
                  <c:v>36.78</c:v>
                </c:pt>
                <c:pt idx="1840">
                  <c:v>36.8</c:v>
                </c:pt>
                <c:pt idx="1841">
                  <c:v>36.82</c:v>
                </c:pt>
                <c:pt idx="1842">
                  <c:v>36.84</c:v>
                </c:pt>
                <c:pt idx="1843">
                  <c:v>36.86</c:v>
                </c:pt>
                <c:pt idx="1844">
                  <c:v>36.88</c:v>
                </c:pt>
                <c:pt idx="1845">
                  <c:v>36.9</c:v>
                </c:pt>
                <c:pt idx="1846">
                  <c:v>36.92</c:v>
                </c:pt>
                <c:pt idx="1847">
                  <c:v>36.94</c:v>
                </c:pt>
                <c:pt idx="1848">
                  <c:v>36.96</c:v>
                </c:pt>
                <c:pt idx="1849">
                  <c:v>36.98</c:v>
                </c:pt>
                <c:pt idx="1850">
                  <c:v>37</c:v>
                </c:pt>
                <c:pt idx="1851">
                  <c:v>37.02</c:v>
                </c:pt>
                <c:pt idx="1852">
                  <c:v>37.04</c:v>
                </c:pt>
                <c:pt idx="1853">
                  <c:v>37.06</c:v>
                </c:pt>
                <c:pt idx="1854">
                  <c:v>37.08</c:v>
                </c:pt>
                <c:pt idx="1855">
                  <c:v>37.1</c:v>
                </c:pt>
                <c:pt idx="1856">
                  <c:v>37.12</c:v>
                </c:pt>
                <c:pt idx="1857">
                  <c:v>37.14</c:v>
                </c:pt>
                <c:pt idx="1858">
                  <c:v>37.16</c:v>
                </c:pt>
                <c:pt idx="1859">
                  <c:v>37.18</c:v>
                </c:pt>
                <c:pt idx="1860">
                  <c:v>37.2</c:v>
                </c:pt>
                <c:pt idx="1861">
                  <c:v>37.22</c:v>
                </c:pt>
                <c:pt idx="1862">
                  <c:v>37.24</c:v>
                </c:pt>
                <c:pt idx="1863">
                  <c:v>37.26</c:v>
                </c:pt>
                <c:pt idx="1864">
                  <c:v>37.28</c:v>
                </c:pt>
                <c:pt idx="1865">
                  <c:v>37.3</c:v>
                </c:pt>
                <c:pt idx="1866">
                  <c:v>37.32</c:v>
                </c:pt>
                <c:pt idx="1867">
                  <c:v>37.34</c:v>
                </c:pt>
                <c:pt idx="1868">
                  <c:v>37.36</c:v>
                </c:pt>
                <c:pt idx="1869">
                  <c:v>37.38</c:v>
                </c:pt>
                <c:pt idx="1870">
                  <c:v>37.4</c:v>
                </c:pt>
                <c:pt idx="1871">
                  <c:v>37.42</c:v>
                </c:pt>
                <c:pt idx="1872">
                  <c:v>37.44</c:v>
                </c:pt>
                <c:pt idx="1873">
                  <c:v>37.46</c:v>
                </c:pt>
                <c:pt idx="1874">
                  <c:v>37.48</c:v>
                </c:pt>
                <c:pt idx="1875">
                  <c:v>37.5</c:v>
                </c:pt>
                <c:pt idx="1876">
                  <c:v>37.52</c:v>
                </c:pt>
                <c:pt idx="1877">
                  <c:v>37.54</c:v>
                </c:pt>
                <c:pt idx="1878">
                  <c:v>37.56</c:v>
                </c:pt>
                <c:pt idx="1879">
                  <c:v>37.58</c:v>
                </c:pt>
                <c:pt idx="1880">
                  <c:v>37.6</c:v>
                </c:pt>
                <c:pt idx="1881">
                  <c:v>37.62</c:v>
                </c:pt>
                <c:pt idx="1882">
                  <c:v>37.64</c:v>
                </c:pt>
                <c:pt idx="1883">
                  <c:v>37.66</c:v>
                </c:pt>
                <c:pt idx="1884">
                  <c:v>37.68</c:v>
                </c:pt>
                <c:pt idx="1885">
                  <c:v>37.7</c:v>
                </c:pt>
                <c:pt idx="1886">
                  <c:v>37.72</c:v>
                </c:pt>
                <c:pt idx="1887">
                  <c:v>37.74</c:v>
                </c:pt>
                <c:pt idx="1888">
                  <c:v>37.76</c:v>
                </c:pt>
                <c:pt idx="1889">
                  <c:v>37.78</c:v>
                </c:pt>
                <c:pt idx="1890">
                  <c:v>37.8</c:v>
                </c:pt>
                <c:pt idx="1891">
                  <c:v>37.82</c:v>
                </c:pt>
                <c:pt idx="1892">
                  <c:v>37.84</c:v>
                </c:pt>
                <c:pt idx="1893">
                  <c:v>37.86</c:v>
                </c:pt>
                <c:pt idx="1894">
                  <c:v>37.88</c:v>
                </c:pt>
                <c:pt idx="1895">
                  <c:v>37.9</c:v>
                </c:pt>
                <c:pt idx="1896">
                  <c:v>37.92</c:v>
                </c:pt>
                <c:pt idx="1897">
                  <c:v>37.94</c:v>
                </c:pt>
                <c:pt idx="1898">
                  <c:v>37.96</c:v>
                </c:pt>
                <c:pt idx="1899">
                  <c:v>37.98</c:v>
                </c:pt>
                <c:pt idx="1900">
                  <c:v>38</c:v>
                </c:pt>
                <c:pt idx="1901">
                  <c:v>38.02</c:v>
                </c:pt>
                <c:pt idx="1902">
                  <c:v>38.04</c:v>
                </c:pt>
                <c:pt idx="1903">
                  <c:v>38.06</c:v>
                </c:pt>
                <c:pt idx="1904">
                  <c:v>38.08</c:v>
                </c:pt>
                <c:pt idx="1905">
                  <c:v>38.1</c:v>
                </c:pt>
                <c:pt idx="1906">
                  <c:v>38.12</c:v>
                </c:pt>
                <c:pt idx="1907">
                  <c:v>38.14</c:v>
                </c:pt>
                <c:pt idx="1908">
                  <c:v>38.16</c:v>
                </c:pt>
                <c:pt idx="1909">
                  <c:v>38.18</c:v>
                </c:pt>
                <c:pt idx="1910">
                  <c:v>38.2</c:v>
                </c:pt>
                <c:pt idx="1911">
                  <c:v>38.22</c:v>
                </c:pt>
                <c:pt idx="1912">
                  <c:v>38.24</c:v>
                </c:pt>
                <c:pt idx="1913">
                  <c:v>38.26</c:v>
                </c:pt>
                <c:pt idx="1914">
                  <c:v>38.28</c:v>
                </c:pt>
                <c:pt idx="1915">
                  <c:v>38.3</c:v>
                </c:pt>
                <c:pt idx="1916">
                  <c:v>38.32</c:v>
                </c:pt>
                <c:pt idx="1917">
                  <c:v>38.34</c:v>
                </c:pt>
                <c:pt idx="1918">
                  <c:v>38.36</c:v>
                </c:pt>
                <c:pt idx="1919">
                  <c:v>38.38</c:v>
                </c:pt>
                <c:pt idx="1920">
                  <c:v>38.4</c:v>
                </c:pt>
                <c:pt idx="1921">
                  <c:v>38.42</c:v>
                </c:pt>
                <c:pt idx="1922">
                  <c:v>38.44</c:v>
                </c:pt>
                <c:pt idx="1923">
                  <c:v>38.46</c:v>
                </c:pt>
                <c:pt idx="1924">
                  <c:v>38.48</c:v>
                </c:pt>
                <c:pt idx="1925">
                  <c:v>38.5</c:v>
                </c:pt>
                <c:pt idx="1926">
                  <c:v>38.52</c:v>
                </c:pt>
                <c:pt idx="1927">
                  <c:v>38.54</c:v>
                </c:pt>
                <c:pt idx="1928">
                  <c:v>38.56</c:v>
                </c:pt>
                <c:pt idx="1929">
                  <c:v>38.58</c:v>
                </c:pt>
                <c:pt idx="1930">
                  <c:v>38.6</c:v>
                </c:pt>
                <c:pt idx="1931">
                  <c:v>38.62</c:v>
                </c:pt>
                <c:pt idx="1932">
                  <c:v>38.64</c:v>
                </c:pt>
                <c:pt idx="1933">
                  <c:v>38.66</c:v>
                </c:pt>
                <c:pt idx="1934">
                  <c:v>38.68</c:v>
                </c:pt>
                <c:pt idx="1935">
                  <c:v>38.7</c:v>
                </c:pt>
                <c:pt idx="1936">
                  <c:v>38.72</c:v>
                </c:pt>
                <c:pt idx="1937">
                  <c:v>38.74</c:v>
                </c:pt>
                <c:pt idx="1938">
                  <c:v>38.76</c:v>
                </c:pt>
                <c:pt idx="1939">
                  <c:v>38.78</c:v>
                </c:pt>
                <c:pt idx="1940">
                  <c:v>38.8</c:v>
                </c:pt>
                <c:pt idx="1941">
                  <c:v>38.82</c:v>
                </c:pt>
                <c:pt idx="1942">
                  <c:v>38.84</c:v>
                </c:pt>
                <c:pt idx="1943">
                  <c:v>38.86</c:v>
                </c:pt>
                <c:pt idx="1944">
                  <c:v>38.88</c:v>
                </c:pt>
                <c:pt idx="1945">
                  <c:v>38.9</c:v>
                </c:pt>
                <c:pt idx="1946">
                  <c:v>38.92</c:v>
                </c:pt>
                <c:pt idx="1947">
                  <c:v>38.94</c:v>
                </c:pt>
                <c:pt idx="1948">
                  <c:v>38.96</c:v>
                </c:pt>
                <c:pt idx="1949">
                  <c:v>38.98</c:v>
                </c:pt>
                <c:pt idx="1950">
                  <c:v>39</c:v>
                </c:pt>
                <c:pt idx="1951">
                  <c:v>39.02</c:v>
                </c:pt>
                <c:pt idx="1952">
                  <c:v>39.04</c:v>
                </c:pt>
                <c:pt idx="1953">
                  <c:v>39.06</c:v>
                </c:pt>
                <c:pt idx="1954">
                  <c:v>39.08</c:v>
                </c:pt>
                <c:pt idx="1955">
                  <c:v>39.1</c:v>
                </c:pt>
                <c:pt idx="1956">
                  <c:v>39.12</c:v>
                </c:pt>
                <c:pt idx="1957">
                  <c:v>39.14</c:v>
                </c:pt>
                <c:pt idx="1958">
                  <c:v>39.16</c:v>
                </c:pt>
                <c:pt idx="1959">
                  <c:v>39.18</c:v>
                </c:pt>
                <c:pt idx="1960">
                  <c:v>39.2</c:v>
                </c:pt>
                <c:pt idx="1961">
                  <c:v>39.22</c:v>
                </c:pt>
                <c:pt idx="1962">
                  <c:v>39.24</c:v>
                </c:pt>
                <c:pt idx="1963">
                  <c:v>39.26</c:v>
                </c:pt>
                <c:pt idx="1964">
                  <c:v>39.28</c:v>
                </c:pt>
                <c:pt idx="1965">
                  <c:v>39.3</c:v>
                </c:pt>
                <c:pt idx="1966">
                  <c:v>39.32</c:v>
                </c:pt>
                <c:pt idx="1967">
                  <c:v>39.34</c:v>
                </c:pt>
                <c:pt idx="1968">
                  <c:v>39.36</c:v>
                </c:pt>
                <c:pt idx="1969">
                  <c:v>39.38</c:v>
                </c:pt>
                <c:pt idx="1970">
                  <c:v>39.4</c:v>
                </c:pt>
                <c:pt idx="1971">
                  <c:v>39.42</c:v>
                </c:pt>
                <c:pt idx="1972">
                  <c:v>39.44</c:v>
                </c:pt>
                <c:pt idx="1973">
                  <c:v>39.46</c:v>
                </c:pt>
                <c:pt idx="1974">
                  <c:v>39.48</c:v>
                </c:pt>
                <c:pt idx="1975">
                  <c:v>39.5</c:v>
                </c:pt>
                <c:pt idx="1976">
                  <c:v>39.52</c:v>
                </c:pt>
                <c:pt idx="1977">
                  <c:v>39.54</c:v>
                </c:pt>
                <c:pt idx="1978">
                  <c:v>39.56</c:v>
                </c:pt>
                <c:pt idx="1979">
                  <c:v>39.58</c:v>
                </c:pt>
                <c:pt idx="1980">
                  <c:v>39.6</c:v>
                </c:pt>
                <c:pt idx="1981">
                  <c:v>39.62</c:v>
                </c:pt>
                <c:pt idx="1982">
                  <c:v>39.64</c:v>
                </c:pt>
                <c:pt idx="1983">
                  <c:v>39.66</c:v>
                </c:pt>
                <c:pt idx="1984">
                  <c:v>39.68</c:v>
                </c:pt>
                <c:pt idx="1985">
                  <c:v>39.7</c:v>
                </c:pt>
                <c:pt idx="1986">
                  <c:v>39.72</c:v>
                </c:pt>
                <c:pt idx="1987">
                  <c:v>39.74</c:v>
                </c:pt>
                <c:pt idx="1988">
                  <c:v>39.76</c:v>
                </c:pt>
                <c:pt idx="1989">
                  <c:v>39.78</c:v>
                </c:pt>
                <c:pt idx="1990">
                  <c:v>39.8</c:v>
                </c:pt>
                <c:pt idx="1991">
                  <c:v>39.82</c:v>
                </c:pt>
                <c:pt idx="1992">
                  <c:v>39.84</c:v>
                </c:pt>
                <c:pt idx="1993">
                  <c:v>39.86</c:v>
                </c:pt>
                <c:pt idx="1994">
                  <c:v>39.88</c:v>
                </c:pt>
                <c:pt idx="1995">
                  <c:v>39.9</c:v>
                </c:pt>
                <c:pt idx="1996">
                  <c:v>39.92</c:v>
                </c:pt>
                <c:pt idx="1997">
                  <c:v>39.94</c:v>
                </c:pt>
                <c:pt idx="1998">
                  <c:v>39.96</c:v>
                </c:pt>
                <c:pt idx="1999">
                  <c:v>39.98</c:v>
                </c:pt>
                <c:pt idx="2000">
                  <c:v>40</c:v>
                </c:pt>
                <c:pt idx="2001">
                  <c:v>40.02</c:v>
                </c:pt>
                <c:pt idx="2002">
                  <c:v>40.04</c:v>
                </c:pt>
                <c:pt idx="2003">
                  <c:v>40.06</c:v>
                </c:pt>
                <c:pt idx="2004">
                  <c:v>40.08</c:v>
                </c:pt>
                <c:pt idx="2005">
                  <c:v>40.1</c:v>
                </c:pt>
                <c:pt idx="2006">
                  <c:v>40.12</c:v>
                </c:pt>
                <c:pt idx="2007">
                  <c:v>40.14</c:v>
                </c:pt>
                <c:pt idx="2008">
                  <c:v>40.16</c:v>
                </c:pt>
                <c:pt idx="2009">
                  <c:v>40.18</c:v>
                </c:pt>
                <c:pt idx="2010">
                  <c:v>40.2</c:v>
                </c:pt>
                <c:pt idx="2011">
                  <c:v>40.22</c:v>
                </c:pt>
                <c:pt idx="2012">
                  <c:v>40.24</c:v>
                </c:pt>
                <c:pt idx="2013">
                  <c:v>40.26</c:v>
                </c:pt>
                <c:pt idx="2014">
                  <c:v>40.28</c:v>
                </c:pt>
                <c:pt idx="2015">
                  <c:v>40.3</c:v>
                </c:pt>
                <c:pt idx="2016">
                  <c:v>40.32</c:v>
                </c:pt>
                <c:pt idx="2017">
                  <c:v>40.34</c:v>
                </c:pt>
                <c:pt idx="2018">
                  <c:v>40.36</c:v>
                </c:pt>
                <c:pt idx="2019">
                  <c:v>40.38</c:v>
                </c:pt>
                <c:pt idx="2020">
                  <c:v>40.4</c:v>
                </c:pt>
                <c:pt idx="2021">
                  <c:v>40.42</c:v>
                </c:pt>
                <c:pt idx="2022">
                  <c:v>40.44</c:v>
                </c:pt>
                <c:pt idx="2023">
                  <c:v>40.46</c:v>
                </c:pt>
                <c:pt idx="2024">
                  <c:v>40.48</c:v>
                </c:pt>
                <c:pt idx="2025">
                  <c:v>40.5</c:v>
                </c:pt>
                <c:pt idx="2026">
                  <c:v>40.52</c:v>
                </c:pt>
                <c:pt idx="2027">
                  <c:v>40.54</c:v>
                </c:pt>
                <c:pt idx="2028">
                  <c:v>40.56</c:v>
                </c:pt>
                <c:pt idx="2029">
                  <c:v>40.58</c:v>
                </c:pt>
                <c:pt idx="2030">
                  <c:v>40.6</c:v>
                </c:pt>
                <c:pt idx="2031">
                  <c:v>40.62</c:v>
                </c:pt>
                <c:pt idx="2032">
                  <c:v>40.64</c:v>
                </c:pt>
                <c:pt idx="2033">
                  <c:v>40.66</c:v>
                </c:pt>
                <c:pt idx="2034">
                  <c:v>40.68</c:v>
                </c:pt>
                <c:pt idx="2035">
                  <c:v>40.7</c:v>
                </c:pt>
                <c:pt idx="2036">
                  <c:v>40.72</c:v>
                </c:pt>
                <c:pt idx="2037">
                  <c:v>40.74</c:v>
                </c:pt>
                <c:pt idx="2038">
                  <c:v>40.76</c:v>
                </c:pt>
                <c:pt idx="2039">
                  <c:v>40.78</c:v>
                </c:pt>
                <c:pt idx="2040">
                  <c:v>40.8</c:v>
                </c:pt>
                <c:pt idx="2041">
                  <c:v>40.82</c:v>
                </c:pt>
                <c:pt idx="2042">
                  <c:v>40.84</c:v>
                </c:pt>
                <c:pt idx="2043">
                  <c:v>40.86</c:v>
                </c:pt>
                <c:pt idx="2044">
                  <c:v>40.88</c:v>
                </c:pt>
                <c:pt idx="2045">
                  <c:v>40.9</c:v>
                </c:pt>
                <c:pt idx="2046">
                  <c:v>40.92</c:v>
                </c:pt>
                <c:pt idx="2047">
                  <c:v>40.94</c:v>
                </c:pt>
                <c:pt idx="2048">
                  <c:v>40.96</c:v>
                </c:pt>
                <c:pt idx="2049">
                  <c:v>40.98</c:v>
                </c:pt>
                <c:pt idx="2050">
                  <c:v>41</c:v>
                </c:pt>
                <c:pt idx="2051">
                  <c:v>41.02</c:v>
                </c:pt>
                <c:pt idx="2052">
                  <c:v>41.04</c:v>
                </c:pt>
                <c:pt idx="2053">
                  <c:v>41.06</c:v>
                </c:pt>
                <c:pt idx="2054">
                  <c:v>41.08</c:v>
                </c:pt>
                <c:pt idx="2055">
                  <c:v>41.1</c:v>
                </c:pt>
                <c:pt idx="2056">
                  <c:v>41.12</c:v>
                </c:pt>
                <c:pt idx="2057">
                  <c:v>41.14</c:v>
                </c:pt>
                <c:pt idx="2058">
                  <c:v>41.16</c:v>
                </c:pt>
                <c:pt idx="2059">
                  <c:v>41.18</c:v>
                </c:pt>
                <c:pt idx="2060">
                  <c:v>41.2</c:v>
                </c:pt>
                <c:pt idx="2061">
                  <c:v>41.22</c:v>
                </c:pt>
                <c:pt idx="2062">
                  <c:v>41.24</c:v>
                </c:pt>
                <c:pt idx="2063">
                  <c:v>41.26</c:v>
                </c:pt>
                <c:pt idx="2064">
                  <c:v>41.28</c:v>
                </c:pt>
                <c:pt idx="2065">
                  <c:v>41.3</c:v>
                </c:pt>
                <c:pt idx="2066">
                  <c:v>41.32</c:v>
                </c:pt>
                <c:pt idx="2067">
                  <c:v>41.34</c:v>
                </c:pt>
                <c:pt idx="2068">
                  <c:v>41.36</c:v>
                </c:pt>
                <c:pt idx="2069">
                  <c:v>41.38</c:v>
                </c:pt>
                <c:pt idx="2070">
                  <c:v>41.4</c:v>
                </c:pt>
                <c:pt idx="2071">
                  <c:v>41.42</c:v>
                </c:pt>
                <c:pt idx="2072">
                  <c:v>41.44</c:v>
                </c:pt>
                <c:pt idx="2073">
                  <c:v>41.46</c:v>
                </c:pt>
                <c:pt idx="2074">
                  <c:v>41.48</c:v>
                </c:pt>
                <c:pt idx="2075">
                  <c:v>41.5</c:v>
                </c:pt>
                <c:pt idx="2076">
                  <c:v>41.52</c:v>
                </c:pt>
                <c:pt idx="2077">
                  <c:v>41.54</c:v>
                </c:pt>
                <c:pt idx="2078">
                  <c:v>41.56</c:v>
                </c:pt>
                <c:pt idx="2079">
                  <c:v>41.58</c:v>
                </c:pt>
                <c:pt idx="2080">
                  <c:v>41.6</c:v>
                </c:pt>
                <c:pt idx="2081">
                  <c:v>41.62</c:v>
                </c:pt>
                <c:pt idx="2082">
                  <c:v>41.64</c:v>
                </c:pt>
                <c:pt idx="2083">
                  <c:v>41.66</c:v>
                </c:pt>
                <c:pt idx="2084">
                  <c:v>41.68</c:v>
                </c:pt>
                <c:pt idx="2085">
                  <c:v>41.7</c:v>
                </c:pt>
                <c:pt idx="2086">
                  <c:v>41.72</c:v>
                </c:pt>
                <c:pt idx="2087">
                  <c:v>41.74</c:v>
                </c:pt>
                <c:pt idx="2088">
                  <c:v>41.76</c:v>
                </c:pt>
                <c:pt idx="2089">
                  <c:v>41.78</c:v>
                </c:pt>
                <c:pt idx="2090">
                  <c:v>41.8</c:v>
                </c:pt>
                <c:pt idx="2091">
                  <c:v>41.82</c:v>
                </c:pt>
                <c:pt idx="2092">
                  <c:v>41.84</c:v>
                </c:pt>
                <c:pt idx="2093">
                  <c:v>41.86</c:v>
                </c:pt>
                <c:pt idx="2094">
                  <c:v>41.88</c:v>
                </c:pt>
                <c:pt idx="2095">
                  <c:v>41.9</c:v>
                </c:pt>
                <c:pt idx="2096">
                  <c:v>41.92</c:v>
                </c:pt>
                <c:pt idx="2097">
                  <c:v>41.94</c:v>
                </c:pt>
                <c:pt idx="2098">
                  <c:v>41.96</c:v>
                </c:pt>
                <c:pt idx="2099">
                  <c:v>41.98</c:v>
                </c:pt>
                <c:pt idx="2100">
                  <c:v>42</c:v>
                </c:pt>
                <c:pt idx="2101">
                  <c:v>42.02</c:v>
                </c:pt>
                <c:pt idx="2102">
                  <c:v>42.04</c:v>
                </c:pt>
                <c:pt idx="2103">
                  <c:v>42.06</c:v>
                </c:pt>
                <c:pt idx="2104">
                  <c:v>42.08</c:v>
                </c:pt>
                <c:pt idx="2105">
                  <c:v>42.1</c:v>
                </c:pt>
                <c:pt idx="2106">
                  <c:v>42.12</c:v>
                </c:pt>
                <c:pt idx="2107">
                  <c:v>42.14</c:v>
                </c:pt>
                <c:pt idx="2108">
                  <c:v>42.16</c:v>
                </c:pt>
                <c:pt idx="2109">
                  <c:v>42.18</c:v>
                </c:pt>
                <c:pt idx="2110">
                  <c:v>42.2</c:v>
                </c:pt>
                <c:pt idx="2111">
                  <c:v>42.22</c:v>
                </c:pt>
                <c:pt idx="2112">
                  <c:v>42.24</c:v>
                </c:pt>
                <c:pt idx="2113">
                  <c:v>42.26</c:v>
                </c:pt>
                <c:pt idx="2114">
                  <c:v>42.28</c:v>
                </c:pt>
                <c:pt idx="2115">
                  <c:v>42.3</c:v>
                </c:pt>
                <c:pt idx="2116">
                  <c:v>42.32</c:v>
                </c:pt>
                <c:pt idx="2117">
                  <c:v>42.34</c:v>
                </c:pt>
                <c:pt idx="2118">
                  <c:v>42.36</c:v>
                </c:pt>
                <c:pt idx="2119">
                  <c:v>42.38</c:v>
                </c:pt>
                <c:pt idx="2120">
                  <c:v>42.4</c:v>
                </c:pt>
                <c:pt idx="2121">
                  <c:v>42.42</c:v>
                </c:pt>
                <c:pt idx="2122">
                  <c:v>42.44</c:v>
                </c:pt>
                <c:pt idx="2123">
                  <c:v>42.46</c:v>
                </c:pt>
                <c:pt idx="2124">
                  <c:v>42.48</c:v>
                </c:pt>
                <c:pt idx="2125">
                  <c:v>42.5</c:v>
                </c:pt>
                <c:pt idx="2126">
                  <c:v>42.52</c:v>
                </c:pt>
                <c:pt idx="2127">
                  <c:v>42.54</c:v>
                </c:pt>
                <c:pt idx="2128">
                  <c:v>42.56</c:v>
                </c:pt>
                <c:pt idx="2129">
                  <c:v>42.58</c:v>
                </c:pt>
                <c:pt idx="2130">
                  <c:v>42.6</c:v>
                </c:pt>
                <c:pt idx="2131">
                  <c:v>42.62</c:v>
                </c:pt>
                <c:pt idx="2132">
                  <c:v>42.64</c:v>
                </c:pt>
                <c:pt idx="2133">
                  <c:v>42.66</c:v>
                </c:pt>
                <c:pt idx="2134">
                  <c:v>42.68</c:v>
                </c:pt>
                <c:pt idx="2135">
                  <c:v>42.7</c:v>
                </c:pt>
                <c:pt idx="2136">
                  <c:v>42.72</c:v>
                </c:pt>
                <c:pt idx="2137">
                  <c:v>42.74</c:v>
                </c:pt>
                <c:pt idx="2138">
                  <c:v>42.76</c:v>
                </c:pt>
                <c:pt idx="2139">
                  <c:v>42.78</c:v>
                </c:pt>
                <c:pt idx="2140">
                  <c:v>42.8</c:v>
                </c:pt>
                <c:pt idx="2141">
                  <c:v>42.82</c:v>
                </c:pt>
                <c:pt idx="2142">
                  <c:v>42.84</c:v>
                </c:pt>
                <c:pt idx="2143">
                  <c:v>42.86</c:v>
                </c:pt>
                <c:pt idx="2144">
                  <c:v>42.88</c:v>
                </c:pt>
                <c:pt idx="2145">
                  <c:v>42.9</c:v>
                </c:pt>
                <c:pt idx="2146">
                  <c:v>42.92</c:v>
                </c:pt>
                <c:pt idx="2147">
                  <c:v>42.94</c:v>
                </c:pt>
                <c:pt idx="2148">
                  <c:v>42.96</c:v>
                </c:pt>
                <c:pt idx="2149">
                  <c:v>42.98</c:v>
                </c:pt>
                <c:pt idx="2150">
                  <c:v>43</c:v>
                </c:pt>
                <c:pt idx="2151">
                  <c:v>43.02</c:v>
                </c:pt>
                <c:pt idx="2152">
                  <c:v>43.04</c:v>
                </c:pt>
                <c:pt idx="2153">
                  <c:v>43.06</c:v>
                </c:pt>
                <c:pt idx="2154">
                  <c:v>43.08</c:v>
                </c:pt>
                <c:pt idx="2155">
                  <c:v>43.1</c:v>
                </c:pt>
                <c:pt idx="2156">
                  <c:v>43.12</c:v>
                </c:pt>
                <c:pt idx="2157">
                  <c:v>43.14</c:v>
                </c:pt>
                <c:pt idx="2158">
                  <c:v>43.16</c:v>
                </c:pt>
                <c:pt idx="2159">
                  <c:v>43.18</c:v>
                </c:pt>
                <c:pt idx="2160">
                  <c:v>43.2</c:v>
                </c:pt>
                <c:pt idx="2161">
                  <c:v>43.22</c:v>
                </c:pt>
                <c:pt idx="2162">
                  <c:v>43.24</c:v>
                </c:pt>
                <c:pt idx="2163">
                  <c:v>43.26</c:v>
                </c:pt>
                <c:pt idx="2164">
                  <c:v>43.28</c:v>
                </c:pt>
                <c:pt idx="2165">
                  <c:v>43.3</c:v>
                </c:pt>
                <c:pt idx="2166">
                  <c:v>43.32</c:v>
                </c:pt>
                <c:pt idx="2167">
                  <c:v>43.34</c:v>
                </c:pt>
                <c:pt idx="2168">
                  <c:v>43.36</c:v>
                </c:pt>
                <c:pt idx="2169">
                  <c:v>43.38</c:v>
                </c:pt>
                <c:pt idx="2170">
                  <c:v>43.4</c:v>
                </c:pt>
                <c:pt idx="2171">
                  <c:v>43.42</c:v>
                </c:pt>
                <c:pt idx="2172">
                  <c:v>43.44</c:v>
                </c:pt>
                <c:pt idx="2173">
                  <c:v>43.46</c:v>
                </c:pt>
                <c:pt idx="2174">
                  <c:v>43.48</c:v>
                </c:pt>
                <c:pt idx="2175">
                  <c:v>43.5</c:v>
                </c:pt>
                <c:pt idx="2176">
                  <c:v>43.52</c:v>
                </c:pt>
                <c:pt idx="2177">
                  <c:v>43.54</c:v>
                </c:pt>
                <c:pt idx="2178">
                  <c:v>43.56</c:v>
                </c:pt>
                <c:pt idx="2179">
                  <c:v>43.58</c:v>
                </c:pt>
                <c:pt idx="2180">
                  <c:v>43.6</c:v>
                </c:pt>
                <c:pt idx="2181">
                  <c:v>43.62</c:v>
                </c:pt>
                <c:pt idx="2182">
                  <c:v>43.64</c:v>
                </c:pt>
                <c:pt idx="2183">
                  <c:v>43.66</c:v>
                </c:pt>
                <c:pt idx="2184">
                  <c:v>43.68</c:v>
                </c:pt>
                <c:pt idx="2185">
                  <c:v>43.7</c:v>
                </c:pt>
                <c:pt idx="2186">
                  <c:v>43.72</c:v>
                </c:pt>
                <c:pt idx="2187">
                  <c:v>43.74</c:v>
                </c:pt>
                <c:pt idx="2188">
                  <c:v>43.76</c:v>
                </c:pt>
                <c:pt idx="2189">
                  <c:v>43.78</c:v>
                </c:pt>
                <c:pt idx="2190">
                  <c:v>43.8</c:v>
                </c:pt>
                <c:pt idx="2191">
                  <c:v>43.82</c:v>
                </c:pt>
                <c:pt idx="2192">
                  <c:v>43.84</c:v>
                </c:pt>
                <c:pt idx="2193">
                  <c:v>43.86</c:v>
                </c:pt>
                <c:pt idx="2194">
                  <c:v>43.88</c:v>
                </c:pt>
                <c:pt idx="2195">
                  <c:v>43.9</c:v>
                </c:pt>
                <c:pt idx="2196">
                  <c:v>43.92</c:v>
                </c:pt>
                <c:pt idx="2197">
                  <c:v>43.94</c:v>
                </c:pt>
                <c:pt idx="2198">
                  <c:v>43.96</c:v>
                </c:pt>
                <c:pt idx="2199">
                  <c:v>43.98</c:v>
                </c:pt>
                <c:pt idx="2200">
                  <c:v>44</c:v>
                </c:pt>
                <c:pt idx="2201">
                  <c:v>44.02</c:v>
                </c:pt>
                <c:pt idx="2202">
                  <c:v>44.04</c:v>
                </c:pt>
                <c:pt idx="2203">
                  <c:v>44.06</c:v>
                </c:pt>
                <c:pt idx="2204">
                  <c:v>44.08</c:v>
                </c:pt>
                <c:pt idx="2205">
                  <c:v>44.1</c:v>
                </c:pt>
                <c:pt idx="2206">
                  <c:v>44.12</c:v>
                </c:pt>
                <c:pt idx="2207">
                  <c:v>44.14</c:v>
                </c:pt>
                <c:pt idx="2208">
                  <c:v>44.16</c:v>
                </c:pt>
                <c:pt idx="2209">
                  <c:v>44.18</c:v>
                </c:pt>
                <c:pt idx="2210">
                  <c:v>44.2</c:v>
                </c:pt>
                <c:pt idx="2211">
                  <c:v>44.22</c:v>
                </c:pt>
                <c:pt idx="2212">
                  <c:v>44.24</c:v>
                </c:pt>
                <c:pt idx="2213">
                  <c:v>44.26</c:v>
                </c:pt>
                <c:pt idx="2214">
                  <c:v>44.28</c:v>
                </c:pt>
                <c:pt idx="2215">
                  <c:v>44.3</c:v>
                </c:pt>
                <c:pt idx="2216">
                  <c:v>44.32</c:v>
                </c:pt>
                <c:pt idx="2217">
                  <c:v>44.34</c:v>
                </c:pt>
                <c:pt idx="2218">
                  <c:v>44.36</c:v>
                </c:pt>
                <c:pt idx="2219">
                  <c:v>44.38</c:v>
                </c:pt>
                <c:pt idx="2220">
                  <c:v>44.4</c:v>
                </c:pt>
                <c:pt idx="2221">
                  <c:v>44.42</c:v>
                </c:pt>
                <c:pt idx="2222">
                  <c:v>44.44</c:v>
                </c:pt>
                <c:pt idx="2223">
                  <c:v>44.46</c:v>
                </c:pt>
                <c:pt idx="2224">
                  <c:v>44.48</c:v>
                </c:pt>
                <c:pt idx="2225">
                  <c:v>44.5</c:v>
                </c:pt>
                <c:pt idx="2226">
                  <c:v>44.52</c:v>
                </c:pt>
                <c:pt idx="2227">
                  <c:v>44.54</c:v>
                </c:pt>
                <c:pt idx="2228">
                  <c:v>44.56</c:v>
                </c:pt>
                <c:pt idx="2229">
                  <c:v>44.58</c:v>
                </c:pt>
                <c:pt idx="2230">
                  <c:v>44.6</c:v>
                </c:pt>
                <c:pt idx="2231">
                  <c:v>44.62</c:v>
                </c:pt>
                <c:pt idx="2232">
                  <c:v>44.64</c:v>
                </c:pt>
                <c:pt idx="2233">
                  <c:v>44.66</c:v>
                </c:pt>
                <c:pt idx="2234">
                  <c:v>44.68</c:v>
                </c:pt>
                <c:pt idx="2235">
                  <c:v>44.7</c:v>
                </c:pt>
                <c:pt idx="2236">
                  <c:v>44.72</c:v>
                </c:pt>
                <c:pt idx="2237">
                  <c:v>44.74</c:v>
                </c:pt>
                <c:pt idx="2238">
                  <c:v>44.76</c:v>
                </c:pt>
                <c:pt idx="2239">
                  <c:v>44.78</c:v>
                </c:pt>
                <c:pt idx="2240">
                  <c:v>44.8</c:v>
                </c:pt>
                <c:pt idx="2241">
                  <c:v>44.82</c:v>
                </c:pt>
                <c:pt idx="2242">
                  <c:v>44.84</c:v>
                </c:pt>
                <c:pt idx="2243">
                  <c:v>44.86</c:v>
                </c:pt>
                <c:pt idx="2244">
                  <c:v>44.88</c:v>
                </c:pt>
                <c:pt idx="2245">
                  <c:v>44.9</c:v>
                </c:pt>
                <c:pt idx="2246">
                  <c:v>44.92</c:v>
                </c:pt>
                <c:pt idx="2247">
                  <c:v>44.94</c:v>
                </c:pt>
                <c:pt idx="2248">
                  <c:v>44.96</c:v>
                </c:pt>
                <c:pt idx="2249">
                  <c:v>44.98</c:v>
                </c:pt>
                <c:pt idx="2250">
                  <c:v>45</c:v>
                </c:pt>
              </c:numCache>
            </c:numRef>
          </c:xVal>
          <c:yVal>
            <c:numRef>
              <c:f>'Chart Data'!$B$2:$B$2252</c:f>
              <c:numCache>
                <c:formatCode>0.000</c:formatCode>
                <c:ptCount val="2251"/>
                <c:pt idx="0">
                  <c:v>0.001</c:v>
                </c:pt>
                <c:pt idx="1">
                  <c:v>0.001016909</c:v>
                </c:pt>
                <c:pt idx="2">
                  <c:v>0.001033028</c:v>
                </c:pt>
                <c:pt idx="3">
                  <c:v>0.001048349</c:v>
                </c:pt>
                <c:pt idx="4">
                  <c:v>0.001062865</c:v>
                </c:pt>
                <c:pt idx="5">
                  <c:v>0.001076571</c:v>
                </c:pt>
                <c:pt idx="6">
                  <c:v>0.001089462</c:v>
                </c:pt>
                <c:pt idx="7">
                  <c:v>0.001101531</c:v>
                </c:pt>
                <c:pt idx="8">
                  <c:v>0.001112776</c:v>
                </c:pt>
                <c:pt idx="9">
                  <c:v>0.001123192</c:v>
                </c:pt>
                <c:pt idx="10">
                  <c:v>0.001132776</c:v>
                </c:pt>
                <c:pt idx="11">
                  <c:v>0.001141526</c:v>
                </c:pt>
                <c:pt idx="12">
                  <c:v>0.00114944</c:v>
                </c:pt>
                <c:pt idx="13">
                  <c:v>0.001156516</c:v>
                </c:pt>
                <c:pt idx="14">
                  <c:v>0.001162754</c:v>
                </c:pt>
                <c:pt idx="15">
                  <c:v>0.001168154</c:v>
                </c:pt>
                <c:pt idx="16">
                  <c:v>0.001172716</c:v>
                </c:pt>
                <c:pt idx="17">
                  <c:v>0.001176442</c:v>
                </c:pt>
                <c:pt idx="18">
                  <c:v>0.001179332</c:v>
                </c:pt>
                <c:pt idx="19">
                  <c:v>0.001181388</c:v>
                </c:pt>
                <c:pt idx="20">
                  <c:v>0.001182615</c:v>
                </c:pt>
                <c:pt idx="21">
                  <c:v>0.001183014</c:v>
                </c:pt>
                <c:pt idx="22">
                  <c:v>0.00118259</c:v>
                </c:pt>
                <c:pt idx="23">
                  <c:v>0.001181347</c:v>
                </c:pt>
                <c:pt idx="24">
                  <c:v>0.001179291</c:v>
                </c:pt>
                <c:pt idx="25">
                  <c:v>0.001176426</c:v>
                </c:pt>
                <c:pt idx="26">
                  <c:v>0.001172758</c:v>
                </c:pt>
                <c:pt idx="27">
                  <c:v>0.001168295</c:v>
                </c:pt>
                <c:pt idx="28">
                  <c:v>0.001163043</c:v>
                </c:pt>
                <c:pt idx="29">
                  <c:v>0.001157009</c:v>
                </c:pt>
                <c:pt idx="30">
                  <c:v>0.001150203</c:v>
                </c:pt>
                <c:pt idx="31">
                  <c:v>0.001142632</c:v>
                </c:pt>
                <c:pt idx="32">
                  <c:v>0.001134306</c:v>
                </c:pt>
                <c:pt idx="33">
                  <c:v>0.001125234</c:v>
                </c:pt>
                <c:pt idx="34">
                  <c:v>0.001115426</c:v>
                </c:pt>
                <c:pt idx="35">
                  <c:v>0.001104893</c:v>
                </c:pt>
                <c:pt idx="36">
                  <c:v>0.001093645</c:v>
                </c:pt>
                <c:pt idx="37">
                  <c:v>0.001081695</c:v>
                </c:pt>
                <c:pt idx="38">
                  <c:v>0.001069054</c:v>
                </c:pt>
                <c:pt idx="39">
                  <c:v>0.001055733</c:v>
                </c:pt>
                <c:pt idx="40">
                  <c:v>0.001041747</c:v>
                </c:pt>
                <c:pt idx="41">
                  <c:v>0.001027107</c:v>
                </c:pt>
                <c:pt idx="42">
                  <c:v>0.001011828</c:v>
                </c:pt>
                <c:pt idx="43">
                  <c:v>0.000995923</c:v>
                </c:pt>
                <c:pt idx="44">
                  <c:v>0.000979407</c:v>
                </c:pt>
                <c:pt idx="45">
                  <c:v>0.000962293</c:v>
                </c:pt>
                <c:pt idx="46">
                  <c:v>0.000944598</c:v>
                </c:pt>
                <c:pt idx="47">
                  <c:v>0.000926336</c:v>
                </c:pt>
                <c:pt idx="48">
                  <c:v>0.000907522</c:v>
                </c:pt>
                <c:pt idx="49">
                  <c:v>0.000888174</c:v>
                </c:pt>
                <c:pt idx="50">
                  <c:v>0.000868306</c:v>
                </c:pt>
                <c:pt idx="51">
                  <c:v>0.000847935</c:v>
                </c:pt>
                <c:pt idx="52">
                  <c:v>0.000827079</c:v>
                </c:pt>
                <c:pt idx="53">
                  <c:v>0.000805754</c:v>
                </c:pt>
                <c:pt idx="54">
                  <c:v>0.000783976</c:v>
                </c:pt>
                <c:pt idx="55">
                  <c:v>0.000761765</c:v>
                </c:pt>
                <c:pt idx="56">
                  <c:v>0.000739137</c:v>
                </c:pt>
                <c:pt idx="57">
                  <c:v>0.000716111</c:v>
                </c:pt>
                <c:pt idx="58">
                  <c:v>0.000692703</c:v>
                </c:pt>
                <c:pt idx="59">
                  <c:v>0.000668934</c:v>
                </c:pt>
                <c:pt idx="60">
                  <c:v>0.00064482</c:v>
                </c:pt>
                <c:pt idx="61">
                  <c:v>0.000620381</c:v>
                </c:pt>
                <c:pt idx="62">
                  <c:v>0.000595635</c:v>
                </c:pt>
                <c:pt idx="63">
                  <c:v>0.000570602</c:v>
                </c:pt>
                <c:pt idx="64">
                  <c:v>0.000545299</c:v>
                </c:pt>
                <c:pt idx="65">
                  <c:v>0.000519747</c:v>
                </c:pt>
                <c:pt idx="66">
                  <c:v>0.000493963</c:v>
                </c:pt>
                <c:pt idx="67">
                  <c:v>0.000467968</c:v>
                </c:pt>
                <c:pt idx="68">
                  <c:v>0.000441781</c:v>
                </c:pt>
                <c:pt idx="69">
                  <c:v>0.00041542</c:v>
                </c:pt>
                <c:pt idx="70">
                  <c:v>0.000388905</c:v>
                </c:pt>
                <c:pt idx="71">
                  <c:v>0.000362255</c:v>
                </c:pt>
                <c:pt idx="72">
                  <c:v>0.00033549</c:v>
                </c:pt>
                <c:pt idx="73">
                  <c:v>0.000308629</c:v>
                </c:pt>
                <c:pt idx="74">
                  <c:v>0.000281691</c:v>
                </c:pt>
                <c:pt idx="75">
                  <c:v>0.000254695</c:v>
                </c:pt>
                <c:pt idx="76">
                  <c:v>0.00022766</c:v>
                </c:pt>
                <c:pt idx="77">
                  <c:v>0.000200606</c:v>
                </c:pt>
                <c:pt idx="78">
                  <c:v>0.000173551</c:v>
                </c:pt>
                <c:pt idx="79">
                  <c:v>0.000146514</c:v>
                </c:pt>
                <c:pt idx="80">
                  <c:v>0.000119514</c:v>
                </c:pt>
                <c:pt idx="81">
                  <c:v>9.257E-05</c:v>
                </c:pt>
                <c:pt idx="82">
                  <c:v>6.5699E-05</c:v>
                </c:pt>
                <c:pt idx="83">
                  <c:v>3.8921E-05</c:v>
                </c:pt>
                <c:pt idx="84">
                  <c:v>1.2254E-05</c:v>
                </c:pt>
                <c:pt idx="85">
                  <c:v>-1.4285E-05</c:v>
                </c:pt>
                <c:pt idx="86">
                  <c:v>-4.0677E-05</c:v>
                </c:pt>
                <c:pt idx="87">
                  <c:v>-6.6905E-05</c:v>
                </c:pt>
                <c:pt idx="88">
                  <c:v>-9.2952E-05</c:v>
                </c:pt>
                <c:pt idx="89">
                  <c:v>-0.0001188</c:v>
                </c:pt>
                <c:pt idx="90">
                  <c:v>-0.000144432</c:v>
                </c:pt>
                <c:pt idx="91">
                  <c:v>-0.000169832</c:v>
                </c:pt>
                <c:pt idx="92">
                  <c:v>-0.000194983</c:v>
                </c:pt>
                <c:pt idx="93">
                  <c:v>-0.000219869</c:v>
                </c:pt>
                <c:pt idx="94">
                  <c:v>-0.000244474</c:v>
                </c:pt>
                <c:pt idx="95">
                  <c:v>-0.000268783</c:v>
                </c:pt>
                <c:pt idx="96">
                  <c:v>-0.000292779</c:v>
                </c:pt>
                <c:pt idx="97">
                  <c:v>-0.000316448</c:v>
                </c:pt>
                <c:pt idx="98">
                  <c:v>-0.000339775</c:v>
                </c:pt>
                <c:pt idx="99">
                  <c:v>-0.000362745</c:v>
                </c:pt>
                <c:pt idx="100">
                  <c:v>-0.000385346</c:v>
                </c:pt>
                <c:pt idx="101">
                  <c:v>-0.000407561</c:v>
                </c:pt>
                <c:pt idx="102">
                  <c:v>-0.000429379</c:v>
                </c:pt>
                <c:pt idx="103">
                  <c:v>-0.000450787</c:v>
                </c:pt>
                <c:pt idx="104">
                  <c:v>-0.00047177</c:v>
                </c:pt>
                <c:pt idx="105">
                  <c:v>-0.000492318</c:v>
                </c:pt>
                <c:pt idx="106">
                  <c:v>-0.000512417</c:v>
                </c:pt>
                <c:pt idx="107">
                  <c:v>-0.000532057</c:v>
                </c:pt>
                <c:pt idx="108">
                  <c:v>-0.000551226</c:v>
                </c:pt>
                <c:pt idx="109">
                  <c:v>-0.000569914</c:v>
                </c:pt>
                <c:pt idx="110">
                  <c:v>-0.000588109</c:v>
                </c:pt>
                <c:pt idx="111">
                  <c:v>-0.000605802</c:v>
                </c:pt>
                <c:pt idx="112">
                  <c:v>-0.000622983</c:v>
                </c:pt>
                <c:pt idx="113">
                  <c:v>-0.000639643</c:v>
                </c:pt>
                <c:pt idx="114">
                  <c:v>-0.000655773</c:v>
                </c:pt>
                <c:pt idx="115">
                  <c:v>-0.000671364</c:v>
                </c:pt>
                <c:pt idx="116">
                  <c:v>-0.000686409</c:v>
                </c:pt>
                <c:pt idx="117">
                  <c:v>-0.0007009</c:v>
                </c:pt>
                <c:pt idx="118">
                  <c:v>-0.00071483</c:v>
                </c:pt>
                <c:pt idx="119">
                  <c:v>-0.000728192</c:v>
                </c:pt>
                <c:pt idx="120">
                  <c:v>-0.00074098</c:v>
                </c:pt>
                <c:pt idx="121">
                  <c:v>-0.000753188</c:v>
                </c:pt>
                <c:pt idx="122">
                  <c:v>-0.000764811</c:v>
                </c:pt>
                <c:pt idx="123">
                  <c:v>-0.000775843</c:v>
                </c:pt>
                <c:pt idx="124">
                  <c:v>-0.000786281</c:v>
                </c:pt>
                <c:pt idx="125">
                  <c:v>-0.000796119</c:v>
                </c:pt>
                <c:pt idx="126">
                  <c:v>-0.000805354</c:v>
                </c:pt>
                <c:pt idx="127">
                  <c:v>-0.000813984</c:v>
                </c:pt>
                <c:pt idx="128">
                  <c:v>-0.000822005</c:v>
                </c:pt>
                <c:pt idx="129">
                  <c:v>-0.000829415</c:v>
                </c:pt>
                <c:pt idx="130">
                  <c:v>-0.000836212</c:v>
                </c:pt>
                <c:pt idx="131">
                  <c:v>-0.000842394</c:v>
                </c:pt>
                <c:pt idx="132">
                  <c:v>-0.000847961</c:v>
                </c:pt>
                <c:pt idx="133">
                  <c:v>-0.000852912</c:v>
                </c:pt>
                <c:pt idx="134">
                  <c:v>-0.000857247</c:v>
                </c:pt>
                <c:pt idx="135">
                  <c:v>-0.000860965</c:v>
                </c:pt>
                <c:pt idx="136">
                  <c:v>-0.000864068</c:v>
                </c:pt>
                <c:pt idx="137">
                  <c:v>-0.000866557</c:v>
                </c:pt>
                <c:pt idx="138">
                  <c:v>-0.000868433</c:v>
                </c:pt>
                <c:pt idx="139">
                  <c:v>-0.000869698</c:v>
                </c:pt>
                <c:pt idx="140">
                  <c:v>-0.000870355</c:v>
                </c:pt>
                <c:pt idx="141">
                  <c:v>-0.000870406</c:v>
                </c:pt>
                <c:pt idx="142">
                  <c:v>-0.000869855</c:v>
                </c:pt>
                <c:pt idx="143">
                  <c:v>-0.000868704</c:v>
                </c:pt>
                <c:pt idx="144">
                  <c:v>-0.000866958</c:v>
                </c:pt>
                <c:pt idx="145">
                  <c:v>-0.000864622</c:v>
                </c:pt>
                <c:pt idx="146">
                  <c:v>-0.0008617</c:v>
                </c:pt>
                <c:pt idx="147">
                  <c:v>-0.000858197</c:v>
                </c:pt>
                <c:pt idx="148">
                  <c:v>-0.000854118</c:v>
                </c:pt>
                <c:pt idx="149">
                  <c:v>-0.00084947</c:v>
                </c:pt>
                <c:pt idx="150">
                  <c:v>-0.000844258</c:v>
                </c:pt>
                <c:pt idx="151">
                  <c:v>-0.00083849</c:v>
                </c:pt>
                <c:pt idx="152">
                  <c:v>-0.000832172</c:v>
                </c:pt>
                <c:pt idx="153">
                  <c:v>-0.000825311</c:v>
                </c:pt>
                <c:pt idx="154">
                  <c:v>-0.000817916</c:v>
                </c:pt>
                <c:pt idx="155">
                  <c:v>-0.000809993</c:v>
                </c:pt>
                <c:pt idx="156">
                  <c:v>-0.000801551</c:v>
                </c:pt>
                <c:pt idx="157">
                  <c:v>-0.0007926</c:v>
                </c:pt>
                <c:pt idx="158">
                  <c:v>-0.000783146</c:v>
                </c:pt>
                <c:pt idx="159">
                  <c:v>-0.000773201</c:v>
                </c:pt>
                <c:pt idx="160">
                  <c:v>-0.000762773</c:v>
                </c:pt>
                <c:pt idx="161">
                  <c:v>-0.000751871</c:v>
                </c:pt>
                <c:pt idx="162">
                  <c:v>-0.000740507</c:v>
                </c:pt>
                <c:pt idx="163">
                  <c:v>-0.00072869</c:v>
                </c:pt>
                <c:pt idx="164">
                  <c:v>-0.00071643</c:v>
                </c:pt>
                <c:pt idx="165">
                  <c:v>-0.000703739</c:v>
                </c:pt>
                <c:pt idx="166">
                  <c:v>-0.000690628</c:v>
                </c:pt>
                <c:pt idx="167">
                  <c:v>-0.000677108</c:v>
                </c:pt>
                <c:pt idx="168">
                  <c:v>-0.000663189</c:v>
                </c:pt>
                <c:pt idx="169">
                  <c:v>-0.000648885</c:v>
                </c:pt>
                <c:pt idx="170">
                  <c:v>-0.000634207</c:v>
                </c:pt>
                <c:pt idx="171">
                  <c:v>-0.000619166</c:v>
                </c:pt>
                <c:pt idx="172">
                  <c:v>-0.000603776</c:v>
                </c:pt>
                <c:pt idx="173">
                  <c:v>-0.000588049</c:v>
                </c:pt>
                <c:pt idx="174">
                  <c:v>-0.000571997</c:v>
                </c:pt>
                <c:pt idx="175">
                  <c:v>-0.000555632</c:v>
                </c:pt>
                <c:pt idx="176">
                  <c:v>-0.000538969</c:v>
                </c:pt>
                <c:pt idx="177">
                  <c:v>-0.00052202</c:v>
                </c:pt>
                <c:pt idx="178">
                  <c:v>-0.000504798</c:v>
                </c:pt>
                <c:pt idx="179">
                  <c:v>-0.000487316</c:v>
                </c:pt>
                <c:pt idx="180">
                  <c:v>-0.000469589</c:v>
                </c:pt>
                <c:pt idx="181">
                  <c:v>-0.000451628</c:v>
                </c:pt>
                <c:pt idx="182">
                  <c:v>-0.000433449</c:v>
                </c:pt>
                <c:pt idx="183">
                  <c:v>-0.000415065</c:v>
                </c:pt>
                <c:pt idx="184">
                  <c:v>-0.000396489</c:v>
                </c:pt>
                <c:pt idx="185">
                  <c:v>-0.000377735</c:v>
                </c:pt>
                <c:pt idx="186">
                  <c:v>-0.000358817</c:v>
                </c:pt>
                <c:pt idx="187">
                  <c:v>-0.000339749</c:v>
                </c:pt>
                <c:pt idx="188">
                  <c:v>-0.000320546</c:v>
                </c:pt>
                <c:pt idx="189">
                  <c:v>-0.00030122</c:v>
                </c:pt>
                <c:pt idx="190">
                  <c:v>-0.000281786</c:v>
                </c:pt>
                <c:pt idx="191">
                  <c:v>-0.000262257</c:v>
                </c:pt>
                <c:pt idx="192">
                  <c:v>-0.000242649</c:v>
                </c:pt>
                <c:pt idx="193">
                  <c:v>-0.000222974</c:v>
                </c:pt>
                <c:pt idx="194">
                  <c:v>-0.000203247</c:v>
                </c:pt>
                <c:pt idx="195">
                  <c:v>-0.000183481</c:v>
                </c:pt>
                <c:pt idx="196">
                  <c:v>-0.000163691</c:v>
                </c:pt>
                <c:pt idx="197">
                  <c:v>-0.00014389</c:v>
                </c:pt>
                <c:pt idx="198">
                  <c:v>-0.000124091</c:v>
                </c:pt>
                <c:pt idx="199">
                  <c:v>-0.000104309</c:v>
                </c:pt>
                <c:pt idx="200">
                  <c:v>-8.4557E-05</c:v>
                </c:pt>
                <c:pt idx="201">
                  <c:v>-6.4849E-05</c:v>
                </c:pt>
                <c:pt idx="202">
                  <c:v>-4.5198E-05</c:v>
                </c:pt>
                <c:pt idx="203">
                  <c:v>-2.5616E-05</c:v>
                </c:pt>
                <c:pt idx="204">
                  <c:v>-6.118E-06</c:v>
                </c:pt>
                <c:pt idx="205">
                  <c:v>1.3284E-05</c:v>
                </c:pt>
                <c:pt idx="206">
                  <c:v>3.2576E-05</c:v>
                </c:pt>
                <c:pt idx="207">
                  <c:v>5.1747E-05</c:v>
                </c:pt>
                <c:pt idx="208">
                  <c:v>7.0783E-05</c:v>
                </c:pt>
                <c:pt idx="209">
                  <c:v>8.9672E-05</c:v>
                </c:pt>
                <c:pt idx="210">
                  <c:v>0.000108401</c:v>
                </c:pt>
                <c:pt idx="211">
                  <c:v>0.000126959</c:v>
                </c:pt>
                <c:pt idx="212">
                  <c:v>0.000145334</c:v>
                </c:pt>
                <c:pt idx="213">
                  <c:v>0.000163514</c:v>
                </c:pt>
                <c:pt idx="214">
                  <c:v>0.000181487</c:v>
                </c:pt>
                <c:pt idx="215">
                  <c:v>0.000199242</c:v>
                </c:pt>
                <c:pt idx="216">
                  <c:v>0.000216768</c:v>
                </c:pt>
                <c:pt idx="217">
                  <c:v>0.000234054</c:v>
                </c:pt>
                <c:pt idx="218">
                  <c:v>0.000251089</c:v>
                </c:pt>
                <c:pt idx="219">
                  <c:v>0.000267862</c:v>
                </c:pt>
                <c:pt idx="220">
                  <c:v>0.000284364</c:v>
                </c:pt>
                <c:pt idx="221">
                  <c:v>0.000300585</c:v>
                </c:pt>
                <c:pt idx="222">
                  <c:v>0.000316514</c:v>
                </c:pt>
                <c:pt idx="223">
                  <c:v>0.000332143</c:v>
                </c:pt>
                <c:pt idx="224">
                  <c:v>0.000347461</c:v>
                </c:pt>
                <c:pt idx="225">
                  <c:v>0.00036246</c:v>
                </c:pt>
                <c:pt idx="226">
                  <c:v>0.000377131</c:v>
                </c:pt>
                <c:pt idx="227">
                  <c:v>0.000391466</c:v>
                </c:pt>
                <c:pt idx="228">
                  <c:v>0.000405457</c:v>
                </c:pt>
                <c:pt idx="229">
                  <c:v>0.000419094</c:v>
                </c:pt>
                <c:pt idx="230">
                  <c:v>0.000432372</c:v>
                </c:pt>
                <c:pt idx="231">
                  <c:v>0.000445283</c:v>
                </c:pt>
                <c:pt idx="232">
                  <c:v>0.000457818</c:v>
                </c:pt>
                <c:pt idx="233">
                  <c:v>0.000469973</c:v>
                </c:pt>
                <c:pt idx="234">
                  <c:v>0.00048174</c:v>
                </c:pt>
                <c:pt idx="235">
                  <c:v>0.000493113</c:v>
                </c:pt>
                <c:pt idx="236">
                  <c:v>0.000504086</c:v>
                </c:pt>
                <c:pt idx="237">
                  <c:v>0.000514653</c:v>
                </c:pt>
                <c:pt idx="238">
                  <c:v>0.00052481</c:v>
                </c:pt>
                <c:pt idx="239">
                  <c:v>0.000534552</c:v>
                </c:pt>
                <c:pt idx="240">
                  <c:v>0.000543873</c:v>
                </c:pt>
                <c:pt idx="241">
                  <c:v>0.00055277</c:v>
                </c:pt>
                <c:pt idx="242">
                  <c:v>0.000561238</c:v>
                </c:pt>
                <c:pt idx="243">
                  <c:v>0.000569274</c:v>
                </c:pt>
                <c:pt idx="244">
                  <c:v>0.000576875</c:v>
                </c:pt>
                <c:pt idx="245">
                  <c:v>0.000584036</c:v>
                </c:pt>
                <c:pt idx="246">
                  <c:v>0.000590757</c:v>
                </c:pt>
                <c:pt idx="247">
                  <c:v>0.000597033</c:v>
                </c:pt>
                <c:pt idx="248">
                  <c:v>0.000602864</c:v>
                </c:pt>
                <c:pt idx="249">
                  <c:v>0.000608247</c:v>
                </c:pt>
                <c:pt idx="250">
                  <c:v>0.000613181</c:v>
                </c:pt>
                <c:pt idx="251">
                  <c:v>0.000617664</c:v>
                </c:pt>
                <c:pt idx="252">
                  <c:v>0.000621697</c:v>
                </c:pt>
                <c:pt idx="253">
                  <c:v>0.000625278</c:v>
                </c:pt>
                <c:pt idx="254">
                  <c:v>0.000628406</c:v>
                </c:pt>
                <c:pt idx="255">
                  <c:v>0.000631084</c:v>
                </c:pt>
                <c:pt idx="256">
                  <c:v>0.00063331</c:v>
                </c:pt>
                <c:pt idx="257">
                  <c:v>0.000635085</c:v>
                </c:pt>
                <c:pt idx="258">
                  <c:v>0.000636411</c:v>
                </c:pt>
                <c:pt idx="259">
                  <c:v>0.000637289</c:v>
                </c:pt>
                <c:pt idx="260">
                  <c:v>0.00063772</c:v>
                </c:pt>
                <c:pt idx="261">
                  <c:v>0.000637707</c:v>
                </c:pt>
                <c:pt idx="262">
                  <c:v>0.000637251</c:v>
                </c:pt>
                <c:pt idx="263">
                  <c:v>0.000636356</c:v>
                </c:pt>
                <c:pt idx="264">
                  <c:v>0.000635024</c:v>
                </c:pt>
                <c:pt idx="265">
                  <c:v>0.000633258</c:v>
                </c:pt>
                <c:pt idx="266">
                  <c:v>0.000631062</c:v>
                </c:pt>
                <c:pt idx="267">
                  <c:v>0.000628439</c:v>
                </c:pt>
                <c:pt idx="268">
                  <c:v>0.000625394</c:v>
                </c:pt>
                <c:pt idx="269">
                  <c:v>0.00062193</c:v>
                </c:pt>
                <c:pt idx="270">
                  <c:v>0.000618053</c:v>
                </c:pt>
                <c:pt idx="271">
                  <c:v>0.000613766</c:v>
                </c:pt>
                <c:pt idx="272">
                  <c:v>0.000609075</c:v>
                </c:pt>
                <c:pt idx="273">
                  <c:v>0.000603986</c:v>
                </c:pt>
                <c:pt idx="274">
                  <c:v>0.000598504</c:v>
                </c:pt>
                <c:pt idx="275">
                  <c:v>0.000592634</c:v>
                </c:pt>
                <c:pt idx="276">
                  <c:v>0.000586383</c:v>
                </c:pt>
                <c:pt idx="277">
                  <c:v>0.000579757</c:v>
                </c:pt>
                <c:pt idx="278">
                  <c:v>0.000572762</c:v>
                </c:pt>
                <c:pt idx="279">
                  <c:v>0.000565406</c:v>
                </c:pt>
                <c:pt idx="280">
                  <c:v>0.000557695</c:v>
                </c:pt>
                <c:pt idx="281">
                  <c:v>0.000549636</c:v>
                </c:pt>
                <c:pt idx="282">
                  <c:v>0.000541237</c:v>
                </c:pt>
                <c:pt idx="283">
                  <c:v>0.000532505</c:v>
                </c:pt>
                <c:pt idx="284">
                  <c:v>0.000523448</c:v>
                </c:pt>
                <c:pt idx="285">
                  <c:v>0.000514074</c:v>
                </c:pt>
                <c:pt idx="286">
                  <c:v>0.000504391</c:v>
                </c:pt>
                <c:pt idx="287">
                  <c:v>0.000494408</c:v>
                </c:pt>
                <c:pt idx="288">
                  <c:v>0.000484132</c:v>
                </c:pt>
                <c:pt idx="289">
                  <c:v>0.000473573</c:v>
                </c:pt>
                <c:pt idx="290">
                  <c:v>0.000462739</c:v>
                </c:pt>
                <c:pt idx="291">
                  <c:v>0.00045164</c:v>
                </c:pt>
                <c:pt idx="292">
                  <c:v>0.000440283</c:v>
                </c:pt>
                <c:pt idx="293">
                  <c:v>0.000428679</c:v>
                </c:pt>
                <c:pt idx="294">
                  <c:v>0.000416837</c:v>
                </c:pt>
                <c:pt idx="295">
                  <c:v>0.000404766</c:v>
                </c:pt>
                <c:pt idx="296">
                  <c:v>0.000392476</c:v>
                </c:pt>
                <c:pt idx="297">
                  <c:v>0.000379976</c:v>
                </c:pt>
                <c:pt idx="298">
                  <c:v>0.000367277</c:v>
                </c:pt>
                <c:pt idx="299">
                  <c:v>0.000354388</c:v>
                </c:pt>
                <c:pt idx="300">
                  <c:v>0.000341318</c:v>
                </c:pt>
                <c:pt idx="301">
                  <c:v>0.000328079</c:v>
                </c:pt>
                <c:pt idx="302">
                  <c:v>0.00031468</c:v>
                </c:pt>
                <c:pt idx="303">
                  <c:v>0.00030113</c:v>
                </c:pt>
                <c:pt idx="304">
                  <c:v>0.000287442</c:v>
                </c:pt>
                <c:pt idx="305">
                  <c:v>0.000273624</c:v>
                </c:pt>
                <c:pt idx="306">
                  <c:v>0.000259687</c:v>
                </c:pt>
                <c:pt idx="307">
                  <c:v>0.000245641</c:v>
                </c:pt>
                <c:pt idx="308">
                  <c:v>0.000231496</c:v>
                </c:pt>
                <c:pt idx="309">
                  <c:v>0.000217264</c:v>
                </c:pt>
                <c:pt idx="310">
                  <c:v>0.000202954</c:v>
                </c:pt>
                <c:pt idx="311">
                  <c:v>0.000188576</c:v>
                </c:pt>
                <c:pt idx="312">
                  <c:v>0.000174141</c:v>
                </c:pt>
                <c:pt idx="313">
                  <c:v>0.000159659</c:v>
                </c:pt>
                <c:pt idx="314">
                  <c:v>0.000145141</c:v>
                </c:pt>
                <c:pt idx="315">
                  <c:v>0.000130597</c:v>
                </c:pt>
                <c:pt idx="316">
                  <c:v>0.000116037</c:v>
                </c:pt>
                <c:pt idx="317">
                  <c:v>0.000101471</c:v>
                </c:pt>
                <c:pt idx="318">
                  <c:v>8.691E-05</c:v>
                </c:pt>
                <c:pt idx="319">
                  <c:v>7.2363E-05</c:v>
                </c:pt>
                <c:pt idx="320">
                  <c:v>5.7841E-05</c:v>
                </c:pt>
                <c:pt idx="321">
                  <c:v>4.3353E-05</c:v>
                </c:pt>
                <c:pt idx="322">
                  <c:v>2.8909E-05</c:v>
                </c:pt>
                <c:pt idx="323">
                  <c:v>1.452E-05</c:v>
                </c:pt>
                <c:pt idx="324">
                  <c:v>1.95E-07</c:v>
                </c:pt>
                <c:pt idx="325">
                  <c:v>-1.4057E-05</c:v>
                </c:pt>
                <c:pt idx="326">
                  <c:v>-2.8225E-05</c:v>
                </c:pt>
                <c:pt idx="327">
                  <c:v>-4.2301E-05</c:v>
                </c:pt>
                <c:pt idx="328">
                  <c:v>-5.6275E-05</c:v>
                </c:pt>
                <c:pt idx="329">
                  <c:v>-7.0138E-05</c:v>
                </c:pt>
                <c:pt idx="330">
                  <c:v>-8.3881E-05</c:v>
                </c:pt>
                <c:pt idx="331">
                  <c:v>-9.7495E-05</c:v>
                </c:pt>
                <c:pt idx="332">
                  <c:v>-0.000110971</c:v>
                </c:pt>
                <c:pt idx="333">
                  <c:v>-0.000124301</c:v>
                </c:pt>
                <c:pt idx="334">
                  <c:v>-0.000137476</c:v>
                </c:pt>
                <c:pt idx="335">
                  <c:v>-0.000150488</c:v>
                </c:pt>
                <c:pt idx="336">
                  <c:v>-0.000163328</c:v>
                </c:pt>
                <c:pt idx="337">
                  <c:v>-0.000175988</c:v>
                </c:pt>
                <c:pt idx="338">
                  <c:v>-0.000188461</c:v>
                </c:pt>
                <c:pt idx="339">
                  <c:v>-0.000200739</c:v>
                </c:pt>
                <c:pt idx="340">
                  <c:v>-0.000212815</c:v>
                </c:pt>
                <c:pt idx="341">
                  <c:v>-0.00022468</c:v>
                </c:pt>
                <c:pt idx="342">
                  <c:v>-0.000236329</c:v>
                </c:pt>
                <c:pt idx="343">
                  <c:v>-0.000247753</c:v>
                </c:pt>
                <c:pt idx="344">
                  <c:v>-0.000258947</c:v>
                </c:pt>
                <c:pt idx="345">
                  <c:v>-0.000269903</c:v>
                </c:pt>
                <c:pt idx="346">
                  <c:v>-0.000280616</c:v>
                </c:pt>
                <c:pt idx="347">
                  <c:v>-0.000291078</c:v>
                </c:pt>
                <c:pt idx="348">
                  <c:v>-0.000301285</c:v>
                </c:pt>
                <c:pt idx="349">
                  <c:v>-0.00031123</c:v>
                </c:pt>
                <c:pt idx="350">
                  <c:v>-0.000320908</c:v>
                </c:pt>
                <c:pt idx="351">
                  <c:v>-0.000330313</c:v>
                </c:pt>
                <c:pt idx="352">
                  <c:v>-0.000339441</c:v>
                </c:pt>
                <c:pt idx="353">
                  <c:v>-0.000348286</c:v>
                </c:pt>
                <c:pt idx="354">
                  <c:v>-0.000356844</c:v>
                </c:pt>
                <c:pt idx="355">
                  <c:v>-0.000365111</c:v>
                </c:pt>
                <c:pt idx="356">
                  <c:v>-0.000373081</c:v>
                </c:pt>
                <c:pt idx="357">
                  <c:v>-0.000380752</c:v>
                </c:pt>
                <c:pt idx="358">
                  <c:v>-0.000388119</c:v>
                </c:pt>
                <c:pt idx="359">
                  <c:v>-0.000395179</c:v>
                </c:pt>
                <c:pt idx="360">
                  <c:v>-0.000401929</c:v>
                </c:pt>
                <c:pt idx="361">
                  <c:v>-0.000408366</c:v>
                </c:pt>
                <c:pt idx="362">
                  <c:v>-0.000414486</c:v>
                </c:pt>
                <c:pt idx="363">
                  <c:v>-0.000420287</c:v>
                </c:pt>
                <c:pt idx="364">
                  <c:v>-0.000425766</c:v>
                </c:pt>
                <c:pt idx="365">
                  <c:v>-0.000430923</c:v>
                </c:pt>
                <c:pt idx="366">
                  <c:v>-0.000435754</c:v>
                </c:pt>
                <c:pt idx="367">
                  <c:v>-0.000440259</c:v>
                </c:pt>
                <c:pt idx="368">
                  <c:v>-0.000444435</c:v>
                </c:pt>
                <c:pt idx="369">
                  <c:v>-0.000448281</c:v>
                </c:pt>
                <c:pt idx="370">
                  <c:v>-0.000451797</c:v>
                </c:pt>
                <c:pt idx="371">
                  <c:v>-0.000454982</c:v>
                </c:pt>
                <c:pt idx="372">
                  <c:v>-0.000457835</c:v>
                </c:pt>
                <c:pt idx="373">
                  <c:v>-0.000460356</c:v>
                </c:pt>
                <c:pt idx="374">
                  <c:v>-0.000462546</c:v>
                </c:pt>
                <c:pt idx="375">
                  <c:v>-0.000464404</c:v>
                </c:pt>
                <c:pt idx="376">
                  <c:v>-0.00046593</c:v>
                </c:pt>
                <c:pt idx="377">
                  <c:v>-0.000467126</c:v>
                </c:pt>
                <c:pt idx="378">
                  <c:v>-0.000467992</c:v>
                </c:pt>
                <c:pt idx="379">
                  <c:v>-0.00046853</c:v>
                </c:pt>
                <c:pt idx="380">
                  <c:v>-0.00046874</c:v>
                </c:pt>
                <c:pt idx="381">
                  <c:v>-0.000468625</c:v>
                </c:pt>
                <c:pt idx="382">
                  <c:v>-0.000468186</c:v>
                </c:pt>
                <c:pt idx="383">
                  <c:v>-0.000467425</c:v>
                </c:pt>
                <c:pt idx="384">
                  <c:v>-0.000466344</c:v>
                </c:pt>
                <c:pt idx="385">
                  <c:v>-0.000464946</c:v>
                </c:pt>
                <c:pt idx="386">
                  <c:v>-0.000463234</c:v>
                </c:pt>
                <c:pt idx="387">
                  <c:v>-0.000461209</c:v>
                </c:pt>
                <c:pt idx="388">
                  <c:v>-0.000458876</c:v>
                </c:pt>
                <c:pt idx="389">
                  <c:v>-0.000456237</c:v>
                </c:pt>
                <c:pt idx="390">
                  <c:v>-0.000453296</c:v>
                </c:pt>
                <c:pt idx="391">
                  <c:v>-0.000450057</c:v>
                </c:pt>
                <c:pt idx="392">
                  <c:v>-0.000446522</c:v>
                </c:pt>
                <c:pt idx="393">
                  <c:v>-0.000442697</c:v>
                </c:pt>
                <c:pt idx="394">
                  <c:v>-0.000438586</c:v>
                </c:pt>
                <c:pt idx="395">
                  <c:v>-0.000434192</c:v>
                </c:pt>
                <c:pt idx="396">
                  <c:v>-0.00042952</c:v>
                </c:pt>
                <c:pt idx="397">
                  <c:v>-0.000424576</c:v>
                </c:pt>
                <c:pt idx="398">
                  <c:v>-0.000419363</c:v>
                </c:pt>
                <c:pt idx="399">
                  <c:v>-0.000413887</c:v>
                </c:pt>
                <c:pt idx="400">
                  <c:v>-0.000408152</c:v>
                </c:pt>
                <c:pt idx="401">
                  <c:v>-0.000402165</c:v>
                </c:pt>
                <c:pt idx="402">
                  <c:v>-0.000395931</c:v>
                </c:pt>
                <c:pt idx="403">
                  <c:v>-0.000389455</c:v>
                </c:pt>
                <c:pt idx="404">
                  <c:v>-0.000382743</c:v>
                </c:pt>
                <c:pt idx="405">
                  <c:v>-0.000375801</c:v>
                </c:pt>
                <c:pt idx="406">
                  <c:v>-0.000368635</c:v>
                </c:pt>
                <c:pt idx="407">
                  <c:v>-0.00036125</c:v>
                </c:pt>
                <c:pt idx="408">
                  <c:v>-0.000353654</c:v>
                </c:pt>
                <c:pt idx="409">
                  <c:v>-0.000345853</c:v>
                </c:pt>
                <c:pt idx="410">
                  <c:v>-0.000337853</c:v>
                </c:pt>
                <c:pt idx="411">
                  <c:v>-0.00032966</c:v>
                </c:pt>
                <c:pt idx="412">
                  <c:v>-0.000321282</c:v>
                </c:pt>
                <c:pt idx="413">
                  <c:v>-0.000312724</c:v>
                </c:pt>
                <c:pt idx="414">
                  <c:v>-0.000303995</c:v>
                </c:pt>
                <c:pt idx="415">
                  <c:v>-0.0002951</c:v>
                </c:pt>
                <c:pt idx="416">
                  <c:v>-0.000286047</c:v>
                </c:pt>
                <c:pt idx="417">
                  <c:v>-0.000276843</c:v>
                </c:pt>
                <c:pt idx="418">
                  <c:v>-0.000267495</c:v>
                </c:pt>
                <c:pt idx="419">
                  <c:v>-0.00025801</c:v>
                </c:pt>
                <c:pt idx="420">
                  <c:v>-0.000248396</c:v>
                </c:pt>
                <c:pt idx="421">
                  <c:v>-0.00023866</c:v>
                </c:pt>
                <c:pt idx="422">
                  <c:v>-0.000228809</c:v>
                </c:pt>
                <c:pt idx="423">
                  <c:v>-0.00021885</c:v>
                </c:pt>
                <c:pt idx="424">
                  <c:v>-0.000208792</c:v>
                </c:pt>
                <c:pt idx="425">
                  <c:v>-0.000198641</c:v>
                </c:pt>
                <c:pt idx="426">
                  <c:v>-0.000188405</c:v>
                </c:pt>
                <c:pt idx="427">
                  <c:v>-0.000178091</c:v>
                </c:pt>
                <c:pt idx="428">
                  <c:v>-0.000167707</c:v>
                </c:pt>
                <c:pt idx="429">
                  <c:v>-0.000157262</c:v>
                </c:pt>
                <c:pt idx="430">
                  <c:v>-0.000146761</c:v>
                </c:pt>
                <c:pt idx="431">
                  <c:v>-0.000136213</c:v>
                </c:pt>
                <c:pt idx="432">
                  <c:v>-0.000125625</c:v>
                </c:pt>
                <c:pt idx="433">
                  <c:v>-0.000115005</c:v>
                </c:pt>
                <c:pt idx="434">
                  <c:v>-0.00010436</c:v>
                </c:pt>
                <c:pt idx="435">
                  <c:v>-9.3697E-05</c:v>
                </c:pt>
                <c:pt idx="436">
                  <c:v>-8.3025E-05</c:v>
                </c:pt>
                <c:pt idx="437">
                  <c:v>-7.2351E-05</c:v>
                </c:pt>
                <c:pt idx="438">
                  <c:v>-6.1681E-05</c:v>
                </c:pt>
                <c:pt idx="439">
                  <c:v>-5.1024E-05</c:v>
                </c:pt>
                <c:pt idx="440">
                  <c:v>-4.0387E-05</c:v>
                </c:pt>
                <c:pt idx="441">
                  <c:v>-2.9776E-05</c:v>
                </c:pt>
                <c:pt idx="442">
                  <c:v>-1.92E-05</c:v>
                </c:pt>
                <c:pt idx="443">
                  <c:v>-8.664E-06</c:v>
                </c:pt>
                <c:pt idx="444">
                  <c:v>1.823E-06</c:v>
                </c:pt>
                <c:pt idx="445">
                  <c:v>1.2254E-05</c:v>
                </c:pt>
                <c:pt idx="446">
                  <c:v>2.2624E-05</c:v>
                </c:pt>
                <c:pt idx="447">
                  <c:v>3.2924E-05</c:v>
                </c:pt>
                <c:pt idx="448">
                  <c:v>4.3148E-05</c:v>
                </c:pt>
                <c:pt idx="449">
                  <c:v>5.329E-05</c:v>
                </c:pt>
                <c:pt idx="450">
                  <c:v>6.3343E-05</c:v>
                </c:pt>
                <c:pt idx="451">
                  <c:v>7.33E-05</c:v>
                </c:pt>
                <c:pt idx="452">
                  <c:v>8.3155E-05</c:v>
                </c:pt>
                <c:pt idx="453">
                  <c:v>9.2902E-05</c:v>
                </c:pt>
                <c:pt idx="454">
                  <c:v>0.000102534</c:v>
                </c:pt>
                <c:pt idx="455">
                  <c:v>0.000112046</c:v>
                </c:pt>
                <c:pt idx="456">
                  <c:v>0.000121431</c:v>
                </c:pt>
                <c:pt idx="457">
                  <c:v>0.000130684</c:v>
                </c:pt>
                <c:pt idx="458">
                  <c:v>0.000139799</c:v>
                </c:pt>
                <c:pt idx="459">
                  <c:v>0.00014877</c:v>
                </c:pt>
                <c:pt idx="460">
                  <c:v>0.000157592</c:v>
                </c:pt>
                <c:pt idx="461">
                  <c:v>0.00016626</c:v>
                </c:pt>
                <c:pt idx="462">
                  <c:v>0.000174767</c:v>
                </c:pt>
                <c:pt idx="463">
                  <c:v>0.00018311</c:v>
                </c:pt>
                <c:pt idx="464">
                  <c:v>0.000191284</c:v>
                </c:pt>
                <c:pt idx="465">
                  <c:v>0.000199282</c:v>
                </c:pt>
                <c:pt idx="466">
                  <c:v>0.000207102</c:v>
                </c:pt>
                <c:pt idx="467">
                  <c:v>0.000214738</c:v>
                </c:pt>
                <c:pt idx="468">
                  <c:v>0.000222186</c:v>
                </c:pt>
                <c:pt idx="469">
                  <c:v>0.000229442</c:v>
                </c:pt>
                <c:pt idx="470">
                  <c:v>0.000236502</c:v>
                </c:pt>
                <c:pt idx="471">
                  <c:v>0.000243361</c:v>
                </c:pt>
                <c:pt idx="472">
                  <c:v>0.000250017</c:v>
                </c:pt>
                <c:pt idx="473">
                  <c:v>0.000256466</c:v>
                </c:pt>
                <c:pt idx="474">
                  <c:v>0.000262703</c:v>
                </c:pt>
                <c:pt idx="475">
                  <c:v>0.000268727</c:v>
                </c:pt>
                <c:pt idx="476">
                  <c:v>0.000274533</c:v>
                </c:pt>
                <c:pt idx="477">
                  <c:v>0.00028012</c:v>
                </c:pt>
                <c:pt idx="478">
                  <c:v>0.000285484</c:v>
                </c:pt>
                <c:pt idx="479">
                  <c:v>0.000290622</c:v>
                </c:pt>
                <c:pt idx="480">
                  <c:v>0.000295533</c:v>
                </c:pt>
                <c:pt idx="481">
                  <c:v>0.000300213</c:v>
                </c:pt>
                <c:pt idx="482">
                  <c:v>0.000304662</c:v>
                </c:pt>
                <c:pt idx="483">
                  <c:v>0.000308877</c:v>
                </c:pt>
                <c:pt idx="484">
                  <c:v>0.000312856</c:v>
                </c:pt>
                <c:pt idx="485">
                  <c:v>0.000316598</c:v>
                </c:pt>
                <c:pt idx="486">
                  <c:v>0.000320101</c:v>
                </c:pt>
                <c:pt idx="487">
                  <c:v>0.000323364</c:v>
                </c:pt>
                <c:pt idx="488">
                  <c:v>0.000326387</c:v>
                </c:pt>
                <c:pt idx="489">
                  <c:v>0.000329168</c:v>
                </c:pt>
                <c:pt idx="490">
                  <c:v>0.000331706</c:v>
                </c:pt>
                <c:pt idx="491">
                  <c:v>0.000334002</c:v>
                </c:pt>
                <c:pt idx="492">
                  <c:v>0.000336054</c:v>
                </c:pt>
                <c:pt idx="493">
                  <c:v>0.000337863</c:v>
                </c:pt>
                <c:pt idx="494">
                  <c:v>0.000339428</c:v>
                </c:pt>
                <c:pt idx="495">
                  <c:v>0.00034075</c:v>
                </c:pt>
                <c:pt idx="496">
                  <c:v>0.000341829</c:v>
                </c:pt>
                <c:pt idx="497">
                  <c:v>0.000342665</c:v>
                </c:pt>
                <c:pt idx="498">
                  <c:v>0.00034326</c:v>
                </c:pt>
                <c:pt idx="499">
                  <c:v>0.000343614</c:v>
                </c:pt>
                <c:pt idx="500">
                  <c:v>0.000343727</c:v>
                </c:pt>
                <c:pt idx="501">
                  <c:v>0.000343602</c:v>
                </c:pt>
                <c:pt idx="502">
                  <c:v>0.000343239</c:v>
                </c:pt>
                <c:pt idx="503">
                  <c:v>0.00034264</c:v>
                </c:pt>
                <c:pt idx="504">
                  <c:v>0.000341807</c:v>
                </c:pt>
                <c:pt idx="505">
                  <c:v>0.00034074</c:v>
                </c:pt>
                <c:pt idx="506">
                  <c:v>0.000339443</c:v>
                </c:pt>
                <c:pt idx="507">
                  <c:v>0.000337918</c:v>
                </c:pt>
                <c:pt idx="508">
                  <c:v>0.000336166</c:v>
                </c:pt>
                <c:pt idx="509">
                  <c:v>0.000334189</c:v>
                </c:pt>
                <c:pt idx="510">
                  <c:v>0.000331991</c:v>
                </c:pt>
                <c:pt idx="511">
                  <c:v>0.000329574</c:v>
                </c:pt>
                <c:pt idx="512">
                  <c:v>0.000326941</c:v>
                </c:pt>
                <c:pt idx="513">
                  <c:v>0.000324095</c:v>
                </c:pt>
                <c:pt idx="514">
                  <c:v>0.000321039</c:v>
                </c:pt>
                <c:pt idx="515">
                  <c:v>0.000317775</c:v>
                </c:pt>
                <c:pt idx="516">
                  <c:v>0.000314308</c:v>
                </c:pt>
                <c:pt idx="517">
                  <c:v>0.000310641</c:v>
                </c:pt>
                <c:pt idx="518">
                  <c:v>0.000306777</c:v>
                </c:pt>
                <c:pt idx="519">
                  <c:v>0.000302721</c:v>
                </c:pt>
                <c:pt idx="520">
                  <c:v>0.000298475</c:v>
                </c:pt>
                <c:pt idx="521">
                  <c:v>0.000294044</c:v>
                </c:pt>
                <c:pt idx="522">
                  <c:v>0.000289431</c:v>
                </c:pt>
                <c:pt idx="523">
                  <c:v>0.000284642</c:v>
                </c:pt>
                <c:pt idx="524">
                  <c:v>0.000279679</c:v>
                </c:pt>
                <c:pt idx="525">
                  <c:v>0.000274549</c:v>
                </c:pt>
                <c:pt idx="526">
                  <c:v>0.000269254</c:v>
                </c:pt>
                <c:pt idx="527">
                  <c:v>0.000263799</c:v>
                </c:pt>
                <c:pt idx="528">
                  <c:v>0.00025819</c:v>
                </c:pt>
                <c:pt idx="529">
                  <c:v>0.00025243</c:v>
                </c:pt>
                <c:pt idx="530">
                  <c:v>0.000246525</c:v>
                </c:pt>
                <c:pt idx="531">
                  <c:v>0.000240479</c:v>
                </c:pt>
                <c:pt idx="532">
                  <c:v>0.000234297</c:v>
                </c:pt>
                <c:pt idx="533">
                  <c:v>0.000227984</c:v>
                </c:pt>
                <c:pt idx="534">
                  <c:v>0.000221546</c:v>
                </c:pt>
                <c:pt idx="535">
                  <c:v>0.000214987</c:v>
                </c:pt>
                <c:pt idx="536">
                  <c:v>0.000208313</c:v>
                </c:pt>
                <c:pt idx="537">
                  <c:v>0.000201528</c:v>
                </c:pt>
                <c:pt idx="538">
                  <c:v>0.000194639</c:v>
                </c:pt>
                <c:pt idx="539">
                  <c:v>0.000187649</c:v>
                </c:pt>
                <c:pt idx="540">
                  <c:v>0.000180566</c:v>
                </c:pt>
                <c:pt idx="541">
                  <c:v>0.000173394</c:v>
                </c:pt>
                <c:pt idx="542">
                  <c:v>0.000166138</c:v>
                </c:pt>
                <c:pt idx="543">
                  <c:v>0.000158804</c:v>
                </c:pt>
                <c:pt idx="544">
                  <c:v>0.000151398</c:v>
                </c:pt>
                <c:pt idx="545">
                  <c:v>0.000143925</c:v>
                </c:pt>
                <c:pt idx="546">
                  <c:v>0.000136391</c:v>
                </c:pt>
                <c:pt idx="547">
                  <c:v>0.0001288</c:v>
                </c:pt>
                <c:pt idx="548">
                  <c:v>0.000121159</c:v>
                </c:pt>
                <c:pt idx="549">
                  <c:v>0.000113474</c:v>
                </c:pt>
                <c:pt idx="550">
                  <c:v>0.000105749</c:v>
                </c:pt>
                <c:pt idx="551">
                  <c:v>9.7991E-05</c:v>
                </c:pt>
                <c:pt idx="552">
                  <c:v>9.0205E-05</c:v>
                </c:pt>
                <c:pt idx="553">
                  <c:v>8.2396E-05</c:v>
                </c:pt>
                <c:pt idx="554">
                  <c:v>7.457E-05</c:v>
                </c:pt>
                <c:pt idx="555">
                  <c:v>6.6732E-05</c:v>
                </c:pt>
                <c:pt idx="556">
                  <c:v>5.8889E-05</c:v>
                </c:pt>
                <c:pt idx="557">
                  <c:v>5.1045E-05</c:v>
                </c:pt>
                <c:pt idx="558">
                  <c:v>4.3206E-05</c:v>
                </c:pt>
                <c:pt idx="559">
                  <c:v>3.5378E-05</c:v>
                </c:pt>
                <c:pt idx="560">
                  <c:v>2.7565E-05</c:v>
                </c:pt>
                <c:pt idx="561">
                  <c:v>1.9773E-05</c:v>
                </c:pt>
                <c:pt idx="562">
                  <c:v>1.2008E-05</c:v>
                </c:pt>
                <c:pt idx="563">
                  <c:v>4.274E-06</c:v>
                </c:pt>
                <c:pt idx="564">
                  <c:v>-3.422E-06</c:v>
                </c:pt>
                <c:pt idx="565">
                  <c:v>-1.1077E-05</c:v>
                </c:pt>
                <c:pt idx="566">
                  <c:v>-1.8685E-05</c:v>
                </c:pt>
                <c:pt idx="567">
                  <c:v>-2.624E-05</c:v>
                </c:pt>
                <c:pt idx="568">
                  <c:v>-3.3739E-05</c:v>
                </c:pt>
                <c:pt idx="569">
                  <c:v>-4.1175E-05</c:v>
                </c:pt>
                <c:pt idx="570">
                  <c:v>-4.8545E-05</c:v>
                </c:pt>
                <c:pt idx="571">
                  <c:v>-5.5843E-05</c:v>
                </c:pt>
                <c:pt idx="572">
                  <c:v>-6.3064E-05</c:v>
                </c:pt>
                <c:pt idx="573">
                  <c:v>-7.0205E-05</c:v>
                </c:pt>
                <c:pt idx="574">
                  <c:v>-7.726E-05</c:v>
                </c:pt>
                <c:pt idx="575">
                  <c:v>-8.4226E-05</c:v>
                </c:pt>
                <c:pt idx="576">
                  <c:v>-9.1097E-05</c:v>
                </c:pt>
                <c:pt idx="577">
                  <c:v>-9.7869E-05</c:v>
                </c:pt>
                <c:pt idx="578">
                  <c:v>-0.000104539</c:v>
                </c:pt>
                <c:pt idx="579">
                  <c:v>-0.000111101</c:v>
                </c:pt>
                <c:pt idx="580">
                  <c:v>-0.000117553</c:v>
                </c:pt>
                <c:pt idx="581">
                  <c:v>-0.000123891</c:v>
                </c:pt>
                <c:pt idx="582">
                  <c:v>-0.000130109</c:v>
                </c:pt>
                <c:pt idx="583">
                  <c:v>-0.000136205</c:v>
                </c:pt>
                <c:pt idx="584">
                  <c:v>-0.000142176</c:v>
                </c:pt>
                <c:pt idx="585">
                  <c:v>-0.000148017</c:v>
                </c:pt>
                <c:pt idx="586">
                  <c:v>-0.000153725</c:v>
                </c:pt>
                <c:pt idx="587">
                  <c:v>-0.000159298</c:v>
                </c:pt>
                <c:pt idx="588">
                  <c:v>-0.000164731</c:v>
                </c:pt>
                <c:pt idx="589">
                  <c:v>-0.000170022</c:v>
                </c:pt>
                <c:pt idx="590">
                  <c:v>-0.000175168</c:v>
                </c:pt>
                <c:pt idx="591">
                  <c:v>-0.000180165</c:v>
                </c:pt>
                <c:pt idx="592">
                  <c:v>-0.000185013</c:v>
                </c:pt>
                <c:pt idx="593">
                  <c:v>-0.000189707</c:v>
                </c:pt>
                <c:pt idx="594">
                  <c:v>-0.000194245</c:v>
                </c:pt>
                <c:pt idx="595">
                  <c:v>-0.000198625</c:v>
                </c:pt>
                <c:pt idx="596">
                  <c:v>-0.000202845</c:v>
                </c:pt>
                <c:pt idx="597">
                  <c:v>-0.000206902</c:v>
                </c:pt>
                <c:pt idx="598">
                  <c:v>-0.000210796</c:v>
                </c:pt>
                <c:pt idx="599">
                  <c:v>-0.000214523</c:v>
                </c:pt>
                <c:pt idx="600">
                  <c:v>-0.000218082</c:v>
                </c:pt>
                <c:pt idx="601">
                  <c:v>-0.000221471</c:v>
                </c:pt>
                <c:pt idx="602">
                  <c:v>-0.00022469</c:v>
                </c:pt>
                <c:pt idx="603">
                  <c:v>-0.000227736</c:v>
                </c:pt>
                <c:pt idx="604">
                  <c:v>-0.000230609</c:v>
                </c:pt>
                <c:pt idx="605">
                  <c:v>-0.000233307</c:v>
                </c:pt>
                <c:pt idx="606">
                  <c:v>-0.00023583</c:v>
                </c:pt>
                <c:pt idx="607">
                  <c:v>-0.000238176</c:v>
                </c:pt>
                <c:pt idx="608">
                  <c:v>-0.000240345</c:v>
                </c:pt>
                <c:pt idx="609">
                  <c:v>-0.000242336</c:v>
                </c:pt>
                <c:pt idx="610">
                  <c:v>-0.00024415</c:v>
                </c:pt>
                <c:pt idx="611">
                  <c:v>-0.000245784</c:v>
                </c:pt>
                <c:pt idx="612">
                  <c:v>-0.00024724</c:v>
                </c:pt>
                <c:pt idx="613">
                  <c:v>-0.000248517</c:v>
                </c:pt>
                <c:pt idx="614">
                  <c:v>-0.000249615</c:v>
                </c:pt>
                <c:pt idx="615">
                  <c:v>-0.000250535</c:v>
                </c:pt>
                <c:pt idx="616">
                  <c:v>-0.000251277</c:v>
                </c:pt>
                <c:pt idx="617">
                  <c:v>-0.00025184</c:v>
                </c:pt>
                <c:pt idx="618">
                  <c:v>-0.000252226</c:v>
                </c:pt>
                <c:pt idx="619">
                  <c:v>-0.000252436</c:v>
                </c:pt>
                <c:pt idx="620">
                  <c:v>-0.000252469</c:v>
                </c:pt>
                <c:pt idx="621">
                  <c:v>-0.000252328</c:v>
                </c:pt>
                <c:pt idx="622">
                  <c:v>-0.000252012</c:v>
                </c:pt>
                <c:pt idx="623">
                  <c:v>-0.000251524</c:v>
                </c:pt>
                <c:pt idx="624">
                  <c:v>-0.000250864</c:v>
                </c:pt>
                <c:pt idx="625">
                  <c:v>-0.000250033</c:v>
                </c:pt>
                <c:pt idx="626">
                  <c:v>-0.000249034</c:v>
                </c:pt>
                <c:pt idx="627">
                  <c:v>-0.000247867</c:v>
                </c:pt>
                <c:pt idx="628">
                  <c:v>-0.000246535</c:v>
                </c:pt>
                <c:pt idx="629">
                  <c:v>-0.000245039</c:v>
                </c:pt>
                <c:pt idx="630">
                  <c:v>-0.000243381</c:v>
                </c:pt>
                <c:pt idx="631">
                  <c:v>-0.000241562</c:v>
                </c:pt>
                <c:pt idx="632">
                  <c:v>-0.000239586</c:v>
                </c:pt>
                <c:pt idx="633">
                  <c:v>-0.000237455</c:v>
                </c:pt>
                <c:pt idx="634">
                  <c:v>-0.000235169</c:v>
                </c:pt>
                <c:pt idx="635">
                  <c:v>-0.000232733</c:v>
                </c:pt>
                <c:pt idx="636">
                  <c:v>-0.000230148</c:v>
                </c:pt>
                <c:pt idx="637">
                  <c:v>-0.000227418</c:v>
                </c:pt>
                <c:pt idx="638">
                  <c:v>-0.000224543</c:v>
                </c:pt>
                <c:pt idx="639">
                  <c:v>-0.000221529</c:v>
                </c:pt>
                <c:pt idx="640">
                  <c:v>-0.000218376</c:v>
                </c:pt>
                <c:pt idx="641">
                  <c:v>-0.000215088</c:v>
                </c:pt>
                <c:pt idx="642">
                  <c:v>-0.000211669</c:v>
                </c:pt>
                <c:pt idx="643">
                  <c:v>-0.00020812</c:v>
                </c:pt>
                <c:pt idx="644">
                  <c:v>-0.000204446</c:v>
                </c:pt>
                <c:pt idx="645">
                  <c:v>-0.000200649</c:v>
                </c:pt>
                <c:pt idx="646">
                  <c:v>-0.000196733</c:v>
                </c:pt>
                <c:pt idx="647">
                  <c:v>-0.000192701</c:v>
                </c:pt>
                <c:pt idx="648">
                  <c:v>-0.000188556</c:v>
                </c:pt>
                <c:pt idx="649">
                  <c:v>-0.000184302</c:v>
                </c:pt>
                <c:pt idx="650">
                  <c:v>-0.000179943</c:v>
                </c:pt>
                <c:pt idx="651">
                  <c:v>-0.000175481</c:v>
                </c:pt>
                <c:pt idx="652">
                  <c:v>-0.000170921</c:v>
                </c:pt>
                <c:pt idx="653">
                  <c:v>-0.000166266</c:v>
                </c:pt>
                <c:pt idx="654">
                  <c:v>-0.00016152</c:v>
                </c:pt>
                <c:pt idx="655">
                  <c:v>-0.000156687</c:v>
                </c:pt>
                <c:pt idx="656">
                  <c:v>-0.00015177</c:v>
                </c:pt>
                <c:pt idx="657">
                  <c:v>-0.000146774</c:v>
                </c:pt>
                <c:pt idx="658">
                  <c:v>-0.000141701</c:v>
                </c:pt>
                <c:pt idx="659">
                  <c:v>-0.000136557</c:v>
                </c:pt>
                <c:pt idx="660">
                  <c:v>-0.000131345</c:v>
                </c:pt>
                <c:pt idx="661">
                  <c:v>-0.000126068</c:v>
                </c:pt>
                <c:pt idx="662">
                  <c:v>-0.000120732</c:v>
                </c:pt>
                <c:pt idx="663">
                  <c:v>-0.000115339</c:v>
                </c:pt>
                <c:pt idx="664">
                  <c:v>-0.000109895</c:v>
                </c:pt>
                <c:pt idx="665">
                  <c:v>-0.000104402</c:v>
                </c:pt>
                <c:pt idx="666">
                  <c:v>-9.8866E-05</c:v>
                </c:pt>
                <c:pt idx="667">
                  <c:v>-9.3289E-05</c:v>
                </c:pt>
                <c:pt idx="668">
                  <c:v>-8.7677E-05</c:v>
                </c:pt>
                <c:pt idx="669">
                  <c:v>-8.2033E-05</c:v>
                </c:pt>
                <c:pt idx="670">
                  <c:v>-7.6362E-05</c:v>
                </c:pt>
                <c:pt idx="671">
                  <c:v>-7.0666E-05</c:v>
                </c:pt>
                <c:pt idx="672">
                  <c:v>-6.4952E-05</c:v>
                </c:pt>
                <c:pt idx="673">
                  <c:v>-5.9221E-05</c:v>
                </c:pt>
                <c:pt idx="674">
                  <c:v>-5.3479E-05</c:v>
                </c:pt>
                <c:pt idx="675">
                  <c:v>-4.773E-05</c:v>
                </c:pt>
                <c:pt idx="676">
                  <c:v>-4.1978E-05</c:v>
                </c:pt>
                <c:pt idx="677">
                  <c:v>-3.6225E-05</c:v>
                </c:pt>
                <c:pt idx="678">
                  <c:v>-3.0478E-05</c:v>
                </c:pt>
                <c:pt idx="679">
                  <c:v>-2.4739E-05</c:v>
                </c:pt>
                <c:pt idx="680">
                  <c:v>-1.9013E-05</c:v>
                </c:pt>
                <c:pt idx="681">
                  <c:v>-1.3302E-05</c:v>
                </c:pt>
                <c:pt idx="682">
                  <c:v>-7.612E-06</c:v>
                </c:pt>
                <c:pt idx="683">
                  <c:v>-1.947E-06</c:v>
                </c:pt>
                <c:pt idx="684">
                  <c:v>3.691E-06</c:v>
                </c:pt>
                <c:pt idx="685">
                  <c:v>9.298E-06</c:v>
                </c:pt>
                <c:pt idx="686">
                  <c:v>1.4869E-05</c:v>
                </c:pt>
                <c:pt idx="687">
                  <c:v>2.0401E-05</c:v>
                </c:pt>
                <c:pt idx="688">
                  <c:v>2.5891E-05</c:v>
                </c:pt>
                <c:pt idx="689">
                  <c:v>3.1334E-05</c:v>
                </c:pt>
                <c:pt idx="690">
                  <c:v>3.6728E-05</c:v>
                </c:pt>
                <c:pt idx="691">
                  <c:v>4.2068E-05</c:v>
                </c:pt>
                <c:pt idx="692">
                  <c:v>4.7352E-05</c:v>
                </c:pt>
                <c:pt idx="693">
                  <c:v>5.2575E-05</c:v>
                </c:pt>
                <c:pt idx="694">
                  <c:v>5.7736E-05</c:v>
                </c:pt>
                <c:pt idx="695">
                  <c:v>6.283E-05</c:v>
                </c:pt>
                <c:pt idx="696">
                  <c:v>6.7854E-05</c:v>
                </c:pt>
                <c:pt idx="697">
                  <c:v>7.2805E-05</c:v>
                </c:pt>
                <c:pt idx="698">
                  <c:v>7.768E-05</c:v>
                </c:pt>
                <c:pt idx="699">
                  <c:v>8.2477E-05</c:v>
                </c:pt>
                <c:pt idx="700">
                  <c:v>8.7191E-05</c:v>
                </c:pt>
                <c:pt idx="701">
                  <c:v>9.1821E-05</c:v>
                </c:pt>
                <c:pt idx="702">
                  <c:v>9.6364E-05</c:v>
                </c:pt>
                <c:pt idx="703">
                  <c:v>0.000100816</c:v>
                </c:pt>
                <c:pt idx="704">
                  <c:v>0.000105176</c:v>
                </c:pt>
                <c:pt idx="705">
                  <c:v>0.00010944</c:v>
                </c:pt>
                <c:pt idx="706">
                  <c:v>0.000113607</c:v>
                </c:pt>
                <c:pt idx="707">
                  <c:v>0.000117673</c:v>
                </c:pt>
                <c:pt idx="708">
                  <c:v>0.000121637</c:v>
                </c:pt>
                <c:pt idx="709">
                  <c:v>0.000125496</c:v>
                </c:pt>
                <c:pt idx="710">
                  <c:v>0.000129249</c:v>
                </c:pt>
                <c:pt idx="711">
                  <c:v>0.000132893</c:v>
                </c:pt>
                <c:pt idx="712">
                  <c:v>0.000136426</c:v>
                </c:pt>
                <c:pt idx="713">
                  <c:v>0.000139846</c:v>
                </c:pt>
                <c:pt idx="714">
                  <c:v>0.000143152</c:v>
                </c:pt>
                <c:pt idx="715">
                  <c:v>0.000146341</c:v>
                </c:pt>
                <c:pt idx="716">
                  <c:v>0.000149413</c:v>
                </c:pt>
                <c:pt idx="717">
                  <c:v>0.000152366</c:v>
                </c:pt>
                <c:pt idx="718">
                  <c:v>0.000155197</c:v>
                </c:pt>
                <c:pt idx="719">
                  <c:v>0.000157907</c:v>
                </c:pt>
                <c:pt idx="720">
                  <c:v>0.000160493</c:v>
                </c:pt>
                <c:pt idx="721">
                  <c:v>0.000162955</c:v>
                </c:pt>
                <c:pt idx="722">
                  <c:v>0.000165291</c:v>
                </c:pt>
                <c:pt idx="723">
                  <c:v>0.000167501</c:v>
                </c:pt>
                <c:pt idx="724">
                  <c:v>0.000169583</c:v>
                </c:pt>
                <c:pt idx="725">
                  <c:v>0.000171537</c:v>
                </c:pt>
                <c:pt idx="726">
                  <c:v>0.000173362</c:v>
                </c:pt>
                <c:pt idx="727">
                  <c:v>0.000175058</c:v>
                </c:pt>
                <c:pt idx="728">
                  <c:v>0.000176623</c:v>
                </c:pt>
                <c:pt idx="729">
                  <c:v>0.000178058</c:v>
                </c:pt>
                <c:pt idx="730">
                  <c:v>0.000179363</c:v>
                </c:pt>
                <c:pt idx="731">
                  <c:v>0.000180536</c:v>
                </c:pt>
                <c:pt idx="732">
                  <c:v>0.000181578</c:v>
                </c:pt>
                <c:pt idx="733">
                  <c:v>0.000182489</c:v>
                </c:pt>
                <c:pt idx="734">
                  <c:v>0.000183269</c:v>
                </c:pt>
                <c:pt idx="735">
                  <c:v>0.000183918</c:v>
                </c:pt>
                <c:pt idx="736">
                  <c:v>0.000184436</c:v>
                </c:pt>
                <c:pt idx="737">
                  <c:v>0.000184823</c:v>
                </c:pt>
                <c:pt idx="738">
                  <c:v>0.000185081</c:v>
                </c:pt>
                <c:pt idx="739">
                  <c:v>0.000185208</c:v>
                </c:pt>
                <c:pt idx="740">
                  <c:v>0.000185207</c:v>
                </c:pt>
                <c:pt idx="741">
                  <c:v>0.000185077</c:v>
                </c:pt>
                <c:pt idx="742">
                  <c:v>0.00018482</c:v>
                </c:pt>
                <c:pt idx="743">
                  <c:v>0.000184436</c:v>
                </c:pt>
                <c:pt idx="744">
                  <c:v>0.000183926</c:v>
                </c:pt>
                <c:pt idx="745">
                  <c:v>0.000183292</c:v>
                </c:pt>
                <c:pt idx="746">
                  <c:v>0.000182533</c:v>
                </c:pt>
                <c:pt idx="747">
                  <c:v>0.000181652</c:v>
                </c:pt>
                <c:pt idx="748">
                  <c:v>0.000180649</c:v>
                </c:pt>
                <c:pt idx="749">
                  <c:v>0.000179527</c:v>
                </c:pt>
                <c:pt idx="750">
                  <c:v>0.000178285</c:v>
                </c:pt>
                <c:pt idx="751">
                  <c:v>0.000176927</c:v>
                </c:pt>
                <c:pt idx="752">
                  <c:v>0.000175453</c:v>
                </c:pt>
                <c:pt idx="753">
                  <c:v>0.000173864</c:v>
                </c:pt>
                <c:pt idx="754">
                  <c:v>0.000172164</c:v>
                </c:pt>
                <c:pt idx="755">
                  <c:v>0.000170353</c:v>
                </c:pt>
                <c:pt idx="756">
                  <c:v>0.000168433</c:v>
                </c:pt>
                <c:pt idx="757">
                  <c:v>0.000166406</c:v>
                </c:pt>
                <c:pt idx="758">
                  <c:v>0.000164274</c:v>
                </c:pt>
                <c:pt idx="759">
                  <c:v>0.000162039</c:v>
                </c:pt>
                <c:pt idx="760">
                  <c:v>0.000159703</c:v>
                </c:pt>
                <c:pt idx="761">
                  <c:v>0.000157269</c:v>
                </c:pt>
                <c:pt idx="762">
                  <c:v>0.000154738</c:v>
                </c:pt>
                <c:pt idx="763">
                  <c:v>0.000152113</c:v>
                </c:pt>
                <c:pt idx="764">
                  <c:v>0.000149396</c:v>
                </c:pt>
                <c:pt idx="765">
                  <c:v>0.000146589</c:v>
                </c:pt>
                <c:pt idx="766">
                  <c:v>0.000143695</c:v>
                </c:pt>
                <c:pt idx="767">
                  <c:v>0.000140717</c:v>
                </c:pt>
                <c:pt idx="768">
                  <c:v>0.000137656</c:v>
                </c:pt>
                <c:pt idx="769">
                  <c:v>0.000134515</c:v>
                </c:pt>
                <c:pt idx="770">
                  <c:v>0.000131297</c:v>
                </c:pt>
                <c:pt idx="771">
                  <c:v>0.000128005</c:v>
                </c:pt>
                <c:pt idx="772">
                  <c:v>0.000124641</c:v>
                </c:pt>
                <c:pt idx="773">
                  <c:v>0.000121208</c:v>
                </c:pt>
                <c:pt idx="774">
                  <c:v>0.000117708</c:v>
                </c:pt>
                <c:pt idx="775">
                  <c:v>0.000114145</c:v>
                </c:pt>
                <c:pt idx="776">
                  <c:v>0.000110521</c:v>
                </c:pt>
                <c:pt idx="777">
                  <c:v>0.000106839</c:v>
                </c:pt>
                <c:pt idx="778">
                  <c:v>0.000103102</c:v>
                </c:pt>
                <c:pt idx="779">
                  <c:v>9.9313E-05</c:v>
                </c:pt>
                <c:pt idx="780">
                  <c:v>9.5474E-05</c:v>
                </c:pt>
                <c:pt idx="781">
                  <c:v>9.1589E-05</c:v>
                </c:pt>
                <c:pt idx="782">
                  <c:v>8.766E-05</c:v>
                </c:pt>
                <c:pt idx="783">
                  <c:v>8.3691E-05</c:v>
                </c:pt>
                <c:pt idx="784">
                  <c:v>7.9684E-05</c:v>
                </c:pt>
                <c:pt idx="785">
                  <c:v>7.5643E-05</c:v>
                </c:pt>
                <c:pt idx="786">
                  <c:v>7.157E-05</c:v>
                </c:pt>
                <c:pt idx="787">
                  <c:v>6.7468E-05</c:v>
                </c:pt>
                <c:pt idx="788">
                  <c:v>6.334E-05</c:v>
                </c:pt>
                <c:pt idx="789">
                  <c:v>5.919E-05</c:v>
                </c:pt>
                <c:pt idx="790">
                  <c:v>5.502E-05</c:v>
                </c:pt>
                <c:pt idx="791">
                  <c:v>5.0834E-05</c:v>
                </c:pt>
                <c:pt idx="792">
                  <c:v>4.6633E-05</c:v>
                </c:pt>
                <c:pt idx="793">
                  <c:v>4.2423E-05</c:v>
                </c:pt>
                <c:pt idx="794">
                  <c:v>3.8204E-05</c:v>
                </c:pt>
                <c:pt idx="795">
                  <c:v>3.398E-05</c:v>
                </c:pt>
                <c:pt idx="796">
                  <c:v>2.9755E-05</c:v>
                </c:pt>
                <c:pt idx="797">
                  <c:v>2.5531E-05</c:v>
                </c:pt>
                <c:pt idx="798">
                  <c:v>2.1311E-05</c:v>
                </c:pt>
                <c:pt idx="799">
                  <c:v>1.7098E-05</c:v>
                </c:pt>
                <c:pt idx="800">
                  <c:v>1.2894E-05</c:v>
                </c:pt>
                <c:pt idx="801">
                  <c:v>8.704E-06</c:v>
                </c:pt>
                <c:pt idx="802">
                  <c:v>4.529E-06</c:v>
                </c:pt>
                <c:pt idx="803">
                  <c:v>3.72E-07</c:v>
                </c:pt>
                <c:pt idx="804">
                  <c:v>-3.764E-06</c:v>
                </c:pt>
                <c:pt idx="805">
                  <c:v>-7.875E-06</c:v>
                </c:pt>
                <c:pt idx="806">
                  <c:v>-1.196E-05</c:v>
                </c:pt>
                <c:pt idx="807">
                  <c:v>-1.6016E-05</c:v>
                </c:pt>
                <c:pt idx="808">
                  <c:v>-2.004E-05</c:v>
                </c:pt>
                <c:pt idx="809">
                  <c:v>-2.4029E-05</c:v>
                </c:pt>
                <c:pt idx="810">
                  <c:v>-2.7981E-05</c:v>
                </c:pt>
                <c:pt idx="811">
                  <c:v>-3.1893E-05</c:v>
                </c:pt>
                <c:pt idx="812">
                  <c:v>-3.5763E-05</c:v>
                </c:pt>
                <c:pt idx="813">
                  <c:v>-3.9588E-05</c:v>
                </c:pt>
                <c:pt idx="814">
                  <c:v>-4.3366E-05</c:v>
                </c:pt>
                <c:pt idx="815">
                  <c:v>-4.7094E-05</c:v>
                </c:pt>
                <c:pt idx="816">
                  <c:v>-5.0771E-05</c:v>
                </c:pt>
                <c:pt idx="817">
                  <c:v>-5.4393E-05</c:v>
                </c:pt>
                <c:pt idx="818">
                  <c:v>-5.7959E-05</c:v>
                </c:pt>
                <c:pt idx="819">
                  <c:v>-6.1467E-05</c:v>
                </c:pt>
                <c:pt idx="820">
                  <c:v>-6.4914E-05</c:v>
                </c:pt>
                <c:pt idx="821">
                  <c:v>-6.8298E-05</c:v>
                </c:pt>
                <c:pt idx="822">
                  <c:v>-7.1617E-05</c:v>
                </c:pt>
                <c:pt idx="823">
                  <c:v>-7.487E-05</c:v>
                </c:pt>
                <c:pt idx="824">
                  <c:v>-7.8054E-05</c:v>
                </c:pt>
                <c:pt idx="825">
                  <c:v>-8.1167E-05</c:v>
                </c:pt>
                <c:pt idx="826">
                  <c:v>-8.4208E-05</c:v>
                </c:pt>
                <c:pt idx="827">
                  <c:v>-8.7175E-05</c:v>
                </c:pt>
                <c:pt idx="828">
                  <c:v>-9.0067E-05</c:v>
                </c:pt>
                <c:pt idx="829">
                  <c:v>-9.2881E-05</c:v>
                </c:pt>
                <c:pt idx="830">
                  <c:v>-9.5616E-05</c:v>
                </c:pt>
                <c:pt idx="831">
                  <c:v>-9.8271E-05</c:v>
                </c:pt>
                <c:pt idx="832">
                  <c:v>-0.000100844</c:v>
                </c:pt>
                <c:pt idx="833">
                  <c:v>-0.000103334</c:v>
                </c:pt>
                <c:pt idx="834">
                  <c:v>-0.000105739</c:v>
                </c:pt>
                <c:pt idx="835">
                  <c:v>-0.000108059</c:v>
                </c:pt>
                <c:pt idx="836">
                  <c:v>-0.000110292</c:v>
                </c:pt>
                <c:pt idx="837">
                  <c:v>-0.000112437</c:v>
                </c:pt>
                <c:pt idx="838">
                  <c:v>-0.000114492</c:v>
                </c:pt>
                <c:pt idx="839">
                  <c:v>-0.000116458</c:v>
                </c:pt>
                <c:pt idx="840">
                  <c:v>-0.000118334</c:v>
                </c:pt>
                <c:pt idx="841">
                  <c:v>-0.000120117</c:v>
                </c:pt>
                <c:pt idx="842">
                  <c:v>-0.000121808</c:v>
                </c:pt>
                <c:pt idx="843">
                  <c:v>-0.000123406</c:v>
                </c:pt>
                <c:pt idx="844">
                  <c:v>-0.00012491</c:v>
                </c:pt>
                <c:pt idx="845">
                  <c:v>-0.00012632</c:v>
                </c:pt>
                <c:pt idx="846">
                  <c:v>-0.000127635</c:v>
                </c:pt>
                <c:pt idx="847">
                  <c:v>-0.000128855</c:v>
                </c:pt>
                <c:pt idx="848">
                  <c:v>-0.000129979</c:v>
                </c:pt>
                <c:pt idx="849">
                  <c:v>-0.000131008</c:v>
                </c:pt>
                <c:pt idx="850">
                  <c:v>-0.00013194</c:v>
                </c:pt>
                <c:pt idx="851">
                  <c:v>-0.000132776</c:v>
                </c:pt>
                <c:pt idx="852">
                  <c:v>-0.000133516</c:v>
                </c:pt>
                <c:pt idx="853">
                  <c:v>-0.00013416</c:v>
                </c:pt>
                <c:pt idx="854">
                  <c:v>-0.000134707</c:v>
                </c:pt>
                <c:pt idx="855">
                  <c:v>-0.000135158</c:v>
                </c:pt>
                <c:pt idx="856">
                  <c:v>-0.000135513</c:v>
                </c:pt>
                <c:pt idx="857">
                  <c:v>-0.000135772</c:v>
                </c:pt>
                <c:pt idx="858">
                  <c:v>-0.000135936</c:v>
                </c:pt>
                <c:pt idx="859">
                  <c:v>-0.000136005</c:v>
                </c:pt>
                <c:pt idx="860">
                  <c:v>-0.00013598</c:v>
                </c:pt>
                <c:pt idx="861">
                  <c:v>-0.00013586</c:v>
                </c:pt>
                <c:pt idx="862">
                  <c:v>-0.000135647</c:v>
                </c:pt>
                <c:pt idx="863">
                  <c:v>-0.000135341</c:v>
                </c:pt>
                <c:pt idx="864">
                  <c:v>-0.000134943</c:v>
                </c:pt>
                <c:pt idx="865">
                  <c:v>-0.000134453</c:v>
                </c:pt>
                <c:pt idx="866">
                  <c:v>-0.000133873</c:v>
                </c:pt>
                <c:pt idx="867">
                  <c:v>-0.000133203</c:v>
                </c:pt>
                <c:pt idx="868">
                  <c:v>-0.000132444</c:v>
                </c:pt>
                <c:pt idx="869">
                  <c:v>-0.000131597</c:v>
                </c:pt>
                <c:pt idx="870">
                  <c:v>-0.000130664</c:v>
                </c:pt>
                <c:pt idx="871">
                  <c:v>-0.000129644</c:v>
                </c:pt>
                <c:pt idx="872">
                  <c:v>-0.000128541</c:v>
                </c:pt>
                <c:pt idx="873">
                  <c:v>-0.000127354</c:v>
                </c:pt>
                <c:pt idx="874">
                  <c:v>-0.000126084</c:v>
                </c:pt>
                <c:pt idx="875">
                  <c:v>-0.000124735</c:v>
                </c:pt>
                <c:pt idx="876">
                  <c:v>-0.000123305</c:v>
                </c:pt>
                <c:pt idx="877">
                  <c:v>-0.000121798</c:v>
                </c:pt>
                <c:pt idx="878">
                  <c:v>-0.000120214</c:v>
                </c:pt>
                <c:pt idx="879">
                  <c:v>-0.000118555</c:v>
                </c:pt>
                <c:pt idx="880">
                  <c:v>-0.000116822</c:v>
                </c:pt>
                <c:pt idx="881">
                  <c:v>-0.000115017</c:v>
                </c:pt>
                <c:pt idx="882">
                  <c:v>-0.000113142</c:v>
                </c:pt>
                <c:pt idx="883">
                  <c:v>-0.000111199</c:v>
                </c:pt>
                <c:pt idx="884">
                  <c:v>-0.000109188</c:v>
                </c:pt>
                <c:pt idx="885">
                  <c:v>-0.000107112</c:v>
                </c:pt>
                <c:pt idx="886">
                  <c:v>-0.000104973</c:v>
                </c:pt>
                <c:pt idx="887">
                  <c:v>-0.000102771</c:v>
                </c:pt>
                <c:pt idx="888">
                  <c:v>-0.00010051</c:v>
                </c:pt>
                <c:pt idx="889">
                  <c:v>-9.8192E-05</c:v>
                </c:pt>
                <c:pt idx="890">
                  <c:v>-9.5817E-05</c:v>
                </c:pt>
                <c:pt idx="891">
                  <c:v>-9.3388E-05</c:v>
                </c:pt>
                <c:pt idx="892">
                  <c:v>-9.0906E-05</c:v>
                </c:pt>
                <c:pt idx="893">
                  <c:v>-8.8375E-05</c:v>
                </c:pt>
                <c:pt idx="894">
                  <c:v>-8.5795E-05</c:v>
                </c:pt>
                <c:pt idx="895">
                  <c:v>-8.317E-05</c:v>
                </c:pt>
                <c:pt idx="896">
                  <c:v>-8.05E-05</c:v>
                </c:pt>
                <c:pt idx="897">
                  <c:v>-7.7788E-05</c:v>
                </c:pt>
                <c:pt idx="898">
                  <c:v>-7.5037E-05</c:v>
                </c:pt>
                <c:pt idx="899">
                  <c:v>-7.2247E-05</c:v>
                </c:pt>
                <c:pt idx="900">
                  <c:v>-6.9422E-05</c:v>
                </c:pt>
                <c:pt idx="901">
                  <c:v>-6.6563E-05</c:v>
                </c:pt>
                <c:pt idx="902">
                  <c:v>-6.3674E-05</c:v>
                </c:pt>
                <c:pt idx="903">
                  <c:v>-6.0754E-05</c:v>
                </c:pt>
                <c:pt idx="904">
                  <c:v>-5.7808E-05</c:v>
                </c:pt>
                <c:pt idx="905">
                  <c:v>-5.4837E-05</c:v>
                </c:pt>
                <c:pt idx="906">
                  <c:v>-5.1843E-05</c:v>
                </c:pt>
                <c:pt idx="907">
                  <c:v>-4.8829E-05</c:v>
                </c:pt>
                <c:pt idx="908">
                  <c:v>-4.5797E-05</c:v>
                </c:pt>
                <c:pt idx="909">
                  <c:v>-4.2748E-05</c:v>
                </c:pt>
                <c:pt idx="910">
                  <c:v>-3.9686E-05</c:v>
                </c:pt>
                <c:pt idx="911">
                  <c:v>-3.6612E-05</c:v>
                </c:pt>
                <c:pt idx="912">
                  <c:v>-3.3528E-05</c:v>
                </c:pt>
                <c:pt idx="913">
                  <c:v>-3.0437E-05</c:v>
                </c:pt>
                <c:pt idx="914">
                  <c:v>-2.7341E-05</c:v>
                </c:pt>
                <c:pt idx="915">
                  <c:v>-2.4242E-05</c:v>
                </c:pt>
                <c:pt idx="916">
                  <c:v>-2.1142E-05</c:v>
                </c:pt>
                <c:pt idx="917">
                  <c:v>-1.8043E-05</c:v>
                </c:pt>
                <c:pt idx="918">
                  <c:v>-1.4948E-05</c:v>
                </c:pt>
                <c:pt idx="919">
                  <c:v>-1.1858E-05</c:v>
                </c:pt>
                <c:pt idx="920">
                  <c:v>-8.776E-06</c:v>
                </c:pt>
                <c:pt idx="921">
                  <c:v>-5.704E-06</c:v>
                </c:pt>
                <c:pt idx="922">
                  <c:v>-2.644E-06</c:v>
                </c:pt>
                <c:pt idx="923">
                  <c:v>4.02E-07</c:v>
                </c:pt>
                <c:pt idx="924">
                  <c:v>3.432E-06</c:v>
                </c:pt>
                <c:pt idx="925">
                  <c:v>6.445E-06</c:v>
                </c:pt>
                <c:pt idx="926">
                  <c:v>9.437E-06</c:v>
                </c:pt>
                <c:pt idx="927">
                  <c:v>1.2407E-05</c:v>
                </c:pt>
                <c:pt idx="928">
                  <c:v>1.5354E-05</c:v>
                </c:pt>
                <c:pt idx="929">
                  <c:v>1.8274E-05</c:v>
                </c:pt>
                <c:pt idx="930">
                  <c:v>2.1167E-05</c:v>
                </c:pt>
                <c:pt idx="931">
                  <c:v>2.4031E-05</c:v>
                </c:pt>
                <c:pt idx="932">
                  <c:v>2.6863E-05</c:v>
                </c:pt>
                <c:pt idx="933">
                  <c:v>2.9662E-05</c:v>
                </c:pt>
                <c:pt idx="934">
                  <c:v>3.2425E-05</c:v>
                </c:pt>
                <c:pt idx="935">
                  <c:v>3.5153E-05</c:v>
                </c:pt>
                <c:pt idx="936">
                  <c:v>3.7841E-05</c:v>
                </c:pt>
                <c:pt idx="937">
                  <c:v>4.049E-05</c:v>
                </c:pt>
                <c:pt idx="938">
                  <c:v>4.3097E-05</c:v>
                </c:pt>
                <c:pt idx="939">
                  <c:v>4.5661E-05</c:v>
                </c:pt>
                <c:pt idx="940">
                  <c:v>4.818E-05</c:v>
                </c:pt>
                <c:pt idx="941">
                  <c:v>5.0652E-05</c:v>
                </c:pt>
                <c:pt idx="942">
                  <c:v>5.3077E-05</c:v>
                </c:pt>
                <c:pt idx="943">
                  <c:v>5.5452E-05</c:v>
                </c:pt>
                <c:pt idx="944">
                  <c:v>5.7777E-05</c:v>
                </c:pt>
                <c:pt idx="945">
                  <c:v>6.005E-05</c:v>
                </c:pt>
                <c:pt idx="946">
                  <c:v>6.227E-05</c:v>
                </c:pt>
                <c:pt idx="947">
                  <c:v>6.4434E-05</c:v>
                </c:pt>
                <c:pt idx="948">
                  <c:v>6.6544E-05</c:v>
                </c:pt>
                <c:pt idx="949">
                  <c:v>6.8596E-05</c:v>
                </c:pt>
                <c:pt idx="950">
                  <c:v>7.059E-05</c:v>
                </c:pt>
                <c:pt idx="951">
                  <c:v>7.2525E-05</c:v>
                </c:pt>
                <c:pt idx="952">
                  <c:v>7.44E-05</c:v>
                </c:pt>
                <c:pt idx="953">
                  <c:v>7.6213E-05</c:v>
                </c:pt>
                <c:pt idx="954">
                  <c:v>7.7965E-05</c:v>
                </c:pt>
                <c:pt idx="955">
                  <c:v>7.9653E-05</c:v>
                </c:pt>
                <c:pt idx="956">
                  <c:v>8.1277E-05</c:v>
                </c:pt>
                <c:pt idx="957">
                  <c:v>8.2837E-05</c:v>
                </c:pt>
                <c:pt idx="958">
                  <c:v>8.4332E-05</c:v>
                </c:pt>
                <c:pt idx="959">
                  <c:v>8.576E-05</c:v>
                </c:pt>
                <c:pt idx="960">
                  <c:v>8.7121E-05</c:v>
                </c:pt>
                <c:pt idx="961">
                  <c:v>8.8415E-05</c:v>
                </c:pt>
                <c:pt idx="962">
                  <c:v>8.9642E-05</c:v>
                </c:pt>
                <c:pt idx="963">
                  <c:v>9.0799E-05</c:v>
                </c:pt>
                <c:pt idx="964">
                  <c:v>9.1888E-05</c:v>
                </c:pt>
                <c:pt idx="965">
                  <c:v>9.2908E-05</c:v>
                </c:pt>
                <c:pt idx="966">
                  <c:v>9.3858E-05</c:v>
                </c:pt>
                <c:pt idx="967">
                  <c:v>9.4738E-05</c:v>
                </c:pt>
                <c:pt idx="968">
                  <c:v>9.5548E-05</c:v>
                </c:pt>
                <c:pt idx="969">
                  <c:v>9.6287E-05</c:v>
                </c:pt>
                <c:pt idx="970">
                  <c:v>9.6956E-05</c:v>
                </c:pt>
                <c:pt idx="971">
                  <c:v>9.7555E-05</c:v>
                </c:pt>
                <c:pt idx="972">
                  <c:v>9.8082E-05</c:v>
                </c:pt>
                <c:pt idx="973">
                  <c:v>9.8539E-05</c:v>
                </c:pt>
                <c:pt idx="974">
                  <c:v>9.8926E-05</c:v>
                </c:pt>
                <c:pt idx="975">
                  <c:v>9.9241E-05</c:v>
                </c:pt>
                <c:pt idx="976">
                  <c:v>9.9487E-05</c:v>
                </c:pt>
                <c:pt idx="977">
                  <c:v>9.9662E-05</c:v>
                </c:pt>
                <c:pt idx="978">
                  <c:v>9.9767E-05</c:v>
                </c:pt>
                <c:pt idx="979">
                  <c:v>9.9803E-05</c:v>
                </c:pt>
                <c:pt idx="980">
                  <c:v>9.9769E-05</c:v>
                </c:pt>
                <c:pt idx="981">
                  <c:v>9.9666E-05</c:v>
                </c:pt>
                <c:pt idx="982">
                  <c:v>9.9495E-05</c:v>
                </c:pt>
                <c:pt idx="983">
                  <c:v>9.9255E-05</c:v>
                </c:pt>
                <c:pt idx="984">
                  <c:v>9.8948E-05</c:v>
                </c:pt>
                <c:pt idx="985">
                  <c:v>9.8574E-05</c:v>
                </c:pt>
                <c:pt idx="986">
                  <c:v>9.8134E-05</c:v>
                </c:pt>
                <c:pt idx="987">
                  <c:v>9.7628E-05</c:v>
                </c:pt>
                <c:pt idx="988">
                  <c:v>9.7057E-05</c:v>
                </c:pt>
                <c:pt idx="989">
                  <c:v>9.6421E-05</c:v>
                </c:pt>
                <c:pt idx="990">
                  <c:v>9.5722E-05</c:v>
                </c:pt>
                <c:pt idx="991">
                  <c:v>9.496E-05</c:v>
                </c:pt>
                <c:pt idx="992">
                  <c:v>9.4137E-05</c:v>
                </c:pt>
                <c:pt idx="993">
                  <c:v>9.3252E-05</c:v>
                </c:pt>
                <c:pt idx="994">
                  <c:v>9.2307E-05</c:v>
                </c:pt>
                <c:pt idx="995">
                  <c:v>9.1303E-05</c:v>
                </c:pt>
                <c:pt idx="996">
                  <c:v>9.0241E-05</c:v>
                </c:pt>
                <c:pt idx="997">
                  <c:v>8.9122E-05</c:v>
                </c:pt>
                <c:pt idx="998">
                  <c:v>8.7947E-05</c:v>
                </c:pt>
                <c:pt idx="999">
                  <c:v>8.6717E-05</c:v>
                </c:pt>
                <c:pt idx="1000">
                  <c:v>8.5433E-05</c:v>
                </c:pt>
                <c:pt idx="1001">
                  <c:v>8.4097E-05</c:v>
                </c:pt>
                <c:pt idx="1002">
                  <c:v>8.2709E-05</c:v>
                </c:pt>
                <c:pt idx="1003">
                  <c:v>8.1271E-05</c:v>
                </c:pt>
                <c:pt idx="1004">
                  <c:v>7.9784E-05</c:v>
                </c:pt>
                <c:pt idx="1005">
                  <c:v>7.8249E-05</c:v>
                </c:pt>
                <c:pt idx="1006">
                  <c:v>7.6668E-05</c:v>
                </c:pt>
                <c:pt idx="1007">
                  <c:v>7.5042E-05</c:v>
                </c:pt>
                <c:pt idx="1008">
                  <c:v>7.3373E-05</c:v>
                </c:pt>
                <c:pt idx="1009">
                  <c:v>7.1661E-05</c:v>
                </c:pt>
                <c:pt idx="1010">
                  <c:v>6.9908E-05</c:v>
                </c:pt>
                <c:pt idx="1011">
                  <c:v>6.8116E-05</c:v>
                </c:pt>
                <c:pt idx="1012">
                  <c:v>6.6286E-05</c:v>
                </c:pt>
                <c:pt idx="1013">
                  <c:v>6.4419E-05</c:v>
                </c:pt>
                <c:pt idx="1014">
                  <c:v>6.2518E-05</c:v>
                </c:pt>
                <c:pt idx="1015">
                  <c:v>6.0582E-05</c:v>
                </c:pt>
                <c:pt idx="1016">
                  <c:v>5.8615E-05</c:v>
                </c:pt>
                <c:pt idx="1017">
                  <c:v>5.6617E-05</c:v>
                </c:pt>
                <c:pt idx="1018">
                  <c:v>5.459E-05</c:v>
                </c:pt>
                <c:pt idx="1019">
                  <c:v>5.2536E-05</c:v>
                </c:pt>
                <c:pt idx="1020">
                  <c:v>5.0456E-05</c:v>
                </c:pt>
                <c:pt idx="1021">
                  <c:v>4.8352E-05</c:v>
                </c:pt>
                <c:pt idx="1022">
                  <c:v>4.6225E-05</c:v>
                </c:pt>
                <c:pt idx="1023">
                  <c:v>4.4077E-05</c:v>
                </c:pt>
                <c:pt idx="1024">
                  <c:v>4.1909E-05</c:v>
                </c:pt>
                <c:pt idx="1025">
                  <c:v>3.9724E-05</c:v>
                </c:pt>
                <c:pt idx="1026">
                  <c:v>3.7522E-05</c:v>
                </c:pt>
                <c:pt idx="1027">
                  <c:v>3.5306E-05</c:v>
                </c:pt>
                <c:pt idx="1028">
                  <c:v>3.3076E-05</c:v>
                </c:pt>
                <c:pt idx="1029">
                  <c:v>3.0835E-05</c:v>
                </c:pt>
                <c:pt idx="1030">
                  <c:v>2.8585E-05</c:v>
                </c:pt>
                <c:pt idx="1031">
                  <c:v>2.6326E-05</c:v>
                </c:pt>
                <c:pt idx="1032">
                  <c:v>2.406E-05</c:v>
                </c:pt>
                <c:pt idx="1033">
                  <c:v>2.1789E-05</c:v>
                </c:pt>
                <c:pt idx="1034">
                  <c:v>1.9515E-05</c:v>
                </c:pt>
                <c:pt idx="1035">
                  <c:v>1.7239E-05</c:v>
                </c:pt>
                <c:pt idx="1036">
                  <c:v>1.4963E-05</c:v>
                </c:pt>
                <c:pt idx="1037">
                  <c:v>1.2689E-05</c:v>
                </c:pt>
                <c:pt idx="1038">
                  <c:v>1.0417E-05</c:v>
                </c:pt>
                <c:pt idx="1039">
                  <c:v>8.15E-06</c:v>
                </c:pt>
                <c:pt idx="1040">
                  <c:v>5.888E-06</c:v>
                </c:pt>
                <c:pt idx="1041">
                  <c:v>3.635E-06</c:v>
                </c:pt>
                <c:pt idx="1042">
                  <c:v>1.39E-06</c:v>
                </c:pt>
                <c:pt idx="1043">
                  <c:v>-8.44E-07</c:v>
                </c:pt>
                <c:pt idx="1044">
                  <c:v>-3.066E-06</c:v>
                </c:pt>
                <c:pt idx="1045">
                  <c:v>-5.275E-06</c:v>
                </c:pt>
                <c:pt idx="1046">
                  <c:v>-7.468E-06</c:v>
                </c:pt>
                <c:pt idx="1047">
                  <c:v>-9.645E-06</c:v>
                </c:pt>
                <c:pt idx="1048">
                  <c:v>-1.1804E-05</c:v>
                </c:pt>
                <c:pt idx="1049">
                  <c:v>-1.3943E-05</c:v>
                </c:pt>
                <c:pt idx="1050">
                  <c:v>-1.6063E-05</c:v>
                </c:pt>
                <c:pt idx="1051">
                  <c:v>-1.8159E-05</c:v>
                </c:pt>
                <c:pt idx="1052">
                  <c:v>-2.0233E-05</c:v>
                </c:pt>
                <c:pt idx="1053">
                  <c:v>-2.2282E-05</c:v>
                </c:pt>
                <c:pt idx="1054">
                  <c:v>-2.4305E-05</c:v>
                </c:pt>
                <c:pt idx="1055">
                  <c:v>-2.63E-05</c:v>
                </c:pt>
                <c:pt idx="1056">
                  <c:v>-2.8267E-05</c:v>
                </c:pt>
                <c:pt idx="1057">
                  <c:v>-3.0205E-05</c:v>
                </c:pt>
                <c:pt idx="1058">
                  <c:v>-3.2111E-05</c:v>
                </c:pt>
                <c:pt idx="1059">
                  <c:v>-3.3986E-05</c:v>
                </c:pt>
                <c:pt idx="1060">
                  <c:v>-3.5827E-05</c:v>
                </c:pt>
                <c:pt idx="1061">
                  <c:v>-3.7634E-05</c:v>
                </c:pt>
                <c:pt idx="1062">
                  <c:v>-3.9405E-05</c:v>
                </c:pt>
                <c:pt idx="1063">
                  <c:v>-4.114E-05</c:v>
                </c:pt>
                <c:pt idx="1064">
                  <c:v>-4.2838E-05</c:v>
                </c:pt>
                <c:pt idx="1065">
                  <c:v>-4.4497E-05</c:v>
                </c:pt>
                <c:pt idx="1066">
                  <c:v>-4.6117E-05</c:v>
                </c:pt>
                <c:pt idx="1067">
                  <c:v>-4.7696E-05</c:v>
                </c:pt>
                <c:pt idx="1068">
                  <c:v>-4.9234E-05</c:v>
                </c:pt>
                <c:pt idx="1069">
                  <c:v>-5.0731E-05</c:v>
                </c:pt>
                <c:pt idx="1070">
                  <c:v>-5.2184E-05</c:v>
                </c:pt>
                <c:pt idx="1071">
                  <c:v>-5.3594E-05</c:v>
                </c:pt>
                <c:pt idx="1072">
                  <c:v>-5.4959E-05</c:v>
                </c:pt>
                <c:pt idx="1073">
                  <c:v>-5.6279E-05</c:v>
                </c:pt>
                <c:pt idx="1074">
                  <c:v>-5.7553E-05</c:v>
                </c:pt>
                <c:pt idx="1075">
                  <c:v>-5.8781E-05</c:v>
                </c:pt>
                <c:pt idx="1076">
                  <c:v>-5.9962E-05</c:v>
                </c:pt>
                <c:pt idx="1077">
                  <c:v>-6.1095E-05</c:v>
                </c:pt>
                <c:pt idx="1078">
                  <c:v>-6.218E-05</c:v>
                </c:pt>
                <c:pt idx="1079">
                  <c:v>-6.3217E-05</c:v>
                </c:pt>
                <c:pt idx="1080">
                  <c:v>-6.4204E-05</c:v>
                </c:pt>
                <c:pt idx="1081">
                  <c:v>-6.5142E-05</c:v>
                </c:pt>
                <c:pt idx="1082">
                  <c:v>-6.6029E-05</c:v>
                </c:pt>
                <c:pt idx="1083">
                  <c:v>-6.6867E-05</c:v>
                </c:pt>
                <c:pt idx="1084">
                  <c:v>-6.7653E-05</c:v>
                </c:pt>
                <c:pt idx="1085">
                  <c:v>-6.8389E-05</c:v>
                </c:pt>
                <c:pt idx="1086">
                  <c:v>-6.9074E-05</c:v>
                </c:pt>
                <c:pt idx="1087">
                  <c:v>-6.9707E-05</c:v>
                </c:pt>
                <c:pt idx="1088">
                  <c:v>-7.0288E-05</c:v>
                </c:pt>
                <c:pt idx="1089">
                  <c:v>-7.0818E-05</c:v>
                </c:pt>
                <c:pt idx="1090">
                  <c:v>-7.1296E-05</c:v>
                </c:pt>
                <c:pt idx="1091">
                  <c:v>-7.1723E-05</c:v>
                </c:pt>
                <c:pt idx="1092">
                  <c:v>-7.2097E-05</c:v>
                </c:pt>
                <c:pt idx="1093">
                  <c:v>-7.2419E-05</c:v>
                </c:pt>
                <c:pt idx="1094">
                  <c:v>-7.269E-05</c:v>
                </c:pt>
                <c:pt idx="1095">
                  <c:v>-7.2909E-05</c:v>
                </c:pt>
                <c:pt idx="1096">
                  <c:v>-7.3076E-05</c:v>
                </c:pt>
                <c:pt idx="1097">
                  <c:v>-7.3192E-05</c:v>
                </c:pt>
                <c:pt idx="1098">
                  <c:v>-7.3256E-05</c:v>
                </c:pt>
                <c:pt idx="1099">
                  <c:v>-7.327E-05</c:v>
                </c:pt>
                <c:pt idx="1100">
                  <c:v>-7.3232E-05</c:v>
                </c:pt>
                <c:pt idx="1101">
                  <c:v>-7.3144E-05</c:v>
                </c:pt>
                <c:pt idx="1102">
                  <c:v>-7.3006E-05</c:v>
                </c:pt>
                <c:pt idx="1103">
                  <c:v>-7.2818E-05</c:v>
                </c:pt>
                <c:pt idx="1104">
                  <c:v>-7.258E-05</c:v>
                </c:pt>
                <c:pt idx="1105">
                  <c:v>-7.2293E-05</c:v>
                </c:pt>
                <c:pt idx="1106">
                  <c:v>-7.1958E-05</c:v>
                </c:pt>
                <c:pt idx="1107">
                  <c:v>-7.1575E-05</c:v>
                </c:pt>
                <c:pt idx="1108">
                  <c:v>-7.1144E-05</c:v>
                </c:pt>
                <c:pt idx="1109">
                  <c:v>-7.0666E-05</c:v>
                </c:pt>
                <c:pt idx="1110">
                  <c:v>-7.0141E-05</c:v>
                </c:pt>
                <c:pt idx="1111">
                  <c:v>-6.9571E-05</c:v>
                </c:pt>
                <c:pt idx="1112">
                  <c:v>-6.8955E-05</c:v>
                </c:pt>
                <c:pt idx="1113">
                  <c:v>-6.8294E-05</c:v>
                </c:pt>
                <c:pt idx="1114">
                  <c:v>-6.759E-05</c:v>
                </c:pt>
                <c:pt idx="1115">
                  <c:v>-6.6843E-05</c:v>
                </c:pt>
                <c:pt idx="1116">
                  <c:v>-6.6053E-05</c:v>
                </c:pt>
                <c:pt idx="1117">
                  <c:v>-6.5221E-05</c:v>
                </c:pt>
                <c:pt idx="1118">
                  <c:v>-6.4349E-05</c:v>
                </c:pt>
                <c:pt idx="1119">
                  <c:v>-6.3436E-05</c:v>
                </c:pt>
                <c:pt idx="1120">
                  <c:v>-6.2484E-05</c:v>
                </c:pt>
                <c:pt idx="1121">
                  <c:v>-6.1494E-05</c:v>
                </c:pt>
                <c:pt idx="1122">
                  <c:v>-6.0467E-05</c:v>
                </c:pt>
                <c:pt idx="1123">
                  <c:v>-5.9402E-05</c:v>
                </c:pt>
                <c:pt idx="1124">
                  <c:v>-5.8302E-05</c:v>
                </c:pt>
                <c:pt idx="1125">
                  <c:v>-5.7168E-05</c:v>
                </c:pt>
                <c:pt idx="1126">
                  <c:v>-5.5999E-05</c:v>
                </c:pt>
                <c:pt idx="1127">
                  <c:v>-5.4798E-05</c:v>
                </c:pt>
                <c:pt idx="1128">
                  <c:v>-5.3565E-05</c:v>
                </c:pt>
                <c:pt idx="1129">
                  <c:v>-5.2301E-05</c:v>
                </c:pt>
                <c:pt idx="1130">
                  <c:v>-5.1008E-05</c:v>
                </c:pt>
                <c:pt idx="1131">
                  <c:v>-4.9686E-05</c:v>
                </c:pt>
                <c:pt idx="1132">
                  <c:v>-4.8336E-05</c:v>
                </c:pt>
                <c:pt idx="1133">
                  <c:v>-4.696E-05</c:v>
                </c:pt>
                <c:pt idx="1134">
                  <c:v>-4.5558E-05</c:v>
                </c:pt>
                <c:pt idx="1135">
                  <c:v>-4.4132E-05</c:v>
                </c:pt>
                <c:pt idx="1136">
                  <c:v>-4.2683E-05</c:v>
                </c:pt>
                <c:pt idx="1137">
                  <c:v>-4.1212E-05</c:v>
                </c:pt>
                <c:pt idx="1138">
                  <c:v>-3.9719E-05</c:v>
                </c:pt>
                <c:pt idx="1139">
                  <c:v>-3.8207E-05</c:v>
                </c:pt>
                <c:pt idx="1140">
                  <c:v>-3.6676E-05</c:v>
                </c:pt>
                <c:pt idx="1141">
                  <c:v>-3.5128E-05</c:v>
                </c:pt>
                <c:pt idx="1142">
                  <c:v>-3.3563E-05</c:v>
                </c:pt>
                <c:pt idx="1143">
                  <c:v>-3.1983E-05</c:v>
                </c:pt>
                <c:pt idx="1144">
                  <c:v>-3.0389E-05</c:v>
                </c:pt>
                <c:pt idx="1145">
                  <c:v>-2.8783E-05</c:v>
                </c:pt>
                <c:pt idx="1146">
                  <c:v>-2.7164E-05</c:v>
                </c:pt>
                <c:pt idx="1147">
                  <c:v>-2.5535E-05</c:v>
                </c:pt>
                <c:pt idx="1148">
                  <c:v>-2.3897E-05</c:v>
                </c:pt>
                <c:pt idx="1149">
                  <c:v>-2.2251E-05</c:v>
                </c:pt>
                <c:pt idx="1150">
                  <c:v>-2.0598E-05</c:v>
                </c:pt>
                <c:pt idx="1151">
                  <c:v>-1.8939E-05</c:v>
                </c:pt>
                <c:pt idx="1152">
                  <c:v>-1.7275E-05</c:v>
                </c:pt>
                <c:pt idx="1153">
                  <c:v>-1.5608E-05</c:v>
                </c:pt>
                <c:pt idx="1154">
                  <c:v>-1.3939E-05</c:v>
                </c:pt>
                <c:pt idx="1155">
                  <c:v>-1.2269E-05</c:v>
                </c:pt>
                <c:pt idx="1156">
                  <c:v>-1.0599E-05</c:v>
                </c:pt>
                <c:pt idx="1157">
                  <c:v>-8.93E-06</c:v>
                </c:pt>
                <c:pt idx="1158">
                  <c:v>-7.264E-06</c:v>
                </c:pt>
                <c:pt idx="1159">
                  <c:v>-5.601E-06</c:v>
                </c:pt>
                <c:pt idx="1160">
                  <c:v>-3.942E-06</c:v>
                </c:pt>
                <c:pt idx="1161">
                  <c:v>-2.29E-06</c:v>
                </c:pt>
                <c:pt idx="1162">
                  <c:v>-6.45E-07</c:v>
                </c:pt>
                <c:pt idx="1163">
                  <c:v>9.93E-07</c:v>
                </c:pt>
                <c:pt idx="1164">
                  <c:v>2.621E-06</c:v>
                </c:pt>
                <c:pt idx="1165">
                  <c:v>4.239E-06</c:v>
                </c:pt>
                <c:pt idx="1166">
                  <c:v>5.846E-06</c:v>
                </c:pt>
                <c:pt idx="1167">
                  <c:v>7.441E-06</c:v>
                </c:pt>
                <c:pt idx="1168">
                  <c:v>9.022E-06</c:v>
                </c:pt>
                <c:pt idx="1169">
                  <c:v>1.0588E-05</c:v>
                </c:pt>
                <c:pt idx="1170">
                  <c:v>1.214E-05</c:v>
                </c:pt>
                <c:pt idx="1171">
                  <c:v>1.3675E-05</c:v>
                </c:pt>
                <c:pt idx="1172">
                  <c:v>1.5192E-05</c:v>
                </c:pt>
                <c:pt idx="1173">
                  <c:v>1.6692E-05</c:v>
                </c:pt>
                <c:pt idx="1174">
                  <c:v>1.8171E-05</c:v>
                </c:pt>
                <c:pt idx="1175">
                  <c:v>1.9631E-05</c:v>
                </c:pt>
                <c:pt idx="1176">
                  <c:v>2.107E-05</c:v>
                </c:pt>
                <c:pt idx="1177">
                  <c:v>2.2486E-05</c:v>
                </c:pt>
                <c:pt idx="1178">
                  <c:v>2.388E-05</c:v>
                </c:pt>
                <c:pt idx="1179">
                  <c:v>2.525E-05</c:v>
                </c:pt>
                <c:pt idx="1180">
                  <c:v>2.6596E-05</c:v>
                </c:pt>
                <c:pt idx="1181">
                  <c:v>2.7916E-05</c:v>
                </c:pt>
                <c:pt idx="1182">
                  <c:v>2.921E-05</c:v>
                </c:pt>
                <c:pt idx="1183">
                  <c:v>3.0477E-05</c:v>
                </c:pt>
                <c:pt idx="1184">
                  <c:v>3.1716E-05</c:v>
                </c:pt>
                <c:pt idx="1185">
                  <c:v>3.2927E-05</c:v>
                </c:pt>
                <c:pt idx="1186">
                  <c:v>3.4109E-05</c:v>
                </c:pt>
                <c:pt idx="1187">
                  <c:v>3.5261E-05</c:v>
                </c:pt>
                <c:pt idx="1188">
                  <c:v>3.6383E-05</c:v>
                </c:pt>
                <c:pt idx="1189">
                  <c:v>3.7474E-05</c:v>
                </c:pt>
                <c:pt idx="1190">
                  <c:v>3.8534E-05</c:v>
                </c:pt>
                <c:pt idx="1191">
                  <c:v>3.9561E-05</c:v>
                </c:pt>
                <c:pt idx="1192">
                  <c:v>4.0555E-05</c:v>
                </c:pt>
                <c:pt idx="1193">
                  <c:v>4.1517E-05</c:v>
                </c:pt>
                <c:pt idx="1194">
                  <c:v>4.2444E-05</c:v>
                </c:pt>
                <c:pt idx="1195">
                  <c:v>4.3338E-05</c:v>
                </c:pt>
                <c:pt idx="1196">
                  <c:v>4.4196E-05</c:v>
                </c:pt>
                <c:pt idx="1197">
                  <c:v>4.502E-05</c:v>
                </c:pt>
                <c:pt idx="1198">
                  <c:v>4.5808E-05</c:v>
                </c:pt>
                <c:pt idx="1199">
                  <c:v>4.6561E-05</c:v>
                </c:pt>
                <c:pt idx="1200">
                  <c:v>4.7277E-05</c:v>
                </c:pt>
                <c:pt idx="1201">
                  <c:v>4.7957E-05</c:v>
                </c:pt>
                <c:pt idx="1202">
                  <c:v>4.86E-05</c:v>
                </c:pt>
                <c:pt idx="1203">
                  <c:v>4.9206E-05</c:v>
                </c:pt>
                <c:pt idx="1204">
                  <c:v>4.9775E-05</c:v>
                </c:pt>
                <c:pt idx="1205">
                  <c:v>5.0307E-05</c:v>
                </c:pt>
                <c:pt idx="1206">
                  <c:v>5.0801E-05</c:v>
                </c:pt>
                <c:pt idx="1207">
                  <c:v>5.1257E-05</c:v>
                </c:pt>
                <c:pt idx="1208">
                  <c:v>5.1675E-05</c:v>
                </c:pt>
                <c:pt idx="1209">
                  <c:v>5.2056E-05</c:v>
                </c:pt>
                <c:pt idx="1210">
                  <c:v>5.2398E-05</c:v>
                </c:pt>
                <c:pt idx="1211">
                  <c:v>5.2702E-05</c:v>
                </c:pt>
                <c:pt idx="1212">
                  <c:v>5.2968E-05</c:v>
                </c:pt>
                <c:pt idx="1213">
                  <c:v>5.3196E-05</c:v>
                </c:pt>
                <c:pt idx="1214">
                  <c:v>5.3387E-05</c:v>
                </c:pt>
                <c:pt idx="1215">
                  <c:v>5.3539E-05</c:v>
                </c:pt>
                <c:pt idx="1216">
                  <c:v>5.3653E-05</c:v>
                </c:pt>
                <c:pt idx="1217">
                  <c:v>5.3729E-05</c:v>
                </c:pt>
                <c:pt idx="1218">
                  <c:v>5.3768E-05</c:v>
                </c:pt>
                <c:pt idx="1219">
                  <c:v>5.3769E-05</c:v>
                </c:pt>
                <c:pt idx="1220">
                  <c:v>5.3733E-05</c:v>
                </c:pt>
                <c:pt idx="1221">
                  <c:v>5.366E-05</c:v>
                </c:pt>
                <c:pt idx="1222">
                  <c:v>5.3551E-05</c:v>
                </c:pt>
                <c:pt idx="1223">
                  <c:v>5.3404E-05</c:v>
                </c:pt>
                <c:pt idx="1224">
                  <c:v>5.3222E-05</c:v>
                </c:pt>
                <c:pt idx="1225">
                  <c:v>5.3003E-05</c:v>
                </c:pt>
                <c:pt idx="1226">
                  <c:v>5.2749E-05</c:v>
                </c:pt>
                <c:pt idx="1227">
                  <c:v>5.246E-05</c:v>
                </c:pt>
                <c:pt idx="1228">
                  <c:v>5.2135E-05</c:v>
                </c:pt>
                <c:pt idx="1229">
                  <c:v>5.1777E-05</c:v>
                </c:pt>
                <c:pt idx="1230">
                  <c:v>5.1384E-05</c:v>
                </c:pt>
                <c:pt idx="1231">
                  <c:v>5.0958E-05</c:v>
                </c:pt>
                <c:pt idx="1232">
                  <c:v>5.0498E-05</c:v>
                </c:pt>
                <c:pt idx="1233">
                  <c:v>5.0006E-05</c:v>
                </c:pt>
                <c:pt idx="1234">
                  <c:v>4.9482E-05</c:v>
                </c:pt>
                <c:pt idx="1235">
                  <c:v>4.8926E-05</c:v>
                </c:pt>
                <c:pt idx="1236">
                  <c:v>4.8339E-05</c:v>
                </c:pt>
                <c:pt idx="1237">
                  <c:v>4.7722E-05</c:v>
                </c:pt>
                <c:pt idx="1238">
                  <c:v>4.7075E-05</c:v>
                </c:pt>
                <c:pt idx="1239">
                  <c:v>4.6398E-05</c:v>
                </c:pt>
                <c:pt idx="1240">
                  <c:v>4.5693E-05</c:v>
                </c:pt>
                <c:pt idx="1241">
                  <c:v>4.496E-05</c:v>
                </c:pt>
                <c:pt idx="1242">
                  <c:v>4.4199E-05</c:v>
                </c:pt>
                <c:pt idx="1243">
                  <c:v>4.3412E-05</c:v>
                </c:pt>
                <c:pt idx="1244">
                  <c:v>4.2599E-05</c:v>
                </c:pt>
                <c:pt idx="1245">
                  <c:v>4.176E-05</c:v>
                </c:pt>
                <c:pt idx="1246">
                  <c:v>4.0897E-05</c:v>
                </c:pt>
                <c:pt idx="1247">
                  <c:v>4.0009E-05</c:v>
                </c:pt>
                <c:pt idx="1248">
                  <c:v>3.9099E-05</c:v>
                </c:pt>
                <c:pt idx="1249">
                  <c:v>3.8166E-05</c:v>
                </c:pt>
                <c:pt idx="1250">
                  <c:v>3.7212E-05</c:v>
                </c:pt>
                <c:pt idx="1251">
                  <c:v>3.6236E-05</c:v>
                </c:pt>
                <c:pt idx="1252">
                  <c:v>3.5241E-05</c:v>
                </c:pt>
                <c:pt idx="1253">
                  <c:v>3.4226E-05</c:v>
                </c:pt>
                <c:pt idx="1254">
                  <c:v>3.3193E-05</c:v>
                </c:pt>
                <c:pt idx="1255">
                  <c:v>3.2142E-05</c:v>
                </c:pt>
                <c:pt idx="1256">
                  <c:v>3.1074E-05</c:v>
                </c:pt>
                <c:pt idx="1257">
                  <c:v>2.9991E-05</c:v>
                </c:pt>
                <c:pt idx="1258">
                  <c:v>2.8892E-05</c:v>
                </c:pt>
                <c:pt idx="1259">
                  <c:v>2.7778E-05</c:v>
                </c:pt>
                <c:pt idx="1260">
                  <c:v>2.6651E-05</c:v>
                </c:pt>
                <c:pt idx="1261">
                  <c:v>2.5512E-05</c:v>
                </c:pt>
                <c:pt idx="1262">
                  <c:v>2.4361E-05</c:v>
                </c:pt>
                <c:pt idx="1263">
                  <c:v>2.3198E-05</c:v>
                </c:pt>
                <c:pt idx="1264">
                  <c:v>2.2026E-05</c:v>
                </c:pt>
                <c:pt idx="1265">
                  <c:v>2.0844E-05</c:v>
                </c:pt>
                <c:pt idx="1266">
                  <c:v>1.9654E-05</c:v>
                </c:pt>
                <c:pt idx="1267">
                  <c:v>1.8457E-05</c:v>
                </c:pt>
                <c:pt idx="1268">
                  <c:v>1.7253E-05</c:v>
                </c:pt>
                <c:pt idx="1269">
                  <c:v>1.6043E-05</c:v>
                </c:pt>
                <c:pt idx="1270">
                  <c:v>1.4828E-05</c:v>
                </c:pt>
                <c:pt idx="1271">
                  <c:v>1.3609E-05</c:v>
                </c:pt>
                <c:pt idx="1272">
                  <c:v>1.2387E-05</c:v>
                </c:pt>
                <c:pt idx="1273">
                  <c:v>1.1163E-05</c:v>
                </c:pt>
                <c:pt idx="1274">
                  <c:v>9.937E-06</c:v>
                </c:pt>
                <c:pt idx="1275">
                  <c:v>8.711E-06</c:v>
                </c:pt>
                <c:pt idx="1276">
                  <c:v>7.485E-06</c:v>
                </c:pt>
                <c:pt idx="1277">
                  <c:v>6.26E-06</c:v>
                </c:pt>
                <c:pt idx="1278">
                  <c:v>5.038E-06</c:v>
                </c:pt>
                <c:pt idx="1279">
                  <c:v>3.817E-06</c:v>
                </c:pt>
                <c:pt idx="1280">
                  <c:v>2.601E-06</c:v>
                </c:pt>
                <c:pt idx="1281">
                  <c:v>1.389E-06</c:v>
                </c:pt>
                <c:pt idx="1282">
                  <c:v>1.82E-07</c:v>
                </c:pt>
                <c:pt idx="1283">
                  <c:v>-1.018E-06</c:v>
                </c:pt>
                <c:pt idx="1284">
                  <c:v>-2.212E-06</c:v>
                </c:pt>
                <c:pt idx="1285">
                  <c:v>-3.398E-06</c:v>
                </c:pt>
                <c:pt idx="1286">
                  <c:v>-4.575E-06</c:v>
                </c:pt>
                <c:pt idx="1287">
                  <c:v>-5.744E-06</c:v>
                </c:pt>
                <c:pt idx="1288">
                  <c:v>-6.902E-06</c:v>
                </c:pt>
                <c:pt idx="1289">
                  <c:v>-8.05E-06</c:v>
                </c:pt>
                <c:pt idx="1290">
                  <c:v>-9.186E-06</c:v>
                </c:pt>
                <c:pt idx="1291">
                  <c:v>-1.031E-05</c:v>
                </c:pt>
                <c:pt idx="1292">
                  <c:v>-1.1421E-05</c:v>
                </c:pt>
                <c:pt idx="1293">
                  <c:v>-1.2518E-05</c:v>
                </c:pt>
                <c:pt idx="1294">
                  <c:v>-1.3601E-05</c:v>
                </c:pt>
                <c:pt idx="1295">
                  <c:v>-1.4669E-05</c:v>
                </c:pt>
                <c:pt idx="1296">
                  <c:v>-1.5721E-05</c:v>
                </c:pt>
                <c:pt idx="1297">
                  <c:v>-1.6757E-05</c:v>
                </c:pt>
                <c:pt idx="1298">
                  <c:v>-1.7776E-05</c:v>
                </c:pt>
                <c:pt idx="1299">
                  <c:v>-1.8777E-05</c:v>
                </c:pt>
                <c:pt idx="1300">
                  <c:v>-1.9761E-05</c:v>
                </c:pt>
                <c:pt idx="1301">
                  <c:v>-2.0725E-05</c:v>
                </c:pt>
                <c:pt idx="1302">
                  <c:v>-2.1671E-05</c:v>
                </c:pt>
                <c:pt idx="1303">
                  <c:v>-2.2596E-05</c:v>
                </c:pt>
                <c:pt idx="1304">
                  <c:v>-2.3501E-05</c:v>
                </c:pt>
                <c:pt idx="1305">
                  <c:v>-2.4385E-05</c:v>
                </c:pt>
                <c:pt idx="1306">
                  <c:v>-2.5247E-05</c:v>
                </c:pt>
                <c:pt idx="1307">
                  <c:v>-2.6088E-05</c:v>
                </c:pt>
                <c:pt idx="1308">
                  <c:v>-2.6906E-05</c:v>
                </c:pt>
                <c:pt idx="1309">
                  <c:v>-2.7701E-05</c:v>
                </c:pt>
                <c:pt idx="1310">
                  <c:v>-2.8473E-05</c:v>
                </c:pt>
                <c:pt idx="1311">
                  <c:v>-2.9221E-05</c:v>
                </c:pt>
                <c:pt idx="1312">
                  <c:v>-2.9946E-05</c:v>
                </c:pt>
                <c:pt idx="1313">
                  <c:v>-3.0645E-05</c:v>
                </c:pt>
                <c:pt idx="1314">
                  <c:v>-3.132E-05</c:v>
                </c:pt>
                <c:pt idx="1315">
                  <c:v>-3.197E-05</c:v>
                </c:pt>
                <c:pt idx="1316">
                  <c:v>-3.2594E-05</c:v>
                </c:pt>
                <c:pt idx="1317">
                  <c:v>-3.3192E-05</c:v>
                </c:pt>
                <c:pt idx="1318">
                  <c:v>-3.3765E-05</c:v>
                </c:pt>
                <c:pt idx="1319">
                  <c:v>-3.4311E-05</c:v>
                </c:pt>
                <c:pt idx="1320">
                  <c:v>-3.483E-05</c:v>
                </c:pt>
                <c:pt idx="1321">
                  <c:v>-3.5322E-05</c:v>
                </c:pt>
                <c:pt idx="1322">
                  <c:v>-3.5788E-05</c:v>
                </c:pt>
                <c:pt idx="1323">
                  <c:v>-3.6226E-05</c:v>
                </c:pt>
                <c:pt idx="1324">
                  <c:v>-3.6637E-05</c:v>
                </c:pt>
                <c:pt idx="1325">
                  <c:v>-3.7021E-05</c:v>
                </c:pt>
                <c:pt idx="1326">
                  <c:v>-3.7377E-05</c:v>
                </c:pt>
                <c:pt idx="1327">
                  <c:v>-3.7705E-05</c:v>
                </c:pt>
                <c:pt idx="1328">
                  <c:v>-3.8005E-05</c:v>
                </c:pt>
                <c:pt idx="1329">
                  <c:v>-3.8277E-05</c:v>
                </c:pt>
                <c:pt idx="1330">
                  <c:v>-3.8522E-05</c:v>
                </c:pt>
                <c:pt idx="1331">
                  <c:v>-3.8738E-05</c:v>
                </c:pt>
                <c:pt idx="1332">
                  <c:v>-3.8927E-05</c:v>
                </c:pt>
                <c:pt idx="1333">
                  <c:v>-3.9088E-05</c:v>
                </c:pt>
                <c:pt idx="1334">
                  <c:v>-3.922E-05</c:v>
                </c:pt>
                <c:pt idx="1335">
                  <c:v>-3.9325E-05</c:v>
                </c:pt>
                <c:pt idx="1336">
                  <c:v>-3.9402E-05</c:v>
                </c:pt>
                <c:pt idx="1337">
                  <c:v>-3.9452E-05</c:v>
                </c:pt>
                <c:pt idx="1338">
                  <c:v>-3.9473E-05</c:v>
                </c:pt>
                <c:pt idx="1339">
                  <c:v>-3.9468E-05</c:v>
                </c:pt>
                <c:pt idx="1340">
                  <c:v>-3.9435E-05</c:v>
                </c:pt>
                <c:pt idx="1341">
                  <c:v>-3.9374E-05</c:v>
                </c:pt>
                <c:pt idx="1342">
                  <c:v>-3.9287E-05</c:v>
                </c:pt>
                <c:pt idx="1343">
                  <c:v>-3.9173E-05</c:v>
                </c:pt>
                <c:pt idx="1344">
                  <c:v>-3.9033E-05</c:v>
                </c:pt>
                <c:pt idx="1345">
                  <c:v>-3.8866E-05</c:v>
                </c:pt>
                <c:pt idx="1346">
                  <c:v>-3.8673E-05</c:v>
                </c:pt>
                <c:pt idx="1347">
                  <c:v>-3.8455E-05</c:v>
                </c:pt>
                <c:pt idx="1348">
                  <c:v>-3.8211E-05</c:v>
                </c:pt>
                <c:pt idx="1349">
                  <c:v>-3.7941E-05</c:v>
                </c:pt>
                <c:pt idx="1350">
                  <c:v>-3.7647E-05</c:v>
                </c:pt>
                <c:pt idx="1351">
                  <c:v>-3.7328E-05</c:v>
                </c:pt>
                <c:pt idx="1352">
                  <c:v>-3.6985E-05</c:v>
                </c:pt>
                <c:pt idx="1353">
                  <c:v>-3.6618E-05</c:v>
                </c:pt>
                <c:pt idx="1354">
                  <c:v>-3.6228E-05</c:v>
                </c:pt>
                <c:pt idx="1355">
                  <c:v>-3.5814E-05</c:v>
                </c:pt>
                <c:pt idx="1356">
                  <c:v>-3.5378E-05</c:v>
                </c:pt>
                <c:pt idx="1357">
                  <c:v>-3.492E-05</c:v>
                </c:pt>
                <c:pt idx="1358">
                  <c:v>-3.4439E-05</c:v>
                </c:pt>
                <c:pt idx="1359">
                  <c:v>-3.3938E-05</c:v>
                </c:pt>
                <c:pt idx="1360">
                  <c:v>-3.3415E-05</c:v>
                </c:pt>
                <c:pt idx="1361">
                  <c:v>-3.2872E-05</c:v>
                </c:pt>
                <c:pt idx="1362">
                  <c:v>-3.2309E-05</c:v>
                </c:pt>
                <c:pt idx="1363">
                  <c:v>-3.1726E-05</c:v>
                </c:pt>
                <c:pt idx="1364">
                  <c:v>-3.1125E-05</c:v>
                </c:pt>
                <c:pt idx="1365">
                  <c:v>-3.0505E-05</c:v>
                </c:pt>
                <c:pt idx="1366">
                  <c:v>-2.9867E-05</c:v>
                </c:pt>
                <c:pt idx="1367">
                  <c:v>-2.9212E-05</c:v>
                </c:pt>
                <c:pt idx="1368">
                  <c:v>-2.854E-05</c:v>
                </c:pt>
                <c:pt idx="1369">
                  <c:v>-2.7851E-05</c:v>
                </c:pt>
                <c:pt idx="1370">
                  <c:v>-2.7147E-05</c:v>
                </c:pt>
                <c:pt idx="1371">
                  <c:v>-2.6427E-05</c:v>
                </c:pt>
                <c:pt idx="1372">
                  <c:v>-2.5693E-05</c:v>
                </c:pt>
                <c:pt idx="1373">
                  <c:v>-2.4945E-05</c:v>
                </c:pt>
                <c:pt idx="1374">
                  <c:v>-2.4184E-05</c:v>
                </c:pt>
                <c:pt idx="1375">
                  <c:v>-2.341E-05</c:v>
                </c:pt>
                <c:pt idx="1376">
                  <c:v>-2.2623E-05</c:v>
                </c:pt>
                <c:pt idx="1377">
                  <c:v>-2.1825E-05</c:v>
                </c:pt>
                <c:pt idx="1378">
                  <c:v>-2.1016E-05</c:v>
                </c:pt>
                <c:pt idx="1379">
                  <c:v>-2.0196E-05</c:v>
                </c:pt>
                <c:pt idx="1380">
                  <c:v>-1.9367E-05</c:v>
                </c:pt>
                <c:pt idx="1381">
                  <c:v>-1.8529E-05</c:v>
                </c:pt>
                <c:pt idx="1382">
                  <c:v>-1.7682E-05</c:v>
                </c:pt>
                <c:pt idx="1383">
                  <c:v>-1.6827E-05</c:v>
                </c:pt>
                <c:pt idx="1384">
                  <c:v>-1.5965E-05</c:v>
                </c:pt>
                <c:pt idx="1385">
                  <c:v>-1.5096E-05</c:v>
                </c:pt>
                <c:pt idx="1386">
                  <c:v>-1.4221E-05</c:v>
                </c:pt>
                <c:pt idx="1387">
                  <c:v>-1.3341E-05</c:v>
                </c:pt>
                <c:pt idx="1388">
                  <c:v>-1.2456E-05</c:v>
                </c:pt>
                <c:pt idx="1389">
                  <c:v>-1.1567E-05</c:v>
                </c:pt>
                <c:pt idx="1390">
                  <c:v>-1.0675E-05</c:v>
                </c:pt>
                <c:pt idx="1391">
                  <c:v>-9.78E-06</c:v>
                </c:pt>
                <c:pt idx="1392">
                  <c:v>-8.883E-06</c:v>
                </c:pt>
                <c:pt idx="1393">
                  <c:v>-7.984E-06</c:v>
                </c:pt>
                <c:pt idx="1394">
                  <c:v>-7.084E-06</c:v>
                </c:pt>
                <c:pt idx="1395">
                  <c:v>-6.184E-06</c:v>
                </c:pt>
                <c:pt idx="1396">
                  <c:v>-5.285E-06</c:v>
                </c:pt>
                <c:pt idx="1397">
                  <c:v>-4.386E-06</c:v>
                </c:pt>
                <c:pt idx="1398">
                  <c:v>-3.489E-06</c:v>
                </c:pt>
                <c:pt idx="1399">
                  <c:v>-2.594E-06</c:v>
                </c:pt>
                <c:pt idx="1400">
                  <c:v>-1.702E-06</c:v>
                </c:pt>
                <c:pt idx="1401">
                  <c:v>-8.14E-07</c:v>
                </c:pt>
                <c:pt idx="1402">
                  <c:v>7.1E-08</c:v>
                </c:pt>
                <c:pt idx="1403">
                  <c:v>9.51E-07</c:v>
                </c:pt>
                <c:pt idx="1404">
                  <c:v>1.826E-06</c:v>
                </c:pt>
                <c:pt idx="1405">
                  <c:v>2.695E-06</c:v>
                </c:pt>
                <c:pt idx="1406">
                  <c:v>3.557E-06</c:v>
                </c:pt>
                <c:pt idx="1407">
                  <c:v>4.413E-06</c:v>
                </c:pt>
                <c:pt idx="1408">
                  <c:v>5.261E-06</c:v>
                </c:pt>
                <c:pt idx="1409">
                  <c:v>6.102E-06</c:v>
                </c:pt>
                <c:pt idx="1410">
                  <c:v>6.934E-06</c:v>
                </c:pt>
                <c:pt idx="1411">
                  <c:v>7.756E-06</c:v>
                </c:pt>
                <c:pt idx="1412">
                  <c:v>8.569E-06</c:v>
                </c:pt>
                <c:pt idx="1413">
                  <c:v>9.372E-06</c:v>
                </c:pt>
                <c:pt idx="1414">
                  <c:v>1.0164E-05</c:v>
                </c:pt>
                <c:pt idx="1415">
                  <c:v>1.0946E-05</c:v>
                </c:pt>
                <c:pt idx="1416">
                  <c:v>1.1715E-05</c:v>
                </c:pt>
                <c:pt idx="1417">
                  <c:v>1.2473E-05</c:v>
                </c:pt>
                <c:pt idx="1418">
                  <c:v>1.3218E-05</c:v>
                </c:pt>
                <c:pt idx="1419">
                  <c:v>1.3949E-05</c:v>
                </c:pt>
                <c:pt idx="1420">
                  <c:v>1.4668E-05</c:v>
                </c:pt>
                <c:pt idx="1421">
                  <c:v>1.5373E-05</c:v>
                </c:pt>
                <c:pt idx="1422">
                  <c:v>1.6063E-05</c:v>
                </c:pt>
                <c:pt idx="1423">
                  <c:v>1.6739E-05</c:v>
                </c:pt>
                <c:pt idx="1424">
                  <c:v>1.7399E-05</c:v>
                </c:pt>
                <c:pt idx="1425">
                  <c:v>1.8044E-05</c:v>
                </c:pt>
                <c:pt idx="1426">
                  <c:v>1.8674E-05</c:v>
                </c:pt>
                <c:pt idx="1427">
                  <c:v>1.9287E-05</c:v>
                </c:pt>
                <c:pt idx="1428">
                  <c:v>1.9883E-05</c:v>
                </c:pt>
                <c:pt idx="1429">
                  <c:v>2.0463E-05</c:v>
                </c:pt>
                <c:pt idx="1430">
                  <c:v>2.1026E-05</c:v>
                </c:pt>
                <c:pt idx="1431">
                  <c:v>2.1571E-05</c:v>
                </c:pt>
                <c:pt idx="1432">
                  <c:v>2.2098E-05</c:v>
                </c:pt>
                <c:pt idx="1433">
                  <c:v>2.2608E-05</c:v>
                </c:pt>
                <c:pt idx="1434">
                  <c:v>2.3099E-05</c:v>
                </c:pt>
                <c:pt idx="1435">
                  <c:v>2.3571E-05</c:v>
                </c:pt>
                <c:pt idx="1436">
                  <c:v>2.4025E-05</c:v>
                </c:pt>
                <c:pt idx="1437">
                  <c:v>2.446E-05</c:v>
                </c:pt>
                <c:pt idx="1438">
                  <c:v>2.4875E-05</c:v>
                </c:pt>
                <c:pt idx="1439">
                  <c:v>2.5272E-05</c:v>
                </c:pt>
                <c:pt idx="1440">
                  <c:v>2.5648E-05</c:v>
                </c:pt>
                <c:pt idx="1441">
                  <c:v>2.6005E-05</c:v>
                </c:pt>
                <c:pt idx="1442">
                  <c:v>2.6342E-05</c:v>
                </c:pt>
                <c:pt idx="1443">
                  <c:v>2.6659E-05</c:v>
                </c:pt>
                <c:pt idx="1444">
                  <c:v>2.6956E-05</c:v>
                </c:pt>
                <c:pt idx="1445">
                  <c:v>2.7233E-05</c:v>
                </c:pt>
                <c:pt idx="1446">
                  <c:v>2.749E-05</c:v>
                </c:pt>
                <c:pt idx="1447">
                  <c:v>2.7726E-05</c:v>
                </c:pt>
                <c:pt idx="1448">
                  <c:v>2.7941E-05</c:v>
                </c:pt>
                <c:pt idx="1449">
                  <c:v>2.8137E-05</c:v>
                </c:pt>
                <c:pt idx="1450">
                  <c:v>2.8311E-05</c:v>
                </c:pt>
                <c:pt idx="1451">
                  <c:v>2.8466E-05</c:v>
                </c:pt>
                <c:pt idx="1452">
                  <c:v>2.8599E-05</c:v>
                </c:pt>
                <c:pt idx="1453">
                  <c:v>2.8712E-05</c:v>
                </c:pt>
                <c:pt idx="1454">
                  <c:v>2.8805E-05</c:v>
                </c:pt>
                <c:pt idx="1455">
                  <c:v>2.8877E-05</c:v>
                </c:pt>
                <c:pt idx="1456">
                  <c:v>2.8929E-05</c:v>
                </c:pt>
                <c:pt idx="1457">
                  <c:v>2.8961E-05</c:v>
                </c:pt>
                <c:pt idx="1458">
                  <c:v>2.8972E-05</c:v>
                </c:pt>
                <c:pt idx="1459">
                  <c:v>2.8963E-05</c:v>
                </c:pt>
                <c:pt idx="1460">
                  <c:v>2.8935E-05</c:v>
                </c:pt>
                <c:pt idx="1461">
                  <c:v>2.8886E-05</c:v>
                </c:pt>
                <c:pt idx="1462">
                  <c:v>2.8817E-05</c:v>
                </c:pt>
                <c:pt idx="1463">
                  <c:v>2.8729E-05</c:v>
                </c:pt>
                <c:pt idx="1464">
                  <c:v>2.8622E-05</c:v>
                </c:pt>
                <c:pt idx="1465">
                  <c:v>2.8495E-05</c:v>
                </c:pt>
                <c:pt idx="1466">
                  <c:v>2.8349E-05</c:v>
                </c:pt>
                <c:pt idx="1467">
                  <c:v>2.8184E-05</c:v>
                </c:pt>
                <c:pt idx="1468">
                  <c:v>2.8E-05</c:v>
                </c:pt>
                <c:pt idx="1469">
                  <c:v>2.7799E-05</c:v>
                </c:pt>
                <c:pt idx="1470">
                  <c:v>2.7578E-05</c:v>
                </c:pt>
                <c:pt idx="1471">
                  <c:v>2.734E-05</c:v>
                </c:pt>
                <c:pt idx="1472">
                  <c:v>2.7084E-05</c:v>
                </c:pt>
                <c:pt idx="1473">
                  <c:v>2.6811E-05</c:v>
                </c:pt>
                <c:pt idx="1474">
                  <c:v>2.652E-05</c:v>
                </c:pt>
                <c:pt idx="1475">
                  <c:v>2.6213E-05</c:v>
                </c:pt>
                <c:pt idx="1476">
                  <c:v>2.5889E-05</c:v>
                </c:pt>
                <c:pt idx="1477">
                  <c:v>2.5549E-05</c:v>
                </c:pt>
                <c:pt idx="1478">
                  <c:v>2.5193E-05</c:v>
                </c:pt>
                <c:pt idx="1479">
                  <c:v>2.4821E-05</c:v>
                </c:pt>
                <c:pt idx="1480">
                  <c:v>2.4434E-05</c:v>
                </c:pt>
                <c:pt idx="1481">
                  <c:v>2.4032E-05</c:v>
                </c:pt>
                <c:pt idx="1482">
                  <c:v>2.3615E-05</c:v>
                </c:pt>
                <c:pt idx="1483">
                  <c:v>2.3184E-05</c:v>
                </c:pt>
                <c:pt idx="1484">
                  <c:v>2.2739E-05</c:v>
                </c:pt>
                <c:pt idx="1485">
                  <c:v>2.2281E-05</c:v>
                </c:pt>
                <c:pt idx="1486">
                  <c:v>2.181E-05</c:v>
                </c:pt>
                <c:pt idx="1487">
                  <c:v>2.1326E-05</c:v>
                </c:pt>
                <c:pt idx="1488">
                  <c:v>2.083E-05</c:v>
                </c:pt>
                <c:pt idx="1489">
                  <c:v>2.0322E-05</c:v>
                </c:pt>
                <c:pt idx="1490">
                  <c:v>1.9802E-05</c:v>
                </c:pt>
                <c:pt idx="1491">
                  <c:v>1.9271E-05</c:v>
                </c:pt>
                <c:pt idx="1492">
                  <c:v>1.873E-05</c:v>
                </c:pt>
                <c:pt idx="1493">
                  <c:v>1.8179E-05</c:v>
                </c:pt>
                <c:pt idx="1494">
                  <c:v>1.7618E-05</c:v>
                </c:pt>
                <c:pt idx="1495">
                  <c:v>1.7047E-05</c:v>
                </c:pt>
                <c:pt idx="1496">
                  <c:v>1.6468E-05</c:v>
                </c:pt>
                <c:pt idx="1497">
                  <c:v>1.588E-05</c:v>
                </c:pt>
                <c:pt idx="1498">
                  <c:v>1.5284E-05</c:v>
                </c:pt>
                <c:pt idx="1499">
                  <c:v>1.4681E-05</c:v>
                </c:pt>
                <c:pt idx="1500">
                  <c:v>1.407E-05</c:v>
                </c:pt>
                <c:pt idx="1501">
                  <c:v>1.3453E-05</c:v>
                </c:pt>
                <c:pt idx="1502">
                  <c:v>1.283E-05</c:v>
                </c:pt>
                <c:pt idx="1503">
                  <c:v>1.2201E-05</c:v>
                </c:pt>
                <c:pt idx="1504">
                  <c:v>1.1567E-05</c:v>
                </c:pt>
                <c:pt idx="1505">
                  <c:v>1.0928E-05</c:v>
                </c:pt>
                <c:pt idx="1506">
                  <c:v>1.0285E-05</c:v>
                </c:pt>
                <c:pt idx="1507">
                  <c:v>9.639E-06</c:v>
                </c:pt>
                <c:pt idx="1508">
                  <c:v>8.988E-06</c:v>
                </c:pt>
                <c:pt idx="1509">
                  <c:v>8.335E-06</c:v>
                </c:pt>
                <c:pt idx="1510">
                  <c:v>7.68E-06</c:v>
                </c:pt>
                <c:pt idx="1511">
                  <c:v>7.022E-06</c:v>
                </c:pt>
                <c:pt idx="1512">
                  <c:v>6.363E-06</c:v>
                </c:pt>
                <c:pt idx="1513">
                  <c:v>5.703E-06</c:v>
                </c:pt>
                <c:pt idx="1514">
                  <c:v>5.043E-06</c:v>
                </c:pt>
                <c:pt idx="1515">
                  <c:v>4.382E-06</c:v>
                </c:pt>
                <c:pt idx="1516">
                  <c:v>3.722E-06</c:v>
                </c:pt>
                <c:pt idx="1517">
                  <c:v>3.062E-06</c:v>
                </c:pt>
                <c:pt idx="1518">
                  <c:v>2.404E-06</c:v>
                </c:pt>
                <c:pt idx="1519">
                  <c:v>1.748E-06</c:v>
                </c:pt>
                <c:pt idx="1520">
                  <c:v>1.094E-06</c:v>
                </c:pt>
                <c:pt idx="1521">
                  <c:v>4.42E-07</c:v>
                </c:pt>
                <c:pt idx="1522">
                  <c:v>-2.07E-07</c:v>
                </c:pt>
                <c:pt idx="1523">
                  <c:v>-8.52E-07</c:v>
                </c:pt>
                <c:pt idx="1524">
                  <c:v>-1.493E-06</c:v>
                </c:pt>
                <c:pt idx="1525">
                  <c:v>-2.13E-06</c:v>
                </c:pt>
                <c:pt idx="1526">
                  <c:v>-2.762E-06</c:v>
                </c:pt>
                <c:pt idx="1527">
                  <c:v>-3.389E-06</c:v>
                </c:pt>
                <c:pt idx="1528">
                  <c:v>-4.01E-06</c:v>
                </c:pt>
                <c:pt idx="1529">
                  <c:v>-4.626E-06</c:v>
                </c:pt>
                <c:pt idx="1530">
                  <c:v>-5.235E-06</c:v>
                </c:pt>
                <c:pt idx="1531">
                  <c:v>-5.837E-06</c:v>
                </c:pt>
                <c:pt idx="1532">
                  <c:v>-6.432E-06</c:v>
                </c:pt>
                <c:pt idx="1533">
                  <c:v>-7.02E-06</c:v>
                </c:pt>
                <c:pt idx="1534">
                  <c:v>-7.599E-06</c:v>
                </c:pt>
                <c:pt idx="1535">
                  <c:v>-8.171E-06</c:v>
                </c:pt>
                <c:pt idx="1536">
                  <c:v>-8.734E-06</c:v>
                </c:pt>
                <c:pt idx="1537">
                  <c:v>-9.287E-06</c:v>
                </c:pt>
                <c:pt idx="1538">
                  <c:v>-9.832E-06</c:v>
                </c:pt>
                <c:pt idx="1539">
                  <c:v>-1.0367E-05</c:v>
                </c:pt>
                <c:pt idx="1540">
                  <c:v>-1.0892E-05</c:v>
                </c:pt>
                <c:pt idx="1541">
                  <c:v>-1.1407E-05</c:v>
                </c:pt>
                <c:pt idx="1542">
                  <c:v>-1.1911E-05</c:v>
                </c:pt>
                <c:pt idx="1543">
                  <c:v>-1.2404E-05</c:v>
                </c:pt>
                <c:pt idx="1544">
                  <c:v>-1.2887E-05</c:v>
                </c:pt>
                <c:pt idx="1545">
                  <c:v>-1.3357E-05</c:v>
                </c:pt>
                <c:pt idx="1546">
                  <c:v>-1.3817E-05</c:v>
                </c:pt>
                <c:pt idx="1547">
                  <c:v>-1.4264E-05</c:v>
                </c:pt>
                <c:pt idx="1548">
                  <c:v>-1.4699E-05</c:v>
                </c:pt>
                <c:pt idx="1549">
                  <c:v>-1.5121E-05</c:v>
                </c:pt>
                <c:pt idx="1550">
                  <c:v>-1.5531E-05</c:v>
                </c:pt>
                <c:pt idx="1551">
                  <c:v>-1.5928E-05</c:v>
                </c:pt>
                <c:pt idx="1552">
                  <c:v>-1.6312E-05</c:v>
                </c:pt>
                <c:pt idx="1553">
                  <c:v>-1.6683E-05</c:v>
                </c:pt>
                <c:pt idx="1554">
                  <c:v>-1.704E-05</c:v>
                </c:pt>
                <c:pt idx="1555">
                  <c:v>-1.7384E-05</c:v>
                </c:pt>
                <c:pt idx="1556">
                  <c:v>-1.7714E-05</c:v>
                </c:pt>
                <c:pt idx="1557">
                  <c:v>-1.8029E-05</c:v>
                </c:pt>
                <c:pt idx="1558">
                  <c:v>-1.8331E-05</c:v>
                </c:pt>
                <c:pt idx="1559">
                  <c:v>-1.8618E-05</c:v>
                </c:pt>
                <c:pt idx="1560">
                  <c:v>-1.8891E-05</c:v>
                </c:pt>
                <c:pt idx="1561">
                  <c:v>-1.915E-05</c:v>
                </c:pt>
                <c:pt idx="1562">
                  <c:v>-1.9394E-05</c:v>
                </c:pt>
                <c:pt idx="1563">
                  <c:v>-1.9623E-05</c:v>
                </c:pt>
                <c:pt idx="1564">
                  <c:v>-1.9838E-05</c:v>
                </c:pt>
                <c:pt idx="1565">
                  <c:v>-2.0037E-05</c:v>
                </c:pt>
                <c:pt idx="1566">
                  <c:v>-2.0222E-05</c:v>
                </c:pt>
                <c:pt idx="1567">
                  <c:v>-2.0392E-05</c:v>
                </c:pt>
                <c:pt idx="1568">
                  <c:v>-2.0546E-05</c:v>
                </c:pt>
                <c:pt idx="1569">
                  <c:v>-2.0686E-05</c:v>
                </c:pt>
                <c:pt idx="1570">
                  <c:v>-2.0811E-05</c:v>
                </c:pt>
                <c:pt idx="1571">
                  <c:v>-2.092E-05</c:v>
                </c:pt>
                <c:pt idx="1572">
                  <c:v>-2.1015E-05</c:v>
                </c:pt>
                <c:pt idx="1573">
                  <c:v>-2.1094E-05</c:v>
                </c:pt>
                <c:pt idx="1574">
                  <c:v>-2.1159E-05</c:v>
                </c:pt>
                <c:pt idx="1575">
                  <c:v>-2.1208E-05</c:v>
                </c:pt>
                <c:pt idx="1576">
                  <c:v>-2.1243E-05</c:v>
                </c:pt>
                <c:pt idx="1577">
                  <c:v>-2.1262E-05</c:v>
                </c:pt>
                <c:pt idx="1578">
                  <c:v>-2.1267E-05</c:v>
                </c:pt>
                <c:pt idx="1579">
                  <c:v>-2.1257E-05</c:v>
                </c:pt>
                <c:pt idx="1580">
                  <c:v>-2.1232E-05</c:v>
                </c:pt>
                <c:pt idx="1581">
                  <c:v>-2.1193E-05</c:v>
                </c:pt>
                <c:pt idx="1582">
                  <c:v>-2.1139E-05</c:v>
                </c:pt>
                <c:pt idx="1583">
                  <c:v>-2.1071E-05</c:v>
                </c:pt>
                <c:pt idx="1584">
                  <c:v>-2.0989E-05</c:v>
                </c:pt>
                <c:pt idx="1585">
                  <c:v>-2.0892E-05</c:v>
                </c:pt>
                <c:pt idx="1586">
                  <c:v>-2.0782E-05</c:v>
                </c:pt>
                <c:pt idx="1587">
                  <c:v>-2.0658E-05</c:v>
                </c:pt>
                <c:pt idx="1588">
                  <c:v>-2.052E-05</c:v>
                </c:pt>
                <c:pt idx="1589">
                  <c:v>-2.0368E-05</c:v>
                </c:pt>
                <c:pt idx="1590">
                  <c:v>-2.0203E-05</c:v>
                </c:pt>
                <c:pt idx="1591">
                  <c:v>-2.0025E-05</c:v>
                </c:pt>
                <c:pt idx="1592">
                  <c:v>-1.9834E-05</c:v>
                </c:pt>
                <c:pt idx="1593">
                  <c:v>-1.9631E-05</c:v>
                </c:pt>
                <c:pt idx="1594">
                  <c:v>-1.9415E-05</c:v>
                </c:pt>
                <c:pt idx="1595">
                  <c:v>-1.9186E-05</c:v>
                </c:pt>
                <c:pt idx="1596">
                  <c:v>-1.8945E-05</c:v>
                </c:pt>
                <c:pt idx="1597">
                  <c:v>-1.8693E-05</c:v>
                </c:pt>
                <c:pt idx="1598">
                  <c:v>-1.8428E-05</c:v>
                </c:pt>
                <c:pt idx="1599">
                  <c:v>-1.8153E-05</c:v>
                </c:pt>
                <c:pt idx="1600">
                  <c:v>-1.7866E-05</c:v>
                </c:pt>
                <c:pt idx="1601">
                  <c:v>-1.7568E-05</c:v>
                </c:pt>
                <c:pt idx="1602">
                  <c:v>-1.726E-05</c:v>
                </c:pt>
                <c:pt idx="1603">
                  <c:v>-1.6941E-05</c:v>
                </c:pt>
                <c:pt idx="1604">
                  <c:v>-1.6613E-05</c:v>
                </c:pt>
                <c:pt idx="1605">
                  <c:v>-1.6274E-05</c:v>
                </c:pt>
                <c:pt idx="1606">
                  <c:v>-1.5926E-05</c:v>
                </c:pt>
                <c:pt idx="1607">
                  <c:v>-1.5568E-05</c:v>
                </c:pt>
                <c:pt idx="1608">
                  <c:v>-1.5202E-05</c:v>
                </c:pt>
                <c:pt idx="1609">
                  <c:v>-1.4827E-05</c:v>
                </c:pt>
                <c:pt idx="1610">
                  <c:v>-1.4444E-05</c:v>
                </c:pt>
                <c:pt idx="1611">
                  <c:v>-1.4053E-05</c:v>
                </c:pt>
                <c:pt idx="1612">
                  <c:v>-1.3653E-05</c:v>
                </c:pt>
                <c:pt idx="1613">
                  <c:v>-1.3247E-05</c:v>
                </c:pt>
                <c:pt idx="1614">
                  <c:v>-1.2833E-05</c:v>
                </c:pt>
                <c:pt idx="1615">
                  <c:v>-1.2413E-05</c:v>
                </c:pt>
                <c:pt idx="1616">
                  <c:v>-1.1986E-05</c:v>
                </c:pt>
                <c:pt idx="1617">
                  <c:v>-1.1553E-05</c:v>
                </c:pt>
                <c:pt idx="1618">
                  <c:v>-1.1115E-05</c:v>
                </c:pt>
                <c:pt idx="1619">
                  <c:v>-1.0671E-05</c:v>
                </c:pt>
                <c:pt idx="1620">
                  <c:v>-1.0222E-05</c:v>
                </c:pt>
                <c:pt idx="1621">
                  <c:v>-9.768E-06</c:v>
                </c:pt>
                <c:pt idx="1622">
                  <c:v>-9.309E-06</c:v>
                </c:pt>
                <c:pt idx="1623">
                  <c:v>-8.847E-06</c:v>
                </c:pt>
                <c:pt idx="1624">
                  <c:v>-8.381E-06</c:v>
                </c:pt>
                <c:pt idx="1625">
                  <c:v>-7.911E-06</c:v>
                </c:pt>
                <c:pt idx="1626">
                  <c:v>-7.438E-06</c:v>
                </c:pt>
                <c:pt idx="1627">
                  <c:v>-6.963E-06</c:v>
                </c:pt>
                <c:pt idx="1628">
                  <c:v>-6.485E-06</c:v>
                </c:pt>
                <c:pt idx="1629">
                  <c:v>-6.005E-06</c:v>
                </c:pt>
                <c:pt idx="1630">
                  <c:v>-5.524E-06</c:v>
                </c:pt>
                <c:pt idx="1631">
                  <c:v>-5.041E-06</c:v>
                </c:pt>
                <c:pt idx="1632">
                  <c:v>-4.557E-06</c:v>
                </c:pt>
                <c:pt idx="1633">
                  <c:v>-4.073E-06</c:v>
                </c:pt>
                <c:pt idx="1634">
                  <c:v>-3.588E-06</c:v>
                </c:pt>
                <c:pt idx="1635">
                  <c:v>-3.103E-06</c:v>
                </c:pt>
                <c:pt idx="1636">
                  <c:v>-2.618E-06</c:v>
                </c:pt>
                <c:pt idx="1637">
                  <c:v>-2.135E-06</c:v>
                </c:pt>
                <c:pt idx="1638">
                  <c:v>-1.652E-06</c:v>
                </c:pt>
                <c:pt idx="1639">
                  <c:v>-1.17E-06</c:v>
                </c:pt>
                <c:pt idx="1640">
                  <c:v>-6.91E-07</c:v>
                </c:pt>
                <c:pt idx="1641">
                  <c:v>-2.13E-07</c:v>
                </c:pt>
                <c:pt idx="1642">
                  <c:v>2.63E-07</c:v>
                </c:pt>
                <c:pt idx="1643">
                  <c:v>7.35E-07</c:v>
                </c:pt>
                <c:pt idx="1644">
                  <c:v>1.205E-06</c:v>
                </c:pt>
                <c:pt idx="1645">
                  <c:v>1.672E-06</c:v>
                </c:pt>
                <c:pt idx="1646">
                  <c:v>2.135E-06</c:v>
                </c:pt>
                <c:pt idx="1647">
                  <c:v>2.594E-06</c:v>
                </c:pt>
                <c:pt idx="1648">
                  <c:v>3.049E-06</c:v>
                </c:pt>
                <c:pt idx="1649">
                  <c:v>3.5E-06</c:v>
                </c:pt>
                <c:pt idx="1650">
                  <c:v>3.946E-06</c:v>
                </c:pt>
                <c:pt idx="1651">
                  <c:v>4.387E-06</c:v>
                </c:pt>
                <c:pt idx="1652">
                  <c:v>4.822E-06</c:v>
                </c:pt>
                <c:pt idx="1653">
                  <c:v>5.252E-06</c:v>
                </c:pt>
                <c:pt idx="1654">
                  <c:v>5.676E-06</c:v>
                </c:pt>
                <c:pt idx="1655">
                  <c:v>6.094E-06</c:v>
                </c:pt>
                <c:pt idx="1656">
                  <c:v>6.506E-06</c:v>
                </c:pt>
                <c:pt idx="1657">
                  <c:v>6.911E-06</c:v>
                </c:pt>
                <c:pt idx="1658">
                  <c:v>7.309E-06</c:v>
                </c:pt>
                <c:pt idx="1659">
                  <c:v>7.7E-06</c:v>
                </c:pt>
                <c:pt idx="1660">
                  <c:v>8.083E-06</c:v>
                </c:pt>
                <c:pt idx="1661">
                  <c:v>8.459E-06</c:v>
                </c:pt>
                <c:pt idx="1662">
                  <c:v>8.828E-06</c:v>
                </c:pt>
                <c:pt idx="1663">
                  <c:v>9.188E-06</c:v>
                </c:pt>
                <c:pt idx="1664">
                  <c:v>9.54E-06</c:v>
                </c:pt>
                <c:pt idx="1665">
                  <c:v>9.883E-06</c:v>
                </c:pt>
                <c:pt idx="1666">
                  <c:v>1.0218E-05</c:v>
                </c:pt>
                <c:pt idx="1667">
                  <c:v>1.0544E-05</c:v>
                </c:pt>
                <c:pt idx="1668">
                  <c:v>1.0862E-05</c:v>
                </c:pt>
                <c:pt idx="1669">
                  <c:v>1.117E-05</c:v>
                </c:pt>
                <c:pt idx="1670">
                  <c:v>1.1468E-05</c:v>
                </c:pt>
                <c:pt idx="1671">
                  <c:v>1.1758E-05</c:v>
                </c:pt>
                <c:pt idx="1672">
                  <c:v>1.2037E-05</c:v>
                </c:pt>
                <c:pt idx="1673">
                  <c:v>1.2307E-05</c:v>
                </c:pt>
                <c:pt idx="1674">
                  <c:v>1.2567E-05</c:v>
                </c:pt>
                <c:pt idx="1675">
                  <c:v>1.2817E-05</c:v>
                </c:pt>
                <c:pt idx="1676">
                  <c:v>1.3056E-05</c:v>
                </c:pt>
                <c:pt idx="1677">
                  <c:v>1.3286E-05</c:v>
                </c:pt>
                <c:pt idx="1678">
                  <c:v>1.3505E-05</c:v>
                </c:pt>
                <c:pt idx="1679">
                  <c:v>1.3713E-05</c:v>
                </c:pt>
                <c:pt idx="1680">
                  <c:v>1.3911E-05</c:v>
                </c:pt>
                <c:pt idx="1681">
                  <c:v>1.4098E-05</c:v>
                </c:pt>
                <c:pt idx="1682">
                  <c:v>1.4275E-05</c:v>
                </c:pt>
                <c:pt idx="1683">
                  <c:v>1.444E-05</c:v>
                </c:pt>
                <c:pt idx="1684">
                  <c:v>1.4595E-05</c:v>
                </c:pt>
                <c:pt idx="1685">
                  <c:v>1.4739E-05</c:v>
                </c:pt>
                <c:pt idx="1686">
                  <c:v>1.4872E-05</c:v>
                </c:pt>
                <c:pt idx="1687">
                  <c:v>1.4994E-05</c:v>
                </c:pt>
                <c:pt idx="1688">
                  <c:v>1.5105E-05</c:v>
                </c:pt>
                <c:pt idx="1689">
                  <c:v>1.5205E-05</c:v>
                </c:pt>
                <c:pt idx="1690">
                  <c:v>1.5294E-05</c:v>
                </c:pt>
                <c:pt idx="1691">
                  <c:v>1.5372E-05</c:v>
                </c:pt>
                <c:pt idx="1692">
                  <c:v>1.5439E-05</c:v>
                </c:pt>
                <c:pt idx="1693">
                  <c:v>1.5495E-05</c:v>
                </c:pt>
                <c:pt idx="1694">
                  <c:v>1.5539E-05</c:v>
                </c:pt>
                <c:pt idx="1695">
                  <c:v>1.5573E-05</c:v>
                </c:pt>
                <c:pt idx="1696">
                  <c:v>1.5596E-05</c:v>
                </c:pt>
                <c:pt idx="1697">
                  <c:v>1.5608E-05</c:v>
                </c:pt>
                <c:pt idx="1698">
                  <c:v>1.5609E-05</c:v>
                </c:pt>
                <c:pt idx="1699">
                  <c:v>1.5599E-05</c:v>
                </c:pt>
                <c:pt idx="1700">
                  <c:v>1.5578E-05</c:v>
                </c:pt>
                <c:pt idx="1701">
                  <c:v>1.5547E-05</c:v>
                </c:pt>
                <c:pt idx="1702">
                  <c:v>1.5505E-05</c:v>
                </c:pt>
                <c:pt idx="1703">
                  <c:v>1.5453E-05</c:v>
                </c:pt>
                <c:pt idx="1704">
                  <c:v>1.539E-05</c:v>
                </c:pt>
                <c:pt idx="1705">
                  <c:v>1.5316E-05</c:v>
                </c:pt>
                <c:pt idx="1706">
                  <c:v>1.5233E-05</c:v>
                </c:pt>
                <c:pt idx="1707">
                  <c:v>1.5139E-05</c:v>
                </c:pt>
                <c:pt idx="1708">
                  <c:v>1.5036E-05</c:v>
                </c:pt>
                <c:pt idx="1709">
                  <c:v>1.4922E-05</c:v>
                </c:pt>
                <c:pt idx="1710">
                  <c:v>1.4799E-05</c:v>
                </c:pt>
                <c:pt idx="1711">
                  <c:v>1.4666E-05</c:v>
                </c:pt>
                <c:pt idx="1712">
                  <c:v>1.4524E-05</c:v>
                </c:pt>
                <c:pt idx="1713">
                  <c:v>1.4372E-05</c:v>
                </c:pt>
                <c:pt idx="1714">
                  <c:v>1.4211E-05</c:v>
                </c:pt>
                <c:pt idx="1715">
                  <c:v>1.4042E-05</c:v>
                </c:pt>
                <c:pt idx="1716">
                  <c:v>1.3863E-05</c:v>
                </c:pt>
                <c:pt idx="1717">
                  <c:v>1.3675E-05</c:v>
                </c:pt>
                <c:pt idx="1718">
                  <c:v>1.3479E-05</c:v>
                </c:pt>
                <c:pt idx="1719">
                  <c:v>1.3275E-05</c:v>
                </c:pt>
                <c:pt idx="1720">
                  <c:v>1.3063E-05</c:v>
                </c:pt>
                <c:pt idx="1721">
                  <c:v>1.2842E-05</c:v>
                </c:pt>
                <c:pt idx="1722">
                  <c:v>1.2614E-05</c:v>
                </c:pt>
                <c:pt idx="1723">
                  <c:v>1.2379E-05</c:v>
                </c:pt>
                <c:pt idx="1724">
                  <c:v>1.2136E-05</c:v>
                </c:pt>
                <c:pt idx="1725">
                  <c:v>1.1885E-05</c:v>
                </c:pt>
                <c:pt idx="1726">
                  <c:v>1.1628E-05</c:v>
                </c:pt>
                <c:pt idx="1727">
                  <c:v>1.1364E-05</c:v>
                </c:pt>
                <c:pt idx="1728">
                  <c:v>1.1094E-05</c:v>
                </c:pt>
                <c:pt idx="1729">
                  <c:v>1.0817E-05</c:v>
                </c:pt>
                <c:pt idx="1730">
                  <c:v>1.0535E-05</c:v>
                </c:pt>
                <c:pt idx="1731">
                  <c:v>1.0246E-05</c:v>
                </c:pt>
                <c:pt idx="1732">
                  <c:v>9.952E-06</c:v>
                </c:pt>
                <c:pt idx="1733">
                  <c:v>9.652E-06</c:v>
                </c:pt>
                <c:pt idx="1734">
                  <c:v>9.347E-06</c:v>
                </c:pt>
                <c:pt idx="1735">
                  <c:v>9.038E-06</c:v>
                </c:pt>
                <c:pt idx="1736">
                  <c:v>8.723E-06</c:v>
                </c:pt>
                <c:pt idx="1737">
                  <c:v>8.405E-06</c:v>
                </c:pt>
                <c:pt idx="1738">
                  <c:v>8.082E-06</c:v>
                </c:pt>
                <c:pt idx="1739">
                  <c:v>7.755E-06</c:v>
                </c:pt>
                <c:pt idx="1740">
                  <c:v>7.424E-06</c:v>
                </c:pt>
                <c:pt idx="1741">
                  <c:v>7.09E-06</c:v>
                </c:pt>
                <c:pt idx="1742">
                  <c:v>6.753E-06</c:v>
                </c:pt>
                <c:pt idx="1743">
                  <c:v>6.413E-06</c:v>
                </c:pt>
                <c:pt idx="1744">
                  <c:v>6.07E-06</c:v>
                </c:pt>
                <c:pt idx="1745">
                  <c:v>5.725E-06</c:v>
                </c:pt>
                <c:pt idx="1746">
                  <c:v>5.377E-06</c:v>
                </c:pt>
                <c:pt idx="1747">
                  <c:v>5.028E-06</c:v>
                </c:pt>
                <c:pt idx="1748">
                  <c:v>4.677E-06</c:v>
                </c:pt>
                <c:pt idx="1749">
                  <c:v>4.324E-06</c:v>
                </c:pt>
                <c:pt idx="1750">
                  <c:v>3.971E-06</c:v>
                </c:pt>
                <c:pt idx="1751">
                  <c:v>3.616E-06</c:v>
                </c:pt>
                <c:pt idx="1752">
                  <c:v>3.261E-06</c:v>
                </c:pt>
                <c:pt idx="1753">
                  <c:v>2.905E-06</c:v>
                </c:pt>
                <c:pt idx="1754">
                  <c:v>2.549E-06</c:v>
                </c:pt>
                <c:pt idx="1755">
                  <c:v>2.193E-06</c:v>
                </c:pt>
                <c:pt idx="1756">
                  <c:v>1.838E-06</c:v>
                </c:pt>
                <c:pt idx="1757">
                  <c:v>1.483E-06</c:v>
                </c:pt>
                <c:pt idx="1758">
                  <c:v>1.128E-06</c:v>
                </c:pt>
                <c:pt idx="1759">
                  <c:v>7.75E-07</c:v>
                </c:pt>
                <c:pt idx="1760">
                  <c:v>4.23E-07</c:v>
                </c:pt>
                <c:pt idx="1761">
                  <c:v>7.3E-08</c:v>
                </c:pt>
                <c:pt idx="1762">
                  <c:v>-2.75E-07</c:v>
                </c:pt>
                <c:pt idx="1763">
                  <c:v>-6.22E-07</c:v>
                </c:pt>
                <c:pt idx="1764">
                  <c:v>-9.66E-07</c:v>
                </c:pt>
                <c:pt idx="1765">
                  <c:v>-1.308E-06</c:v>
                </c:pt>
                <c:pt idx="1766">
                  <c:v>-1.648E-06</c:v>
                </c:pt>
                <c:pt idx="1767">
                  <c:v>-1.984E-06</c:v>
                </c:pt>
                <c:pt idx="1768">
                  <c:v>-2.317E-06</c:v>
                </c:pt>
                <c:pt idx="1769">
                  <c:v>-2.647E-06</c:v>
                </c:pt>
                <c:pt idx="1770">
                  <c:v>-2.974E-06</c:v>
                </c:pt>
                <c:pt idx="1771">
                  <c:v>-3.296E-06</c:v>
                </c:pt>
                <c:pt idx="1772">
                  <c:v>-3.615E-06</c:v>
                </c:pt>
                <c:pt idx="1773">
                  <c:v>-3.93E-06</c:v>
                </c:pt>
                <c:pt idx="1774">
                  <c:v>-4.24E-06</c:v>
                </c:pt>
                <c:pt idx="1775">
                  <c:v>-4.546E-06</c:v>
                </c:pt>
                <c:pt idx="1776">
                  <c:v>-4.847E-06</c:v>
                </c:pt>
                <c:pt idx="1777">
                  <c:v>-5.143E-06</c:v>
                </c:pt>
                <c:pt idx="1778">
                  <c:v>-5.434E-06</c:v>
                </c:pt>
                <c:pt idx="1779">
                  <c:v>-5.719E-06</c:v>
                </c:pt>
                <c:pt idx="1780">
                  <c:v>-6E-06</c:v>
                </c:pt>
                <c:pt idx="1781">
                  <c:v>-6.274E-06</c:v>
                </c:pt>
                <c:pt idx="1782">
                  <c:v>-6.543E-06</c:v>
                </c:pt>
                <c:pt idx="1783">
                  <c:v>-6.806E-06</c:v>
                </c:pt>
                <c:pt idx="1784">
                  <c:v>-7.063E-06</c:v>
                </c:pt>
                <c:pt idx="1785">
                  <c:v>-7.314E-06</c:v>
                </c:pt>
                <c:pt idx="1786">
                  <c:v>-7.558E-06</c:v>
                </c:pt>
                <c:pt idx="1787">
                  <c:v>-7.796E-06</c:v>
                </c:pt>
                <c:pt idx="1788">
                  <c:v>-8.027E-06</c:v>
                </c:pt>
                <c:pt idx="1789">
                  <c:v>-8.252E-06</c:v>
                </c:pt>
                <c:pt idx="1790">
                  <c:v>-8.469E-06</c:v>
                </c:pt>
                <c:pt idx="1791">
                  <c:v>-8.68E-06</c:v>
                </c:pt>
                <c:pt idx="1792">
                  <c:v>-8.883E-06</c:v>
                </c:pt>
                <c:pt idx="1793">
                  <c:v>-9.08E-06</c:v>
                </c:pt>
                <c:pt idx="1794">
                  <c:v>-9.269E-06</c:v>
                </c:pt>
                <c:pt idx="1795">
                  <c:v>-9.45E-06</c:v>
                </c:pt>
                <c:pt idx="1796">
                  <c:v>-9.624E-06</c:v>
                </c:pt>
                <c:pt idx="1797">
                  <c:v>-9.791E-06</c:v>
                </c:pt>
                <c:pt idx="1798">
                  <c:v>-9.95E-06</c:v>
                </c:pt>
                <c:pt idx="1799">
                  <c:v>-1.0101E-05</c:v>
                </c:pt>
                <c:pt idx="1800">
                  <c:v>-1.0245E-05</c:v>
                </c:pt>
                <c:pt idx="1801">
                  <c:v>-1.038E-05</c:v>
                </c:pt>
                <c:pt idx="1802">
                  <c:v>-1.0508E-05</c:v>
                </c:pt>
                <c:pt idx="1803">
                  <c:v>-1.0628E-05</c:v>
                </c:pt>
                <c:pt idx="1804">
                  <c:v>-1.0739E-05</c:v>
                </c:pt>
                <c:pt idx="1805">
                  <c:v>-1.0843E-05</c:v>
                </c:pt>
                <c:pt idx="1806">
                  <c:v>-1.0939E-05</c:v>
                </c:pt>
                <c:pt idx="1807">
                  <c:v>-1.1026E-05</c:v>
                </c:pt>
                <c:pt idx="1808">
                  <c:v>-1.1106E-05</c:v>
                </c:pt>
                <c:pt idx="1809">
                  <c:v>-1.1177E-05</c:v>
                </c:pt>
                <c:pt idx="1810">
                  <c:v>-1.1241E-05</c:v>
                </c:pt>
                <c:pt idx="1811">
                  <c:v>-1.1296E-05</c:v>
                </c:pt>
                <c:pt idx="1812">
                  <c:v>-1.1343E-05</c:v>
                </c:pt>
                <c:pt idx="1813">
                  <c:v>-1.1382E-05</c:v>
                </c:pt>
                <c:pt idx="1814">
                  <c:v>-1.1413E-05</c:v>
                </c:pt>
                <c:pt idx="1815">
                  <c:v>-1.1436E-05</c:v>
                </c:pt>
                <c:pt idx="1816">
                  <c:v>-1.1451E-05</c:v>
                </c:pt>
                <c:pt idx="1817">
                  <c:v>-1.1457E-05</c:v>
                </c:pt>
                <c:pt idx="1818">
                  <c:v>-1.1456E-05</c:v>
                </c:pt>
                <c:pt idx="1819">
                  <c:v>-1.1447E-05</c:v>
                </c:pt>
                <c:pt idx="1820">
                  <c:v>-1.143E-05</c:v>
                </c:pt>
                <c:pt idx="1821">
                  <c:v>-1.1405E-05</c:v>
                </c:pt>
                <c:pt idx="1822">
                  <c:v>-1.1373E-05</c:v>
                </c:pt>
                <c:pt idx="1823">
                  <c:v>-1.1332E-05</c:v>
                </c:pt>
                <c:pt idx="1824">
                  <c:v>-1.1284E-05</c:v>
                </c:pt>
                <c:pt idx="1825">
                  <c:v>-1.1229E-05</c:v>
                </c:pt>
                <c:pt idx="1826">
                  <c:v>-1.1166E-05</c:v>
                </c:pt>
                <c:pt idx="1827">
                  <c:v>-1.1095E-05</c:v>
                </c:pt>
                <c:pt idx="1828">
                  <c:v>-1.1018E-05</c:v>
                </c:pt>
                <c:pt idx="1829">
                  <c:v>-1.0933E-05</c:v>
                </c:pt>
                <c:pt idx="1830">
                  <c:v>-1.084E-05</c:v>
                </c:pt>
                <c:pt idx="1831">
                  <c:v>-1.0741E-05</c:v>
                </c:pt>
                <c:pt idx="1832">
                  <c:v>-1.0635E-05</c:v>
                </c:pt>
                <c:pt idx="1833">
                  <c:v>-1.0522E-05</c:v>
                </c:pt>
                <c:pt idx="1834">
                  <c:v>-1.0403E-05</c:v>
                </c:pt>
                <c:pt idx="1835">
                  <c:v>-1.0276E-05</c:v>
                </c:pt>
                <c:pt idx="1836">
                  <c:v>-1.0144E-05</c:v>
                </c:pt>
                <c:pt idx="1837">
                  <c:v>-1.0005E-05</c:v>
                </c:pt>
                <c:pt idx="1838">
                  <c:v>-9.859E-06</c:v>
                </c:pt>
                <c:pt idx="1839">
                  <c:v>-9.708E-06</c:v>
                </c:pt>
                <c:pt idx="1840">
                  <c:v>-9.551E-06</c:v>
                </c:pt>
                <c:pt idx="1841">
                  <c:v>-9.388E-06</c:v>
                </c:pt>
                <c:pt idx="1842">
                  <c:v>-9.219E-06</c:v>
                </c:pt>
                <c:pt idx="1843">
                  <c:v>-9.045E-06</c:v>
                </c:pt>
                <c:pt idx="1844">
                  <c:v>-8.865E-06</c:v>
                </c:pt>
                <c:pt idx="1845">
                  <c:v>-8.68E-06</c:v>
                </c:pt>
                <c:pt idx="1846">
                  <c:v>-8.49E-06</c:v>
                </c:pt>
                <c:pt idx="1847">
                  <c:v>-8.295E-06</c:v>
                </c:pt>
                <c:pt idx="1848">
                  <c:v>-8.096E-06</c:v>
                </c:pt>
                <c:pt idx="1849">
                  <c:v>-7.891E-06</c:v>
                </c:pt>
                <c:pt idx="1850">
                  <c:v>-7.683E-06</c:v>
                </c:pt>
                <c:pt idx="1851">
                  <c:v>-7.47E-06</c:v>
                </c:pt>
                <c:pt idx="1852">
                  <c:v>-7.253E-06</c:v>
                </c:pt>
                <c:pt idx="1853">
                  <c:v>-7.032E-06</c:v>
                </c:pt>
                <c:pt idx="1854">
                  <c:v>-6.808E-06</c:v>
                </c:pt>
                <c:pt idx="1855">
                  <c:v>-6.58E-06</c:v>
                </c:pt>
                <c:pt idx="1856">
                  <c:v>-6.348E-06</c:v>
                </c:pt>
                <c:pt idx="1857">
                  <c:v>-6.113E-06</c:v>
                </c:pt>
                <c:pt idx="1858">
                  <c:v>-5.876E-06</c:v>
                </c:pt>
                <c:pt idx="1859">
                  <c:v>-5.635E-06</c:v>
                </c:pt>
                <c:pt idx="1860">
                  <c:v>-5.392E-06</c:v>
                </c:pt>
                <c:pt idx="1861">
                  <c:v>-5.146E-06</c:v>
                </c:pt>
                <c:pt idx="1862">
                  <c:v>-4.898E-06</c:v>
                </c:pt>
                <c:pt idx="1863">
                  <c:v>-4.648E-06</c:v>
                </c:pt>
                <c:pt idx="1864">
                  <c:v>-4.396E-06</c:v>
                </c:pt>
                <c:pt idx="1865">
                  <c:v>-4.142E-06</c:v>
                </c:pt>
                <c:pt idx="1866">
                  <c:v>-3.887E-06</c:v>
                </c:pt>
                <c:pt idx="1867">
                  <c:v>-3.63E-06</c:v>
                </c:pt>
                <c:pt idx="1868">
                  <c:v>-3.372E-06</c:v>
                </c:pt>
                <c:pt idx="1869">
                  <c:v>-3.113E-06</c:v>
                </c:pt>
                <c:pt idx="1870">
                  <c:v>-2.853E-06</c:v>
                </c:pt>
                <c:pt idx="1871">
                  <c:v>-2.593E-06</c:v>
                </c:pt>
                <c:pt idx="1872">
                  <c:v>-2.332E-06</c:v>
                </c:pt>
                <c:pt idx="1873">
                  <c:v>-2.071E-06</c:v>
                </c:pt>
                <c:pt idx="1874">
                  <c:v>-1.81E-06</c:v>
                </c:pt>
                <c:pt idx="1875">
                  <c:v>-1.548E-06</c:v>
                </c:pt>
                <c:pt idx="1876">
                  <c:v>-1.288E-06</c:v>
                </c:pt>
                <c:pt idx="1877">
                  <c:v>-1.027E-06</c:v>
                </c:pt>
                <c:pt idx="1878">
                  <c:v>-7.67E-07</c:v>
                </c:pt>
                <c:pt idx="1879">
                  <c:v>-5.08E-07</c:v>
                </c:pt>
                <c:pt idx="1880">
                  <c:v>-2.5E-07</c:v>
                </c:pt>
                <c:pt idx="1881">
                  <c:v>7E-09</c:v>
                </c:pt>
                <c:pt idx="1882">
                  <c:v>2.62E-07</c:v>
                </c:pt>
                <c:pt idx="1883">
                  <c:v>5.16E-07</c:v>
                </c:pt>
                <c:pt idx="1884">
                  <c:v>7.68E-07</c:v>
                </c:pt>
                <c:pt idx="1885">
                  <c:v>1.019E-06</c:v>
                </c:pt>
                <c:pt idx="1886">
                  <c:v>1.267E-06</c:v>
                </c:pt>
                <c:pt idx="1887">
                  <c:v>1.514E-06</c:v>
                </c:pt>
                <c:pt idx="1888">
                  <c:v>1.758E-06</c:v>
                </c:pt>
                <c:pt idx="1889">
                  <c:v>1.999E-06</c:v>
                </c:pt>
                <c:pt idx="1890">
                  <c:v>2.238E-06</c:v>
                </c:pt>
                <c:pt idx="1891">
                  <c:v>2.475E-06</c:v>
                </c:pt>
                <c:pt idx="1892">
                  <c:v>2.708E-06</c:v>
                </c:pt>
                <c:pt idx="1893">
                  <c:v>2.938E-06</c:v>
                </c:pt>
                <c:pt idx="1894">
                  <c:v>3.165E-06</c:v>
                </c:pt>
                <c:pt idx="1895">
                  <c:v>3.389E-06</c:v>
                </c:pt>
                <c:pt idx="1896">
                  <c:v>3.609E-06</c:v>
                </c:pt>
                <c:pt idx="1897">
                  <c:v>3.825E-06</c:v>
                </c:pt>
                <c:pt idx="1898">
                  <c:v>4.038E-06</c:v>
                </c:pt>
                <c:pt idx="1899">
                  <c:v>4.247E-06</c:v>
                </c:pt>
                <c:pt idx="1900">
                  <c:v>4.451E-06</c:v>
                </c:pt>
                <c:pt idx="1901">
                  <c:v>4.652E-06</c:v>
                </c:pt>
                <c:pt idx="1902">
                  <c:v>4.848E-06</c:v>
                </c:pt>
                <c:pt idx="1903">
                  <c:v>5.04E-06</c:v>
                </c:pt>
                <c:pt idx="1904">
                  <c:v>5.228E-06</c:v>
                </c:pt>
                <c:pt idx="1905">
                  <c:v>5.411E-06</c:v>
                </c:pt>
                <c:pt idx="1906">
                  <c:v>5.589E-06</c:v>
                </c:pt>
                <c:pt idx="1907">
                  <c:v>5.762E-06</c:v>
                </c:pt>
                <c:pt idx="1908">
                  <c:v>5.931E-06</c:v>
                </c:pt>
                <c:pt idx="1909">
                  <c:v>6.095E-06</c:v>
                </c:pt>
                <c:pt idx="1910">
                  <c:v>6.253E-06</c:v>
                </c:pt>
                <c:pt idx="1911">
                  <c:v>6.406E-06</c:v>
                </c:pt>
                <c:pt idx="1912">
                  <c:v>6.555E-06</c:v>
                </c:pt>
                <c:pt idx="1913">
                  <c:v>6.697E-06</c:v>
                </c:pt>
                <c:pt idx="1914">
                  <c:v>6.835E-06</c:v>
                </c:pt>
                <c:pt idx="1915">
                  <c:v>6.967E-06</c:v>
                </c:pt>
                <c:pt idx="1916">
                  <c:v>7.093E-06</c:v>
                </c:pt>
                <c:pt idx="1917">
                  <c:v>7.214E-06</c:v>
                </c:pt>
                <c:pt idx="1918">
                  <c:v>7.33E-06</c:v>
                </c:pt>
                <c:pt idx="1919">
                  <c:v>7.439E-06</c:v>
                </c:pt>
                <c:pt idx="1920">
                  <c:v>7.543E-06</c:v>
                </c:pt>
                <c:pt idx="1921">
                  <c:v>7.641E-06</c:v>
                </c:pt>
                <c:pt idx="1922">
                  <c:v>7.734E-06</c:v>
                </c:pt>
                <c:pt idx="1923">
                  <c:v>7.82E-06</c:v>
                </c:pt>
                <c:pt idx="1924">
                  <c:v>7.901E-06</c:v>
                </c:pt>
                <c:pt idx="1925">
                  <c:v>7.976E-06</c:v>
                </c:pt>
                <c:pt idx="1926">
                  <c:v>8.045E-06</c:v>
                </c:pt>
                <c:pt idx="1927">
                  <c:v>8.108E-06</c:v>
                </c:pt>
                <c:pt idx="1928">
                  <c:v>8.165E-06</c:v>
                </c:pt>
                <c:pt idx="1929">
                  <c:v>8.216E-06</c:v>
                </c:pt>
                <c:pt idx="1930">
                  <c:v>8.261E-06</c:v>
                </c:pt>
                <c:pt idx="1931">
                  <c:v>8.3E-06</c:v>
                </c:pt>
                <c:pt idx="1932">
                  <c:v>8.333E-06</c:v>
                </c:pt>
                <c:pt idx="1933">
                  <c:v>8.36E-06</c:v>
                </c:pt>
                <c:pt idx="1934">
                  <c:v>8.381E-06</c:v>
                </c:pt>
                <c:pt idx="1935">
                  <c:v>8.397E-06</c:v>
                </c:pt>
                <c:pt idx="1936">
                  <c:v>8.406E-06</c:v>
                </c:pt>
                <c:pt idx="1937">
                  <c:v>8.41E-06</c:v>
                </c:pt>
                <c:pt idx="1938">
                  <c:v>8.408E-06</c:v>
                </c:pt>
                <c:pt idx="1939">
                  <c:v>8.4E-06</c:v>
                </c:pt>
                <c:pt idx="1940">
                  <c:v>8.386E-06</c:v>
                </c:pt>
                <c:pt idx="1941">
                  <c:v>8.366E-06</c:v>
                </c:pt>
                <c:pt idx="1942">
                  <c:v>8.341E-06</c:v>
                </c:pt>
                <c:pt idx="1943">
                  <c:v>8.31E-06</c:v>
                </c:pt>
                <c:pt idx="1944">
                  <c:v>8.274E-06</c:v>
                </c:pt>
                <c:pt idx="1945">
                  <c:v>8.231E-06</c:v>
                </c:pt>
                <c:pt idx="1946">
                  <c:v>8.184E-06</c:v>
                </c:pt>
                <c:pt idx="1947">
                  <c:v>8.131E-06</c:v>
                </c:pt>
                <c:pt idx="1948">
                  <c:v>8.073E-06</c:v>
                </c:pt>
                <c:pt idx="1949">
                  <c:v>8.009E-06</c:v>
                </c:pt>
                <c:pt idx="1950">
                  <c:v>7.94E-06</c:v>
                </c:pt>
                <c:pt idx="1951">
                  <c:v>7.866E-06</c:v>
                </c:pt>
                <c:pt idx="1952">
                  <c:v>7.787E-06</c:v>
                </c:pt>
                <c:pt idx="1953">
                  <c:v>7.703E-06</c:v>
                </c:pt>
                <c:pt idx="1954">
                  <c:v>7.614E-06</c:v>
                </c:pt>
                <c:pt idx="1955">
                  <c:v>7.52E-06</c:v>
                </c:pt>
                <c:pt idx="1956">
                  <c:v>7.422E-06</c:v>
                </c:pt>
                <c:pt idx="1957">
                  <c:v>7.319E-06</c:v>
                </c:pt>
                <c:pt idx="1958">
                  <c:v>7.211E-06</c:v>
                </c:pt>
                <c:pt idx="1959">
                  <c:v>7.099E-06</c:v>
                </c:pt>
                <c:pt idx="1960">
                  <c:v>6.982E-06</c:v>
                </c:pt>
                <c:pt idx="1961">
                  <c:v>6.862E-06</c:v>
                </c:pt>
                <c:pt idx="1962">
                  <c:v>6.737E-06</c:v>
                </c:pt>
                <c:pt idx="1963">
                  <c:v>6.608E-06</c:v>
                </c:pt>
                <c:pt idx="1964">
                  <c:v>6.475E-06</c:v>
                </c:pt>
                <c:pt idx="1965">
                  <c:v>6.339E-06</c:v>
                </c:pt>
                <c:pt idx="1966">
                  <c:v>6.198E-06</c:v>
                </c:pt>
                <c:pt idx="1967">
                  <c:v>6.054E-06</c:v>
                </c:pt>
                <c:pt idx="1968">
                  <c:v>5.907E-06</c:v>
                </c:pt>
                <c:pt idx="1969">
                  <c:v>5.757E-06</c:v>
                </c:pt>
                <c:pt idx="1970">
                  <c:v>5.603E-06</c:v>
                </c:pt>
                <c:pt idx="1971">
                  <c:v>5.446E-06</c:v>
                </c:pt>
                <c:pt idx="1972">
                  <c:v>5.286E-06</c:v>
                </c:pt>
                <c:pt idx="1973">
                  <c:v>5.123E-06</c:v>
                </c:pt>
                <c:pt idx="1974">
                  <c:v>4.958E-06</c:v>
                </c:pt>
                <c:pt idx="1975">
                  <c:v>4.79E-06</c:v>
                </c:pt>
                <c:pt idx="1976">
                  <c:v>4.619E-06</c:v>
                </c:pt>
                <c:pt idx="1977">
                  <c:v>4.446E-06</c:v>
                </c:pt>
                <c:pt idx="1978">
                  <c:v>4.271E-06</c:v>
                </c:pt>
                <c:pt idx="1979">
                  <c:v>4.094E-06</c:v>
                </c:pt>
                <c:pt idx="1980">
                  <c:v>3.915E-06</c:v>
                </c:pt>
                <c:pt idx="1981">
                  <c:v>3.734E-06</c:v>
                </c:pt>
                <c:pt idx="1982">
                  <c:v>3.552E-06</c:v>
                </c:pt>
                <c:pt idx="1983">
                  <c:v>3.368E-06</c:v>
                </c:pt>
                <c:pt idx="1984">
                  <c:v>3.183E-06</c:v>
                </c:pt>
                <c:pt idx="1985">
                  <c:v>2.996E-06</c:v>
                </c:pt>
                <c:pt idx="1986">
                  <c:v>2.808E-06</c:v>
                </c:pt>
                <c:pt idx="1987">
                  <c:v>2.62E-06</c:v>
                </c:pt>
                <c:pt idx="1988">
                  <c:v>2.43E-06</c:v>
                </c:pt>
                <c:pt idx="1989">
                  <c:v>2.24E-06</c:v>
                </c:pt>
                <c:pt idx="1990">
                  <c:v>2.049E-06</c:v>
                </c:pt>
                <c:pt idx="1991">
                  <c:v>1.858E-06</c:v>
                </c:pt>
                <c:pt idx="1992">
                  <c:v>1.666E-06</c:v>
                </c:pt>
                <c:pt idx="1993">
                  <c:v>1.475E-06</c:v>
                </c:pt>
                <c:pt idx="1994">
                  <c:v>1.283E-06</c:v>
                </c:pt>
                <c:pt idx="1995">
                  <c:v>1.091E-06</c:v>
                </c:pt>
                <c:pt idx="1996">
                  <c:v>9E-07</c:v>
                </c:pt>
                <c:pt idx="1997">
                  <c:v>7.09E-07</c:v>
                </c:pt>
                <c:pt idx="1998">
                  <c:v>5.18E-07</c:v>
                </c:pt>
                <c:pt idx="1999">
                  <c:v>3.28E-07</c:v>
                </c:pt>
                <c:pt idx="2000">
                  <c:v>1.39E-07</c:v>
                </c:pt>
                <c:pt idx="2001">
                  <c:v>-4.9E-08</c:v>
                </c:pt>
                <c:pt idx="2002">
                  <c:v>-2.37E-07</c:v>
                </c:pt>
                <c:pt idx="2003">
                  <c:v>-4.23E-07</c:v>
                </c:pt>
                <c:pt idx="2004">
                  <c:v>-6.08E-07</c:v>
                </c:pt>
                <c:pt idx="2005">
                  <c:v>-7.91E-07</c:v>
                </c:pt>
                <c:pt idx="2006">
                  <c:v>-9.73E-07</c:v>
                </c:pt>
                <c:pt idx="2007">
                  <c:v>-1.154E-06</c:v>
                </c:pt>
                <c:pt idx="2008">
                  <c:v>-1.333E-06</c:v>
                </c:pt>
                <c:pt idx="2009">
                  <c:v>-1.509E-06</c:v>
                </c:pt>
                <c:pt idx="2010">
                  <c:v>-1.684E-06</c:v>
                </c:pt>
                <c:pt idx="2011">
                  <c:v>-1.857E-06</c:v>
                </c:pt>
                <c:pt idx="2012">
                  <c:v>-2.028E-06</c:v>
                </c:pt>
                <c:pt idx="2013">
                  <c:v>-2.196E-06</c:v>
                </c:pt>
                <c:pt idx="2014">
                  <c:v>-2.362E-06</c:v>
                </c:pt>
                <c:pt idx="2015">
                  <c:v>-2.526E-06</c:v>
                </c:pt>
                <c:pt idx="2016">
                  <c:v>-2.687E-06</c:v>
                </c:pt>
                <c:pt idx="2017">
                  <c:v>-2.845E-06</c:v>
                </c:pt>
                <c:pt idx="2018">
                  <c:v>-3E-06</c:v>
                </c:pt>
                <c:pt idx="2019">
                  <c:v>-3.153E-06</c:v>
                </c:pt>
                <c:pt idx="2020">
                  <c:v>-3.303E-06</c:v>
                </c:pt>
                <c:pt idx="2021">
                  <c:v>-3.449E-06</c:v>
                </c:pt>
                <c:pt idx="2022">
                  <c:v>-3.592E-06</c:v>
                </c:pt>
                <c:pt idx="2023">
                  <c:v>-3.733E-06</c:v>
                </c:pt>
                <c:pt idx="2024">
                  <c:v>-3.869E-06</c:v>
                </c:pt>
                <c:pt idx="2025">
                  <c:v>-4.003E-06</c:v>
                </c:pt>
                <c:pt idx="2026">
                  <c:v>-4.133E-06</c:v>
                </c:pt>
                <c:pt idx="2027">
                  <c:v>-4.259E-06</c:v>
                </c:pt>
                <c:pt idx="2028">
                  <c:v>-4.382E-06</c:v>
                </c:pt>
                <c:pt idx="2029">
                  <c:v>-4.501E-06</c:v>
                </c:pt>
                <c:pt idx="2030">
                  <c:v>-4.617E-06</c:v>
                </c:pt>
                <c:pt idx="2031">
                  <c:v>-4.729E-06</c:v>
                </c:pt>
                <c:pt idx="2032">
                  <c:v>-4.836E-06</c:v>
                </c:pt>
                <c:pt idx="2033">
                  <c:v>-4.94E-06</c:v>
                </c:pt>
                <c:pt idx="2034">
                  <c:v>-5.04E-06</c:v>
                </c:pt>
                <c:pt idx="2035">
                  <c:v>-5.136E-06</c:v>
                </c:pt>
                <c:pt idx="2036">
                  <c:v>-5.228E-06</c:v>
                </c:pt>
                <c:pt idx="2037">
                  <c:v>-5.316E-06</c:v>
                </c:pt>
                <c:pt idx="2038">
                  <c:v>-5.4E-06</c:v>
                </c:pt>
                <c:pt idx="2039">
                  <c:v>-5.479E-06</c:v>
                </c:pt>
                <c:pt idx="2040">
                  <c:v>-5.554E-06</c:v>
                </c:pt>
                <c:pt idx="2041">
                  <c:v>-5.625E-06</c:v>
                </c:pt>
                <c:pt idx="2042">
                  <c:v>-5.692E-06</c:v>
                </c:pt>
                <c:pt idx="2043">
                  <c:v>-5.755E-06</c:v>
                </c:pt>
                <c:pt idx="2044">
                  <c:v>-5.813E-06</c:v>
                </c:pt>
                <c:pt idx="2045">
                  <c:v>-5.867E-06</c:v>
                </c:pt>
                <c:pt idx="2046">
                  <c:v>-5.916E-06</c:v>
                </c:pt>
                <c:pt idx="2047">
                  <c:v>-5.961E-06</c:v>
                </c:pt>
                <c:pt idx="2048">
                  <c:v>-6.002E-06</c:v>
                </c:pt>
                <c:pt idx="2049">
                  <c:v>-6.039E-06</c:v>
                </c:pt>
                <c:pt idx="2050">
                  <c:v>-6.071E-06</c:v>
                </c:pt>
                <c:pt idx="2051">
                  <c:v>-6.098E-06</c:v>
                </c:pt>
                <c:pt idx="2052">
                  <c:v>-6.122E-06</c:v>
                </c:pt>
                <c:pt idx="2053">
                  <c:v>-6.141E-06</c:v>
                </c:pt>
                <c:pt idx="2054">
                  <c:v>-6.155E-06</c:v>
                </c:pt>
                <c:pt idx="2055">
                  <c:v>-6.166E-06</c:v>
                </c:pt>
                <c:pt idx="2056">
                  <c:v>-6.171E-06</c:v>
                </c:pt>
                <c:pt idx="2057">
                  <c:v>-6.173E-06</c:v>
                </c:pt>
                <c:pt idx="2058">
                  <c:v>-6.17E-06</c:v>
                </c:pt>
                <c:pt idx="2059">
                  <c:v>-6.163E-06</c:v>
                </c:pt>
                <c:pt idx="2060">
                  <c:v>-6.152E-06</c:v>
                </c:pt>
                <c:pt idx="2061">
                  <c:v>-6.137E-06</c:v>
                </c:pt>
                <c:pt idx="2062">
                  <c:v>-6.117E-06</c:v>
                </c:pt>
                <c:pt idx="2063">
                  <c:v>-6.094E-06</c:v>
                </c:pt>
                <c:pt idx="2064">
                  <c:v>-6.066E-06</c:v>
                </c:pt>
                <c:pt idx="2065">
                  <c:v>-6.034E-06</c:v>
                </c:pt>
                <c:pt idx="2066">
                  <c:v>-5.998E-06</c:v>
                </c:pt>
                <c:pt idx="2067">
                  <c:v>-5.959E-06</c:v>
                </c:pt>
                <c:pt idx="2068">
                  <c:v>-5.915E-06</c:v>
                </c:pt>
                <c:pt idx="2069">
                  <c:v>-5.867E-06</c:v>
                </c:pt>
                <c:pt idx="2070">
                  <c:v>-5.816E-06</c:v>
                </c:pt>
                <c:pt idx="2071">
                  <c:v>-5.761E-06</c:v>
                </c:pt>
                <c:pt idx="2072">
                  <c:v>-5.702E-06</c:v>
                </c:pt>
                <c:pt idx="2073">
                  <c:v>-5.639E-06</c:v>
                </c:pt>
                <c:pt idx="2074">
                  <c:v>-5.573E-06</c:v>
                </c:pt>
                <c:pt idx="2075">
                  <c:v>-5.503E-06</c:v>
                </c:pt>
                <c:pt idx="2076">
                  <c:v>-5.43E-06</c:v>
                </c:pt>
                <c:pt idx="2077">
                  <c:v>-5.354E-06</c:v>
                </c:pt>
                <c:pt idx="2078">
                  <c:v>-5.274E-06</c:v>
                </c:pt>
                <c:pt idx="2079">
                  <c:v>-5.191E-06</c:v>
                </c:pt>
                <c:pt idx="2080">
                  <c:v>-5.104E-06</c:v>
                </c:pt>
                <c:pt idx="2081">
                  <c:v>-5.015E-06</c:v>
                </c:pt>
                <c:pt idx="2082">
                  <c:v>-4.923E-06</c:v>
                </c:pt>
                <c:pt idx="2083">
                  <c:v>-4.828E-06</c:v>
                </c:pt>
                <c:pt idx="2084">
                  <c:v>-4.729E-06</c:v>
                </c:pt>
                <c:pt idx="2085">
                  <c:v>-4.629E-06</c:v>
                </c:pt>
                <c:pt idx="2086">
                  <c:v>-4.525E-06</c:v>
                </c:pt>
                <c:pt idx="2087">
                  <c:v>-4.419E-06</c:v>
                </c:pt>
                <c:pt idx="2088">
                  <c:v>-4.31E-06</c:v>
                </c:pt>
                <c:pt idx="2089">
                  <c:v>-4.199E-06</c:v>
                </c:pt>
                <c:pt idx="2090">
                  <c:v>-4.085E-06</c:v>
                </c:pt>
                <c:pt idx="2091">
                  <c:v>-3.97E-06</c:v>
                </c:pt>
                <c:pt idx="2092">
                  <c:v>-3.852E-06</c:v>
                </c:pt>
                <c:pt idx="2093">
                  <c:v>-3.732E-06</c:v>
                </c:pt>
                <c:pt idx="2094">
                  <c:v>-3.61E-06</c:v>
                </c:pt>
                <c:pt idx="2095">
                  <c:v>-3.486E-06</c:v>
                </c:pt>
                <c:pt idx="2096">
                  <c:v>-3.361E-06</c:v>
                </c:pt>
                <c:pt idx="2097">
                  <c:v>-3.233E-06</c:v>
                </c:pt>
                <c:pt idx="2098">
                  <c:v>-3.105E-06</c:v>
                </c:pt>
                <c:pt idx="2099">
                  <c:v>-2.974E-06</c:v>
                </c:pt>
                <c:pt idx="2100">
                  <c:v>-2.843E-06</c:v>
                </c:pt>
                <c:pt idx="2101">
                  <c:v>-2.71E-06</c:v>
                </c:pt>
                <c:pt idx="2102">
                  <c:v>-2.575E-06</c:v>
                </c:pt>
                <c:pt idx="2103">
                  <c:v>-2.44E-06</c:v>
                </c:pt>
                <c:pt idx="2104">
                  <c:v>-2.304E-06</c:v>
                </c:pt>
                <c:pt idx="2105">
                  <c:v>-2.167E-06</c:v>
                </c:pt>
                <c:pt idx="2106">
                  <c:v>-2.029E-06</c:v>
                </c:pt>
                <c:pt idx="2107">
                  <c:v>-1.89E-06</c:v>
                </c:pt>
                <c:pt idx="2108">
                  <c:v>-1.751E-06</c:v>
                </c:pt>
                <c:pt idx="2109">
                  <c:v>-1.611E-06</c:v>
                </c:pt>
                <c:pt idx="2110">
                  <c:v>-1.471E-06</c:v>
                </c:pt>
                <c:pt idx="2111">
                  <c:v>-1.331E-06</c:v>
                </c:pt>
                <c:pt idx="2112">
                  <c:v>-1.19E-06</c:v>
                </c:pt>
                <c:pt idx="2113">
                  <c:v>-1.049E-06</c:v>
                </c:pt>
                <c:pt idx="2114">
                  <c:v>-9.09E-07</c:v>
                </c:pt>
                <c:pt idx="2115">
                  <c:v>-7.68E-07</c:v>
                </c:pt>
                <c:pt idx="2116">
                  <c:v>-6.27E-07</c:v>
                </c:pt>
                <c:pt idx="2117">
                  <c:v>-4.87E-07</c:v>
                </c:pt>
                <c:pt idx="2118">
                  <c:v>-3.47E-07</c:v>
                </c:pt>
                <c:pt idx="2119">
                  <c:v>-2.08E-07</c:v>
                </c:pt>
                <c:pt idx="2120">
                  <c:v>-6.9E-08</c:v>
                </c:pt>
                <c:pt idx="2121">
                  <c:v>6.9E-08</c:v>
                </c:pt>
                <c:pt idx="2122">
                  <c:v>2.06E-07</c:v>
                </c:pt>
                <c:pt idx="2123">
                  <c:v>3.42E-07</c:v>
                </c:pt>
                <c:pt idx="2124">
                  <c:v>4.78E-07</c:v>
                </c:pt>
                <c:pt idx="2125">
                  <c:v>6.12E-07</c:v>
                </c:pt>
                <c:pt idx="2126">
                  <c:v>7.46E-07</c:v>
                </c:pt>
                <c:pt idx="2127">
                  <c:v>8.78E-07</c:v>
                </c:pt>
                <c:pt idx="2128">
                  <c:v>1.009E-06</c:v>
                </c:pt>
                <c:pt idx="2129">
                  <c:v>1.138E-06</c:v>
                </c:pt>
                <c:pt idx="2130">
                  <c:v>1.266E-06</c:v>
                </c:pt>
                <c:pt idx="2131">
                  <c:v>1.393E-06</c:v>
                </c:pt>
                <c:pt idx="2132">
                  <c:v>1.518E-06</c:v>
                </c:pt>
                <c:pt idx="2133">
                  <c:v>1.641E-06</c:v>
                </c:pt>
                <c:pt idx="2134">
                  <c:v>1.762E-06</c:v>
                </c:pt>
                <c:pt idx="2135">
                  <c:v>1.882E-06</c:v>
                </c:pt>
                <c:pt idx="2136">
                  <c:v>2E-06</c:v>
                </c:pt>
                <c:pt idx="2137">
                  <c:v>2.115E-06</c:v>
                </c:pt>
                <c:pt idx="2138">
                  <c:v>2.229E-06</c:v>
                </c:pt>
                <c:pt idx="2139">
                  <c:v>2.34E-06</c:v>
                </c:pt>
                <c:pt idx="2140">
                  <c:v>2.45E-06</c:v>
                </c:pt>
                <c:pt idx="2141">
                  <c:v>2.557E-06</c:v>
                </c:pt>
                <c:pt idx="2142">
                  <c:v>2.661E-06</c:v>
                </c:pt>
                <c:pt idx="2143">
                  <c:v>2.764E-06</c:v>
                </c:pt>
                <c:pt idx="2144">
                  <c:v>2.863E-06</c:v>
                </c:pt>
                <c:pt idx="2145">
                  <c:v>2.961E-06</c:v>
                </c:pt>
                <c:pt idx="2146">
                  <c:v>3.056E-06</c:v>
                </c:pt>
                <c:pt idx="2147">
                  <c:v>3.148E-06</c:v>
                </c:pt>
                <c:pt idx="2148">
                  <c:v>3.237E-06</c:v>
                </c:pt>
                <c:pt idx="2149">
                  <c:v>3.324E-06</c:v>
                </c:pt>
                <c:pt idx="2150">
                  <c:v>3.408E-06</c:v>
                </c:pt>
                <c:pt idx="2151">
                  <c:v>3.49E-06</c:v>
                </c:pt>
                <c:pt idx="2152">
                  <c:v>3.568E-06</c:v>
                </c:pt>
                <c:pt idx="2153">
                  <c:v>3.644E-06</c:v>
                </c:pt>
                <c:pt idx="2154">
                  <c:v>3.716E-06</c:v>
                </c:pt>
                <c:pt idx="2155">
                  <c:v>3.786E-06</c:v>
                </c:pt>
                <c:pt idx="2156">
                  <c:v>3.853E-06</c:v>
                </c:pt>
                <c:pt idx="2157">
                  <c:v>3.917E-06</c:v>
                </c:pt>
                <c:pt idx="2158">
                  <c:v>3.977E-06</c:v>
                </c:pt>
                <c:pt idx="2159">
                  <c:v>4.035E-06</c:v>
                </c:pt>
                <c:pt idx="2160">
                  <c:v>4.089E-06</c:v>
                </c:pt>
                <c:pt idx="2161">
                  <c:v>4.141E-06</c:v>
                </c:pt>
                <c:pt idx="2162">
                  <c:v>4.189E-06</c:v>
                </c:pt>
                <c:pt idx="2163">
                  <c:v>4.234E-06</c:v>
                </c:pt>
                <c:pt idx="2164">
                  <c:v>4.276E-06</c:v>
                </c:pt>
                <c:pt idx="2165">
                  <c:v>4.315E-06</c:v>
                </c:pt>
                <c:pt idx="2166">
                  <c:v>4.351E-06</c:v>
                </c:pt>
                <c:pt idx="2167">
                  <c:v>4.383E-06</c:v>
                </c:pt>
                <c:pt idx="2168">
                  <c:v>4.412E-06</c:v>
                </c:pt>
                <c:pt idx="2169">
                  <c:v>4.438E-06</c:v>
                </c:pt>
                <c:pt idx="2170">
                  <c:v>4.461E-06</c:v>
                </c:pt>
                <c:pt idx="2171">
                  <c:v>4.481E-06</c:v>
                </c:pt>
                <c:pt idx="2172">
                  <c:v>4.497E-06</c:v>
                </c:pt>
                <c:pt idx="2173">
                  <c:v>4.51E-06</c:v>
                </c:pt>
                <c:pt idx="2174">
                  <c:v>4.52E-06</c:v>
                </c:pt>
                <c:pt idx="2175">
                  <c:v>4.527E-06</c:v>
                </c:pt>
                <c:pt idx="2176">
                  <c:v>4.53E-06</c:v>
                </c:pt>
                <c:pt idx="2177">
                  <c:v>4.531E-06</c:v>
                </c:pt>
                <c:pt idx="2178">
                  <c:v>4.528E-06</c:v>
                </c:pt>
                <c:pt idx="2179">
                  <c:v>4.522E-06</c:v>
                </c:pt>
                <c:pt idx="2180">
                  <c:v>4.513E-06</c:v>
                </c:pt>
                <c:pt idx="2181">
                  <c:v>4.501E-06</c:v>
                </c:pt>
                <c:pt idx="2182">
                  <c:v>4.486E-06</c:v>
                </c:pt>
                <c:pt idx="2183">
                  <c:v>4.468E-06</c:v>
                </c:pt>
                <c:pt idx="2184">
                  <c:v>4.447E-06</c:v>
                </c:pt>
                <c:pt idx="2185">
                  <c:v>4.423E-06</c:v>
                </c:pt>
                <c:pt idx="2186">
                  <c:v>4.396E-06</c:v>
                </c:pt>
                <c:pt idx="2187">
                  <c:v>4.366E-06</c:v>
                </c:pt>
                <c:pt idx="2188">
                  <c:v>4.333E-06</c:v>
                </c:pt>
                <c:pt idx="2189">
                  <c:v>4.298E-06</c:v>
                </c:pt>
                <c:pt idx="2190">
                  <c:v>4.259E-06</c:v>
                </c:pt>
                <c:pt idx="2191">
                  <c:v>4.218E-06</c:v>
                </c:pt>
                <c:pt idx="2192">
                  <c:v>4.174E-06</c:v>
                </c:pt>
                <c:pt idx="2193">
                  <c:v>4.128E-06</c:v>
                </c:pt>
                <c:pt idx="2194">
                  <c:v>4.079E-06</c:v>
                </c:pt>
                <c:pt idx="2195">
                  <c:v>4.027E-06</c:v>
                </c:pt>
                <c:pt idx="2196">
                  <c:v>3.973E-06</c:v>
                </c:pt>
                <c:pt idx="2197">
                  <c:v>3.916E-06</c:v>
                </c:pt>
                <c:pt idx="2198">
                  <c:v>3.857E-06</c:v>
                </c:pt>
                <c:pt idx="2199">
                  <c:v>3.795E-06</c:v>
                </c:pt>
                <c:pt idx="2200">
                  <c:v>3.731E-06</c:v>
                </c:pt>
                <c:pt idx="2201">
                  <c:v>3.665E-06</c:v>
                </c:pt>
                <c:pt idx="2202">
                  <c:v>3.597E-06</c:v>
                </c:pt>
                <c:pt idx="2203">
                  <c:v>3.527E-06</c:v>
                </c:pt>
                <c:pt idx="2204">
                  <c:v>3.454E-06</c:v>
                </c:pt>
                <c:pt idx="2205">
                  <c:v>3.38E-06</c:v>
                </c:pt>
                <c:pt idx="2206">
                  <c:v>3.303E-06</c:v>
                </c:pt>
                <c:pt idx="2207">
                  <c:v>3.225E-06</c:v>
                </c:pt>
                <c:pt idx="2208">
                  <c:v>3.145E-06</c:v>
                </c:pt>
                <c:pt idx="2209">
                  <c:v>3.063E-06</c:v>
                </c:pt>
                <c:pt idx="2210">
                  <c:v>2.979E-06</c:v>
                </c:pt>
                <c:pt idx="2211">
                  <c:v>2.894E-06</c:v>
                </c:pt>
                <c:pt idx="2212">
                  <c:v>2.807E-06</c:v>
                </c:pt>
                <c:pt idx="2213">
                  <c:v>2.718E-06</c:v>
                </c:pt>
                <c:pt idx="2214">
                  <c:v>2.628E-06</c:v>
                </c:pt>
                <c:pt idx="2215">
                  <c:v>2.537E-06</c:v>
                </c:pt>
                <c:pt idx="2216">
                  <c:v>2.445E-06</c:v>
                </c:pt>
                <c:pt idx="2217">
                  <c:v>2.351E-06</c:v>
                </c:pt>
                <c:pt idx="2218">
                  <c:v>2.256E-06</c:v>
                </c:pt>
                <c:pt idx="2219">
                  <c:v>2.16E-06</c:v>
                </c:pt>
                <c:pt idx="2220">
                  <c:v>2.064E-06</c:v>
                </c:pt>
                <c:pt idx="2221">
                  <c:v>1.966E-06</c:v>
                </c:pt>
                <c:pt idx="2222">
                  <c:v>1.867E-06</c:v>
                </c:pt>
                <c:pt idx="2223">
                  <c:v>1.768E-06</c:v>
                </c:pt>
                <c:pt idx="2224">
                  <c:v>1.667E-06</c:v>
                </c:pt>
                <c:pt idx="2225">
                  <c:v>1.567E-06</c:v>
                </c:pt>
                <c:pt idx="2226">
                  <c:v>1.465E-06</c:v>
                </c:pt>
                <c:pt idx="2227">
                  <c:v>1.363E-06</c:v>
                </c:pt>
                <c:pt idx="2228">
                  <c:v>1.261E-06</c:v>
                </c:pt>
                <c:pt idx="2229">
                  <c:v>1.158E-06</c:v>
                </c:pt>
                <c:pt idx="2230">
                  <c:v>1.055E-06</c:v>
                </c:pt>
                <c:pt idx="2231">
                  <c:v>9.52E-07</c:v>
                </c:pt>
                <c:pt idx="2232">
                  <c:v>8.49E-07</c:v>
                </c:pt>
                <c:pt idx="2233">
                  <c:v>7.46E-07</c:v>
                </c:pt>
                <c:pt idx="2234">
                  <c:v>6.42E-07</c:v>
                </c:pt>
                <c:pt idx="2235">
                  <c:v>5.39E-07</c:v>
                </c:pt>
                <c:pt idx="2236">
                  <c:v>4.36E-07</c:v>
                </c:pt>
                <c:pt idx="2237">
                  <c:v>3.33E-07</c:v>
                </c:pt>
                <c:pt idx="2238">
                  <c:v>2.31E-07</c:v>
                </c:pt>
                <c:pt idx="2239">
                  <c:v>1.29E-07</c:v>
                </c:pt>
                <c:pt idx="2240">
                  <c:v>2.7E-08</c:v>
                </c:pt>
                <c:pt idx="2241">
                  <c:v>-7.4E-08</c:v>
                </c:pt>
                <c:pt idx="2242">
                  <c:v>-1.75E-07</c:v>
                </c:pt>
                <c:pt idx="2243">
                  <c:v>-2.75E-07</c:v>
                </c:pt>
                <c:pt idx="2244">
                  <c:v>-3.74E-07</c:v>
                </c:pt>
                <c:pt idx="2245">
                  <c:v>-4.73E-07</c:v>
                </c:pt>
                <c:pt idx="2246">
                  <c:v>-5.7E-07</c:v>
                </c:pt>
                <c:pt idx="2247">
                  <c:v>-6.67E-07</c:v>
                </c:pt>
                <c:pt idx="2248">
                  <c:v>-7.63E-07</c:v>
                </c:pt>
                <c:pt idx="2249">
                  <c:v>-8.58E-07</c:v>
                </c:pt>
                <c:pt idx="2250">
                  <c:v>-9.52E-07</c:v>
                </c:pt>
              </c:numCache>
            </c:numRef>
          </c:yVal>
          <c:smooth val="0"/>
          <c:extLst>
            <c:ext uri="{C3380CC4-5D6E-409C-BE32-E72D297353CC}">
              <ns2:uniqueId val="{00000000-B854-405C-9F68-568E07CEE2EE}"/>
            </c:ext>
          </c:extLst>
        </c:ser>
        <c:ser>
          <c:idx val="1"/>
          <c:order val="1"/>
          <c:tx>
            <c:v>I</c:v>
          </c:tx>
          <c:spPr>
            <a:ln w="28575">
              <a:solidFill>
                <a:srgbClr val="C65C2A"/>
              </a:solidFill>
              <a:prstDash val="dash"/>
            </a:ln>
          </c:spPr>
          <c:marker>
            <c:symbol val="none"/>
          </c:marker>
          <c:xVal>
            <c:numRef>
              <c:f>'Chart Data'!$C$2:$C$2252</c:f>
              <c:numCache>
                <c:formatCode>General</c:formatCode>
                <c:ptCount val="225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c:v>
                </c:pt>
                <c:pt idx="501">
                  <c:v>10.02</c:v>
                </c:pt>
                <c:pt idx="502">
                  <c:v>10.04</c:v>
                </c:pt>
                <c:pt idx="503">
                  <c:v>10.06</c:v>
                </c:pt>
                <c:pt idx="504">
                  <c:v>10.08</c:v>
                </c:pt>
                <c:pt idx="505">
                  <c:v>10.1</c:v>
                </c:pt>
                <c:pt idx="506">
                  <c:v>10.12</c:v>
                </c:pt>
                <c:pt idx="507">
                  <c:v>10.14</c:v>
                </c:pt>
                <c:pt idx="508">
                  <c:v>10.16</c:v>
                </c:pt>
                <c:pt idx="509">
                  <c:v>10.18</c:v>
                </c:pt>
                <c:pt idx="510">
                  <c:v>10.2</c:v>
                </c:pt>
                <c:pt idx="511">
                  <c:v>10.22</c:v>
                </c:pt>
                <c:pt idx="512">
                  <c:v>10.24</c:v>
                </c:pt>
                <c:pt idx="513">
                  <c:v>10.26</c:v>
                </c:pt>
                <c:pt idx="514">
                  <c:v>10.28</c:v>
                </c:pt>
                <c:pt idx="515">
                  <c:v>10.3</c:v>
                </c:pt>
                <c:pt idx="516">
                  <c:v>10.32</c:v>
                </c:pt>
                <c:pt idx="517">
                  <c:v>10.34</c:v>
                </c:pt>
                <c:pt idx="518">
                  <c:v>10.36</c:v>
                </c:pt>
                <c:pt idx="519">
                  <c:v>10.38</c:v>
                </c:pt>
                <c:pt idx="520">
                  <c:v>10.4</c:v>
                </c:pt>
                <c:pt idx="521">
                  <c:v>10.42</c:v>
                </c:pt>
                <c:pt idx="522">
                  <c:v>10.44</c:v>
                </c:pt>
                <c:pt idx="523">
                  <c:v>10.46</c:v>
                </c:pt>
                <c:pt idx="524">
                  <c:v>10.48</c:v>
                </c:pt>
                <c:pt idx="525">
                  <c:v>10.5</c:v>
                </c:pt>
                <c:pt idx="526">
                  <c:v>10.52</c:v>
                </c:pt>
                <c:pt idx="527">
                  <c:v>10.54</c:v>
                </c:pt>
                <c:pt idx="528">
                  <c:v>10.56</c:v>
                </c:pt>
                <c:pt idx="529">
                  <c:v>10.58</c:v>
                </c:pt>
                <c:pt idx="530">
                  <c:v>10.6</c:v>
                </c:pt>
                <c:pt idx="531">
                  <c:v>10.62</c:v>
                </c:pt>
                <c:pt idx="532">
                  <c:v>10.64</c:v>
                </c:pt>
                <c:pt idx="533">
                  <c:v>10.66</c:v>
                </c:pt>
                <c:pt idx="534">
                  <c:v>10.68</c:v>
                </c:pt>
                <c:pt idx="535">
                  <c:v>10.7</c:v>
                </c:pt>
                <c:pt idx="536">
                  <c:v>10.72</c:v>
                </c:pt>
                <c:pt idx="537">
                  <c:v>10.74</c:v>
                </c:pt>
                <c:pt idx="538">
                  <c:v>10.76</c:v>
                </c:pt>
                <c:pt idx="539">
                  <c:v>10.78</c:v>
                </c:pt>
                <c:pt idx="540">
                  <c:v>10.8</c:v>
                </c:pt>
                <c:pt idx="541">
                  <c:v>10.82</c:v>
                </c:pt>
                <c:pt idx="542">
                  <c:v>10.84</c:v>
                </c:pt>
                <c:pt idx="543">
                  <c:v>10.86</c:v>
                </c:pt>
                <c:pt idx="544">
                  <c:v>10.88</c:v>
                </c:pt>
                <c:pt idx="545">
                  <c:v>10.9</c:v>
                </c:pt>
                <c:pt idx="546">
                  <c:v>10.92</c:v>
                </c:pt>
                <c:pt idx="547">
                  <c:v>10.94</c:v>
                </c:pt>
                <c:pt idx="548">
                  <c:v>10.96</c:v>
                </c:pt>
                <c:pt idx="549">
                  <c:v>10.98</c:v>
                </c:pt>
                <c:pt idx="550">
                  <c:v>11</c:v>
                </c:pt>
                <c:pt idx="551">
                  <c:v>11.02</c:v>
                </c:pt>
                <c:pt idx="552">
                  <c:v>11.04</c:v>
                </c:pt>
                <c:pt idx="553">
                  <c:v>11.06</c:v>
                </c:pt>
                <c:pt idx="554">
                  <c:v>11.08</c:v>
                </c:pt>
                <c:pt idx="555">
                  <c:v>11.1</c:v>
                </c:pt>
                <c:pt idx="556">
                  <c:v>11.12</c:v>
                </c:pt>
                <c:pt idx="557">
                  <c:v>11.14</c:v>
                </c:pt>
                <c:pt idx="558">
                  <c:v>11.16</c:v>
                </c:pt>
                <c:pt idx="559">
                  <c:v>11.18</c:v>
                </c:pt>
                <c:pt idx="560">
                  <c:v>11.2</c:v>
                </c:pt>
                <c:pt idx="561">
                  <c:v>11.22</c:v>
                </c:pt>
                <c:pt idx="562">
                  <c:v>11.24</c:v>
                </c:pt>
                <c:pt idx="563">
                  <c:v>11.26</c:v>
                </c:pt>
                <c:pt idx="564">
                  <c:v>11.28</c:v>
                </c:pt>
                <c:pt idx="565">
                  <c:v>11.3</c:v>
                </c:pt>
                <c:pt idx="566">
                  <c:v>11.32</c:v>
                </c:pt>
                <c:pt idx="567">
                  <c:v>11.34</c:v>
                </c:pt>
                <c:pt idx="568">
                  <c:v>11.36</c:v>
                </c:pt>
                <c:pt idx="569">
                  <c:v>11.38</c:v>
                </c:pt>
                <c:pt idx="570">
                  <c:v>11.4</c:v>
                </c:pt>
                <c:pt idx="571">
                  <c:v>11.42</c:v>
                </c:pt>
                <c:pt idx="572">
                  <c:v>11.44</c:v>
                </c:pt>
                <c:pt idx="573">
                  <c:v>11.46</c:v>
                </c:pt>
                <c:pt idx="574">
                  <c:v>11.48</c:v>
                </c:pt>
                <c:pt idx="575">
                  <c:v>11.5</c:v>
                </c:pt>
                <c:pt idx="576">
                  <c:v>11.52</c:v>
                </c:pt>
                <c:pt idx="577">
                  <c:v>11.54</c:v>
                </c:pt>
                <c:pt idx="578">
                  <c:v>11.56</c:v>
                </c:pt>
                <c:pt idx="579">
                  <c:v>11.58</c:v>
                </c:pt>
                <c:pt idx="580">
                  <c:v>11.6</c:v>
                </c:pt>
                <c:pt idx="581">
                  <c:v>11.62</c:v>
                </c:pt>
                <c:pt idx="582">
                  <c:v>11.64</c:v>
                </c:pt>
                <c:pt idx="583">
                  <c:v>11.66</c:v>
                </c:pt>
                <c:pt idx="584">
                  <c:v>11.68</c:v>
                </c:pt>
                <c:pt idx="585">
                  <c:v>11.7</c:v>
                </c:pt>
                <c:pt idx="586">
                  <c:v>11.72</c:v>
                </c:pt>
                <c:pt idx="587">
                  <c:v>11.74</c:v>
                </c:pt>
                <c:pt idx="588">
                  <c:v>11.76</c:v>
                </c:pt>
                <c:pt idx="589">
                  <c:v>11.78</c:v>
                </c:pt>
                <c:pt idx="590">
                  <c:v>11.8</c:v>
                </c:pt>
                <c:pt idx="591">
                  <c:v>11.82</c:v>
                </c:pt>
                <c:pt idx="592">
                  <c:v>11.84</c:v>
                </c:pt>
                <c:pt idx="593">
                  <c:v>11.86</c:v>
                </c:pt>
                <c:pt idx="594">
                  <c:v>11.88</c:v>
                </c:pt>
                <c:pt idx="595">
                  <c:v>11.9</c:v>
                </c:pt>
                <c:pt idx="596">
                  <c:v>11.92</c:v>
                </c:pt>
                <c:pt idx="597">
                  <c:v>11.94</c:v>
                </c:pt>
                <c:pt idx="598">
                  <c:v>11.96</c:v>
                </c:pt>
                <c:pt idx="599">
                  <c:v>11.98</c:v>
                </c:pt>
                <c:pt idx="600">
                  <c:v>12</c:v>
                </c:pt>
                <c:pt idx="601">
                  <c:v>12.02</c:v>
                </c:pt>
                <c:pt idx="602">
                  <c:v>12.04</c:v>
                </c:pt>
                <c:pt idx="603">
                  <c:v>12.06</c:v>
                </c:pt>
                <c:pt idx="604">
                  <c:v>12.08</c:v>
                </c:pt>
                <c:pt idx="605">
                  <c:v>12.1</c:v>
                </c:pt>
                <c:pt idx="606">
                  <c:v>12.12</c:v>
                </c:pt>
                <c:pt idx="607">
                  <c:v>12.14</c:v>
                </c:pt>
                <c:pt idx="608">
                  <c:v>12.16</c:v>
                </c:pt>
                <c:pt idx="609">
                  <c:v>12.18</c:v>
                </c:pt>
                <c:pt idx="610">
                  <c:v>12.2</c:v>
                </c:pt>
                <c:pt idx="611">
                  <c:v>12.22</c:v>
                </c:pt>
                <c:pt idx="612">
                  <c:v>12.24</c:v>
                </c:pt>
                <c:pt idx="613">
                  <c:v>12.26</c:v>
                </c:pt>
                <c:pt idx="614">
                  <c:v>12.28</c:v>
                </c:pt>
                <c:pt idx="615">
                  <c:v>12.3</c:v>
                </c:pt>
                <c:pt idx="616">
                  <c:v>12.32</c:v>
                </c:pt>
                <c:pt idx="617">
                  <c:v>12.34</c:v>
                </c:pt>
                <c:pt idx="618">
                  <c:v>12.36</c:v>
                </c:pt>
                <c:pt idx="619">
                  <c:v>12.38</c:v>
                </c:pt>
                <c:pt idx="620">
                  <c:v>12.4</c:v>
                </c:pt>
                <c:pt idx="621">
                  <c:v>12.42</c:v>
                </c:pt>
                <c:pt idx="622">
                  <c:v>12.44</c:v>
                </c:pt>
                <c:pt idx="623">
                  <c:v>12.46</c:v>
                </c:pt>
                <c:pt idx="624">
                  <c:v>12.48</c:v>
                </c:pt>
                <c:pt idx="625">
                  <c:v>12.5</c:v>
                </c:pt>
                <c:pt idx="626">
                  <c:v>12.52</c:v>
                </c:pt>
                <c:pt idx="627">
                  <c:v>12.54</c:v>
                </c:pt>
                <c:pt idx="628">
                  <c:v>12.56</c:v>
                </c:pt>
                <c:pt idx="629">
                  <c:v>12.58</c:v>
                </c:pt>
                <c:pt idx="630">
                  <c:v>12.6</c:v>
                </c:pt>
                <c:pt idx="631">
                  <c:v>12.62</c:v>
                </c:pt>
                <c:pt idx="632">
                  <c:v>12.64</c:v>
                </c:pt>
                <c:pt idx="633">
                  <c:v>12.66</c:v>
                </c:pt>
                <c:pt idx="634">
                  <c:v>12.68</c:v>
                </c:pt>
                <c:pt idx="635">
                  <c:v>12.7</c:v>
                </c:pt>
                <c:pt idx="636">
                  <c:v>12.72</c:v>
                </c:pt>
                <c:pt idx="637">
                  <c:v>12.74</c:v>
                </c:pt>
                <c:pt idx="638">
                  <c:v>12.76</c:v>
                </c:pt>
                <c:pt idx="639">
                  <c:v>12.78</c:v>
                </c:pt>
                <c:pt idx="640">
                  <c:v>12.8</c:v>
                </c:pt>
                <c:pt idx="641">
                  <c:v>12.82</c:v>
                </c:pt>
                <c:pt idx="642">
                  <c:v>12.84</c:v>
                </c:pt>
                <c:pt idx="643">
                  <c:v>12.86</c:v>
                </c:pt>
                <c:pt idx="644">
                  <c:v>12.88</c:v>
                </c:pt>
                <c:pt idx="645">
                  <c:v>12.9</c:v>
                </c:pt>
                <c:pt idx="646">
                  <c:v>12.92</c:v>
                </c:pt>
                <c:pt idx="647">
                  <c:v>12.94</c:v>
                </c:pt>
                <c:pt idx="648">
                  <c:v>12.96</c:v>
                </c:pt>
                <c:pt idx="649">
                  <c:v>12.98</c:v>
                </c:pt>
                <c:pt idx="650">
                  <c:v>13</c:v>
                </c:pt>
                <c:pt idx="651">
                  <c:v>13.02</c:v>
                </c:pt>
                <c:pt idx="652">
                  <c:v>13.04</c:v>
                </c:pt>
                <c:pt idx="653">
                  <c:v>13.06</c:v>
                </c:pt>
                <c:pt idx="654">
                  <c:v>13.08</c:v>
                </c:pt>
                <c:pt idx="655">
                  <c:v>13.1</c:v>
                </c:pt>
                <c:pt idx="656">
                  <c:v>13.12</c:v>
                </c:pt>
                <c:pt idx="657">
                  <c:v>13.14</c:v>
                </c:pt>
                <c:pt idx="658">
                  <c:v>13.16</c:v>
                </c:pt>
                <c:pt idx="659">
                  <c:v>13.18</c:v>
                </c:pt>
                <c:pt idx="660">
                  <c:v>13.2</c:v>
                </c:pt>
                <c:pt idx="661">
                  <c:v>13.22</c:v>
                </c:pt>
                <c:pt idx="662">
                  <c:v>13.24</c:v>
                </c:pt>
                <c:pt idx="663">
                  <c:v>13.26</c:v>
                </c:pt>
                <c:pt idx="664">
                  <c:v>13.28</c:v>
                </c:pt>
                <c:pt idx="665">
                  <c:v>13.3</c:v>
                </c:pt>
                <c:pt idx="666">
                  <c:v>13.32</c:v>
                </c:pt>
                <c:pt idx="667">
                  <c:v>13.34</c:v>
                </c:pt>
                <c:pt idx="668">
                  <c:v>13.36</c:v>
                </c:pt>
                <c:pt idx="669">
                  <c:v>13.38</c:v>
                </c:pt>
                <c:pt idx="670">
                  <c:v>13.4</c:v>
                </c:pt>
                <c:pt idx="671">
                  <c:v>13.42</c:v>
                </c:pt>
                <c:pt idx="672">
                  <c:v>13.44</c:v>
                </c:pt>
                <c:pt idx="673">
                  <c:v>13.46</c:v>
                </c:pt>
                <c:pt idx="674">
                  <c:v>13.48</c:v>
                </c:pt>
                <c:pt idx="675">
                  <c:v>13.5</c:v>
                </c:pt>
                <c:pt idx="676">
                  <c:v>13.52</c:v>
                </c:pt>
                <c:pt idx="677">
                  <c:v>13.54</c:v>
                </c:pt>
                <c:pt idx="678">
                  <c:v>13.56</c:v>
                </c:pt>
                <c:pt idx="679">
                  <c:v>13.58</c:v>
                </c:pt>
                <c:pt idx="680">
                  <c:v>13.6</c:v>
                </c:pt>
                <c:pt idx="681">
                  <c:v>13.62</c:v>
                </c:pt>
                <c:pt idx="682">
                  <c:v>13.64</c:v>
                </c:pt>
                <c:pt idx="683">
                  <c:v>13.66</c:v>
                </c:pt>
                <c:pt idx="684">
                  <c:v>13.68</c:v>
                </c:pt>
                <c:pt idx="685">
                  <c:v>13.7</c:v>
                </c:pt>
                <c:pt idx="686">
                  <c:v>13.72</c:v>
                </c:pt>
                <c:pt idx="687">
                  <c:v>13.74</c:v>
                </c:pt>
                <c:pt idx="688">
                  <c:v>13.76</c:v>
                </c:pt>
                <c:pt idx="689">
                  <c:v>13.78</c:v>
                </c:pt>
                <c:pt idx="690">
                  <c:v>13.8</c:v>
                </c:pt>
                <c:pt idx="691">
                  <c:v>13.82</c:v>
                </c:pt>
                <c:pt idx="692">
                  <c:v>13.84</c:v>
                </c:pt>
                <c:pt idx="693">
                  <c:v>13.86</c:v>
                </c:pt>
                <c:pt idx="694">
                  <c:v>13.88</c:v>
                </c:pt>
                <c:pt idx="695">
                  <c:v>13.9</c:v>
                </c:pt>
                <c:pt idx="696">
                  <c:v>13.92</c:v>
                </c:pt>
                <c:pt idx="697">
                  <c:v>13.94</c:v>
                </c:pt>
                <c:pt idx="698">
                  <c:v>13.96</c:v>
                </c:pt>
                <c:pt idx="699">
                  <c:v>13.98</c:v>
                </c:pt>
                <c:pt idx="700">
                  <c:v>14</c:v>
                </c:pt>
                <c:pt idx="701">
                  <c:v>14.02</c:v>
                </c:pt>
                <c:pt idx="702">
                  <c:v>14.04</c:v>
                </c:pt>
                <c:pt idx="703">
                  <c:v>14.06</c:v>
                </c:pt>
                <c:pt idx="704">
                  <c:v>14.08</c:v>
                </c:pt>
                <c:pt idx="705">
                  <c:v>14.1</c:v>
                </c:pt>
                <c:pt idx="706">
                  <c:v>14.12</c:v>
                </c:pt>
                <c:pt idx="707">
                  <c:v>14.14</c:v>
                </c:pt>
                <c:pt idx="708">
                  <c:v>14.16</c:v>
                </c:pt>
                <c:pt idx="709">
                  <c:v>14.18</c:v>
                </c:pt>
                <c:pt idx="710">
                  <c:v>14.2</c:v>
                </c:pt>
                <c:pt idx="711">
                  <c:v>14.22</c:v>
                </c:pt>
                <c:pt idx="712">
                  <c:v>14.24</c:v>
                </c:pt>
                <c:pt idx="713">
                  <c:v>14.26</c:v>
                </c:pt>
                <c:pt idx="714">
                  <c:v>14.28</c:v>
                </c:pt>
                <c:pt idx="715">
                  <c:v>14.3</c:v>
                </c:pt>
                <c:pt idx="716">
                  <c:v>14.32</c:v>
                </c:pt>
                <c:pt idx="717">
                  <c:v>14.34</c:v>
                </c:pt>
                <c:pt idx="718">
                  <c:v>14.36</c:v>
                </c:pt>
                <c:pt idx="719">
                  <c:v>14.38</c:v>
                </c:pt>
                <c:pt idx="720">
                  <c:v>14.4</c:v>
                </c:pt>
                <c:pt idx="721">
                  <c:v>14.42</c:v>
                </c:pt>
                <c:pt idx="722">
                  <c:v>14.44</c:v>
                </c:pt>
                <c:pt idx="723">
                  <c:v>14.46</c:v>
                </c:pt>
                <c:pt idx="724">
                  <c:v>14.48</c:v>
                </c:pt>
                <c:pt idx="725">
                  <c:v>14.5</c:v>
                </c:pt>
                <c:pt idx="726">
                  <c:v>14.52</c:v>
                </c:pt>
                <c:pt idx="727">
                  <c:v>14.54</c:v>
                </c:pt>
                <c:pt idx="728">
                  <c:v>14.56</c:v>
                </c:pt>
                <c:pt idx="729">
                  <c:v>14.58</c:v>
                </c:pt>
                <c:pt idx="730">
                  <c:v>14.6</c:v>
                </c:pt>
                <c:pt idx="731">
                  <c:v>14.62</c:v>
                </c:pt>
                <c:pt idx="732">
                  <c:v>14.64</c:v>
                </c:pt>
                <c:pt idx="733">
                  <c:v>14.66</c:v>
                </c:pt>
                <c:pt idx="734">
                  <c:v>14.68</c:v>
                </c:pt>
                <c:pt idx="735">
                  <c:v>14.7</c:v>
                </c:pt>
                <c:pt idx="736">
                  <c:v>14.72</c:v>
                </c:pt>
                <c:pt idx="737">
                  <c:v>14.74</c:v>
                </c:pt>
                <c:pt idx="738">
                  <c:v>14.76</c:v>
                </c:pt>
                <c:pt idx="739">
                  <c:v>14.78</c:v>
                </c:pt>
                <c:pt idx="740">
                  <c:v>14.8</c:v>
                </c:pt>
                <c:pt idx="741">
                  <c:v>14.82</c:v>
                </c:pt>
                <c:pt idx="742">
                  <c:v>14.84</c:v>
                </c:pt>
                <c:pt idx="743">
                  <c:v>14.86</c:v>
                </c:pt>
                <c:pt idx="744">
                  <c:v>14.88</c:v>
                </c:pt>
                <c:pt idx="745">
                  <c:v>14.9</c:v>
                </c:pt>
                <c:pt idx="746">
                  <c:v>14.92</c:v>
                </c:pt>
                <c:pt idx="747">
                  <c:v>14.94</c:v>
                </c:pt>
                <c:pt idx="748">
                  <c:v>14.96</c:v>
                </c:pt>
                <c:pt idx="749">
                  <c:v>14.98</c:v>
                </c:pt>
                <c:pt idx="750">
                  <c:v>15</c:v>
                </c:pt>
                <c:pt idx="751">
                  <c:v>15.02</c:v>
                </c:pt>
                <c:pt idx="752">
                  <c:v>15.04</c:v>
                </c:pt>
                <c:pt idx="753">
                  <c:v>15.06</c:v>
                </c:pt>
                <c:pt idx="754">
                  <c:v>15.08</c:v>
                </c:pt>
                <c:pt idx="755">
                  <c:v>15.1</c:v>
                </c:pt>
                <c:pt idx="756">
                  <c:v>15.12</c:v>
                </c:pt>
                <c:pt idx="757">
                  <c:v>15.14</c:v>
                </c:pt>
                <c:pt idx="758">
                  <c:v>15.16</c:v>
                </c:pt>
                <c:pt idx="759">
                  <c:v>15.18</c:v>
                </c:pt>
                <c:pt idx="760">
                  <c:v>15.2</c:v>
                </c:pt>
                <c:pt idx="761">
                  <c:v>15.22</c:v>
                </c:pt>
                <c:pt idx="762">
                  <c:v>15.24</c:v>
                </c:pt>
                <c:pt idx="763">
                  <c:v>15.26</c:v>
                </c:pt>
                <c:pt idx="764">
                  <c:v>15.28</c:v>
                </c:pt>
                <c:pt idx="765">
                  <c:v>15.3</c:v>
                </c:pt>
                <c:pt idx="766">
                  <c:v>15.32</c:v>
                </c:pt>
                <c:pt idx="767">
                  <c:v>15.34</c:v>
                </c:pt>
                <c:pt idx="768">
                  <c:v>15.36</c:v>
                </c:pt>
                <c:pt idx="769">
                  <c:v>15.38</c:v>
                </c:pt>
                <c:pt idx="770">
                  <c:v>15.4</c:v>
                </c:pt>
                <c:pt idx="771">
                  <c:v>15.42</c:v>
                </c:pt>
                <c:pt idx="772">
                  <c:v>15.44</c:v>
                </c:pt>
                <c:pt idx="773">
                  <c:v>15.46</c:v>
                </c:pt>
                <c:pt idx="774">
                  <c:v>15.48</c:v>
                </c:pt>
                <c:pt idx="775">
                  <c:v>15.5</c:v>
                </c:pt>
                <c:pt idx="776">
                  <c:v>15.52</c:v>
                </c:pt>
                <c:pt idx="777">
                  <c:v>15.54</c:v>
                </c:pt>
                <c:pt idx="778">
                  <c:v>15.56</c:v>
                </c:pt>
                <c:pt idx="779">
                  <c:v>15.58</c:v>
                </c:pt>
                <c:pt idx="780">
                  <c:v>15.6</c:v>
                </c:pt>
                <c:pt idx="781">
                  <c:v>15.62</c:v>
                </c:pt>
                <c:pt idx="782">
                  <c:v>15.64</c:v>
                </c:pt>
                <c:pt idx="783">
                  <c:v>15.66</c:v>
                </c:pt>
                <c:pt idx="784">
                  <c:v>15.68</c:v>
                </c:pt>
                <c:pt idx="785">
                  <c:v>15.7</c:v>
                </c:pt>
                <c:pt idx="786">
                  <c:v>15.72</c:v>
                </c:pt>
                <c:pt idx="787">
                  <c:v>15.74</c:v>
                </c:pt>
                <c:pt idx="788">
                  <c:v>15.76</c:v>
                </c:pt>
                <c:pt idx="789">
                  <c:v>15.78</c:v>
                </c:pt>
                <c:pt idx="790">
                  <c:v>15.8</c:v>
                </c:pt>
                <c:pt idx="791">
                  <c:v>15.82</c:v>
                </c:pt>
                <c:pt idx="792">
                  <c:v>15.84</c:v>
                </c:pt>
                <c:pt idx="793">
                  <c:v>15.86</c:v>
                </c:pt>
                <c:pt idx="794">
                  <c:v>15.88</c:v>
                </c:pt>
                <c:pt idx="795">
                  <c:v>15.9</c:v>
                </c:pt>
                <c:pt idx="796">
                  <c:v>15.92</c:v>
                </c:pt>
                <c:pt idx="797">
                  <c:v>15.94</c:v>
                </c:pt>
                <c:pt idx="798">
                  <c:v>15.96</c:v>
                </c:pt>
                <c:pt idx="799">
                  <c:v>15.98</c:v>
                </c:pt>
                <c:pt idx="800">
                  <c:v>16</c:v>
                </c:pt>
                <c:pt idx="801">
                  <c:v>16.02</c:v>
                </c:pt>
                <c:pt idx="802">
                  <c:v>16.04</c:v>
                </c:pt>
                <c:pt idx="803">
                  <c:v>16.06</c:v>
                </c:pt>
                <c:pt idx="804">
                  <c:v>16.08</c:v>
                </c:pt>
                <c:pt idx="805">
                  <c:v>16.1</c:v>
                </c:pt>
                <c:pt idx="806">
                  <c:v>16.12</c:v>
                </c:pt>
                <c:pt idx="807">
                  <c:v>16.14</c:v>
                </c:pt>
                <c:pt idx="808">
                  <c:v>16.16</c:v>
                </c:pt>
                <c:pt idx="809">
                  <c:v>16.18</c:v>
                </c:pt>
                <c:pt idx="810">
                  <c:v>16.2</c:v>
                </c:pt>
                <c:pt idx="811">
                  <c:v>16.22</c:v>
                </c:pt>
                <c:pt idx="812">
                  <c:v>16.24</c:v>
                </c:pt>
                <c:pt idx="813">
                  <c:v>16.26</c:v>
                </c:pt>
                <c:pt idx="814">
                  <c:v>16.28</c:v>
                </c:pt>
                <c:pt idx="815">
                  <c:v>16.3</c:v>
                </c:pt>
                <c:pt idx="816">
                  <c:v>16.32</c:v>
                </c:pt>
                <c:pt idx="817">
                  <c:v>16.34</c:v>
                </c:pt>
                <c:pt idx="818">
                  <c:v>16.36</c:v>
                </c:pt>
                <c:pt idx="819">
                  <c:v>16.38</c:v>
                </c:pt>
                <c:pt idx="820">
                  <c:v>16.4</c:v>
                </c:pt>
                <c:pt idx="821">
                  <c:v>16.42</c:v>
                </c:pt>
                <c:pt idx="822">
                  <c:v>16.44</c:v>
                </c:pt>
                <c:pt idx="823">
                  <c:v>16.46</c:v>
                </c:pt>
                <c:pt idx="824">
                  <c:v>16.48</c:v>
                </c:pt>
                <c:pt idx="825">
                  <c:v>16.5</c:v>
                </c:pt>
                <c:pt idx="826">
                  <c:v>16.52</c:v>
                </c:pt>
                <c:pt idx="827">
                  <c:v>16.54</c:v>
                </c:pt>
                <c:pt idx="828">
                  <c:v>16.56</c:v>
                </c:pt>
                <c:pt idx="829">
                  <c:v>16.58</c:v>
                </c:pt>
                <c:pt idx="830">
                  <c:v>16.6</c:v>
                </c:pt>
                <c:pt idx="831">
                  <c:v>16.62</c:v>
                </c:pt>
                <c:pt idx="832">
                  <c:v>16.64</c:v>
                </c:pt>
                <c:pt idx="833">
                  <c:v>16.66</c:v>
                </c:pt>
                <c:pt idx="834">
                  <c:v>16.68</c:v>
                </c:pt>
                <c:pt idx="835">
                  <c:v>16.7</c:v>
                </c:pt>
                <c:pt idx="836">
                  <c:v>16.72</c:v>
                </c:pt>
                <c:pt idx="837">
                  <c:v>16.74</c:v>
                </c:pt>
                <c:pt idx="838">
                  <c:v>16.76</c:v>
                </c:pt>
                <c:pt idx="839">
                  <c:v>16.78</c:v>
                </c:pt>
                <c:pt idx="840">
                  <c:v>16.8</c:v>
                </c:pt>
                <c:pt idx="841">
                  <c:v>16.82</c:v>
                </c:pt>
                <c:pt idx="842">
                  <c:v>16.84</c:v>
                </c:pt>
                <c:pt idx="843">
                  <c:v>16.86</c:v>
                </c:pt>
                <c:pt idx="844">
                  <c:v>16.88</c:v>
                </c:pt>
                <c:pt idx="845">
                  <c:v>16.9</c:v>
                </c:pt>
                <c:pt idx="846">
                  <c:v>16.92</c:v>
                </c:pt>
                <c:pt idx="847">
                  <c:v>16.94</c:v>
                </c:pt>
                <c:pt idx="848">
                  <c:v>16.96</c:v>
                </c:pt>
                <c:pt idx="849">
                  <c:v>16.98</c:v>
                </c:pt>
                <c:pt idx="850">
                  <c:v>17</c:v>
                </c:pt>
                <c:pt idx="851">
                  <c:v>17.02</c:v>
                </c:pt>
                <c:pt idx="852">
                  <c:v>17.04</c:v>
                </c:pt>
                <c:pt idx="853">
                  <c:v>17.06</c:v>
                </c:pt>
                <c:pt idx="854">
                  <c:v>17.08</c:v>
                </c:pt>
                <c:pt idx="855">
                  <c:v>17.1</c:v>
                </c:pt>
                <c:pt idx="856">
                  <c:v>17.12</c:v>
                </c:pt>
                <c:pt idx="857">
                  <c:v>17.14</c:v>
                </c:pt>
                <c:pt idx="858">
                  <c:v>17.16</c:v>
                </c:pt>
                <c:pt idx="859">
                  <c:v>17.18</c:v>
                </c:pt>
                <c:pt idx="860">
                  <c:v>17.2</c:v>
                </c:pt>
                <c:pt idx="861">
                  <c:v>17.22</c:v>
                </c:pt>
                <c:pt idx="862">
                  <c:v>17.24</c:v>
                </c:pt>
                <c:pt idx="863">
                  <c:v>17.26</c:v>
                </c:pt>
                <c:pt idx="864">
                  <c:v>17.28</c:v>
                </c:pt>
                <c:pt idx="865">
                  <c:v>17.3</c:v>
                </c:pt>
                <c:pt idx="866">
                  <c:v>17.32</c:v>
                </c:pt>
                <c:pt idx="867">
                  <c:v>17.34</c:v>
                </c:pt>
                <c:pt idx="868">
                  <c:v>17.36</c:v>
                </c:pt>
                <c:pt idx="869">
                  <c:v>17.38</c:v>
                </c:pt>
                <c:pt idx="870">
                  <c:v>17.4</c:v>
                </c:pt>
                <c:pt idx="871">
                  <c:v>17.42</c:v>
                </c:pt>
                <c:pt idx="872">
                  <c:v>17.44</c:v>
                </c:pt>
                <c:pt idx="873">
                  <c:v>17.46</c:v>
                </c:pt>
                <c:pt idx="874">
                  <c:v>17.48</c:v>
                </c:pt>
                <c:pt idx="875">
                  <c:v>17.5</c:v>
                </c:pt>
                <c:pt idx="876">
                  <c:v>17.52</c:v>
                </c:pt>
                <c:pt idx="877">
                  <c:v>17.54</c:v>
                </c:pt>
                <c:pt idx="878">
                  <c:v>17.56</c:v>
                </c:pt>
                <c:pt idx="879">
                  <c:v>17.58</c:v>
                </c:pt>
                <c:pt idx="880">
                  <c:v>17.6</c:v>
                </c:pt>
                <c:pt idx="881">
                  <c:v>17.62</c:v>
                </c:pt>
                <c:pt idx="882">
                  <c:v>17.64</c:v>
                </c:pt>
                <c:pt idx="883">
                  <c:v>17.66</c:v>
                </c:pt>
                <c:pt idx="884">
                  <c:v>17.68</c:v>
                </c:pt>
                <c:pt idx="885">
                  <c:v>17.7</c:v>
                </c:pt>
                <c:pt idx="886">
                  <c:v>17.72</c:v>
                </c:pt>
                <c:pt idx="887">
                  <c:v>17.74</c:v>
                </c:pt>
                <c:pt idx="888">
                  <c:v>17.76</c:v>
                </c:pt>
                <c:pt idx="889">
                  <c:v>17.78</c:v>
                </c:pt>
                <c:pt idx="890">
                  <c:v>17.8</c:v>
                </c:pt>
                <c:pt idx="891">
                  <c:v>17.82</c:v>
                </c:pt>
                <c:pt idx="892">
                  <c:v>17.84</c:v>
                </c:pt>
                <c:pt idx="893">
                  <c:v>17.86</c:v>
                </c:pt>
                <c:pt idx="894">
                  <c:v>17.88</c:v>
                </c:pt>
                <c:pt idx="895">
                  <c:v>17.9</c:v>
                </c:pt>
                <c:pt idx="896">
                  <c:v>17.92</c:v>
                </c:pt>
                <c:pt idx="897">
                  <c:v>17.94</c:v>
                </c:pt>
                <c:pt idx="898">
                  <c:v>17.96</c:v>
                </c:pt>
                <c:pt idx="899">
                  <c:v>17.98</c:v>
                </c:pt>
                <c:pt idx="900">
                  <c:v>18</c:v>
                </c:pt>
                <c:pt idx="901">
                  <c:v>18.02</c:v>
                </c:pt>
                <c:pt idx="902">
                  <c:v>18.04</c:v>
                </c:pt>
                <c:pt idx="903">
                  <c:v>18.06</c:v>
                </c:pt>
                <c:pt idx="904">
                  <c:v>18.08</c:v>
                </c:pt>
                <c:pt idx="905">
                  <c:v>18.1</c:v>
                </c:pt>
                <c:pt idx="906">
                  <c:v>18.12</c:v>
                </c:pt>
                <c:pt idx="907">
                  <c:v>18.14</c:v>
                </c:pt>
                <c:pt idx="908">
                  <c:v>18.16</c:v>
                </c:pt>
                <c:pt idx="909">
                  <c:v>18.18</c:v>
                </c:pt>
                <c:pt idx="910">
                  <c:v>18.2</c:v>
                </c:pt>
                <c:pt idx="911">
                  <c:v>18.22</c:v>
                </c:pt>
                <c:pt idx="912">
                  <c:v>18.24</c:v>
                </c:pt>
                <c:pt idx="913">
                  <c:v>18.26</c:v>
                </c:pt>
                <c:pt idx="914">
                  <c:v>18.28</c:v>
                </c:pt>
                <c:pt idx="915">
                  <c:v>18.3</c:v>
                </c:pt>
                <c:pt idx="916">
                  <c:v>18.32</c:v>
                </c:pt>
                <c:pt idx="917">
                  <c:v>18.34</c:v>
                </c:pt>
                <c:pt idx="918">
                  <c:v>18.36</c:v>
                </c:pt>
                <c:pt idx="919">
                  <c:v>18.38</c:v>
                </c:pt>
                <c:pt idx="920">
                  <c:v>18.4</c:v>
                </c:pt>
                <c:pt idx="921">
                  <c:v>18.42</c:v>
                </c:pt>
                <c:pt idx="922">
                  <c:v>18.44</c:v>
                </c:pt>
                <c:pt idx="923">
                  <c:v>18.46</c:v>
                </c:pt>
                <c:pt idx="924">
                  <c:v>18.48</c:v>
                </c:pt>
                <c:pt idx="925">
                  <c:v>18.5</c:v>
                </c:pt>
                <c:pt idx="926">
                  <c:v>18.52</c:v>
                </c:pt>
                <c:pt idx="927">
                  <c:v>18.54</c:v>
                </c:pt>
                <c:pt idx="928">
                  <c:v>18.56</c:v>
                </c:pt>
                <c:pt idx="929">
                  <c:v>18.58</c:v>
                </c:pt>
                <c:pt idx="930">
                  <c:v>18.6</c:v>
                </c:pt>
                <c:pt idx="931">
                  <c:v>18.62</c:v>
                </c:pt>
                <c:pt idx="932">
                  <c:v>18.64</c:v>
                </c:pt>
                <c:pt idx="933">
                  <c:v>18.66</c:v>
                </c:pt>
                <c:pt idx="934">
                  <c:v>18.68</c:v>
                </c:pt>
                <c:pt idx="935">
                  <c:v>18.7</c:v>
                </c:pt>
                <c:pt idx="936">
                  <c:v>18.72</c:v>
                </c:pt>
                <c:pt idx="937">
                  <c:v>18.74</c:v>
                </c:pt>
                <c:pt idx="938">
                  <c:v>18.76</c:v>
                </c:pt>
                <c:pt idx="939">
                  <c:v>18.78</c:v>
                </c:pt>
                <c:pt idx="940">
                  <c:v>18.8</c:v>
                </c:pt>
                <c:pt idx="941">
                  <c:v>18.82</c:v>
                </c:pt>
                <c:pt idx="942">
                  <c:v>18.84</c:v>
                </c:pt>
                <c:pt idx="943">
                  <c:v>18.86</c:v>
                </c:pt>
                <c:pt idx="944">
                  <c:v>18.88</c:v>
                </c:pt>
                <c:pt idx="945">
                  <c:v>18.9</c:v>
                </c:pt>
                <c:pt idx="946">
                  <c:v>18.92</c:v>
                </c:pt>
                <c:pt idx="947">
                  <c:v>18.94</c:v>
                </c:pt>
                <c:pt idx="948">
                  <c:v>18.96</c:v>
                </c:pt>
                <c:pt idx="949">
                  <c:v>18.98</c:v>
                </c:pt>
                <c:pt idx="950">
                  <c:v>19</c:v>
                </c:pt>
                <c:pt idx="951">
                  <c:v>19.02</c:v>
                </c:pt>
                <c:pt idx="952">
                  <c:v>19.04</c:v>
                </c:pt>
                <c:pt idx="953">
                  <c:v>19.06</c:v>
                </c:pt>
                <c:pt idx="954">
                  <c:v>19.08</c:v>
                </c:pt>
                <c:pt idx="955">
                  <c:v>19.1</c:v>
                </c:pt>
                <c:pt idx="956">
                  <c:v>19.12</c:v>
                </c:pt>
                <c:pt idx="957">
                  <c:v>19.14</c:v>
                </c:pt>
                <c:pt idx="958">
                  <c:v>19.16</c:v>
                </c:pt>
                <c:pt idx="959">
                  <c:v>19.18</c:v>
                </c:pt>
                <c:pt idx="960">
                  <c:v>19.2</c:v>
                </c:pt>
                <c:pt idx="961">
                  <c:v>19.22</c:v>
                </c:pt>
                <c:pt idx="962">
                  <c:v>19.24</c:v>
                </c:pt>
                <c:pt idx="963">
                  <c:v>19.26</c:v>
                </c:pt>
                <c:pt idx="964">
                  <c:v>19.28</c:v>
                </c:pt>
                <c:pt idx="965">
                  <c:v>19.3</c:v>
                </c:pt>
                <c:pt idx="966">
                  <c:v>19.32</c:v>
                </c:pt>
                <c:pt idx="967">
                  <c:v>19.34</c:v>
                </c:pt>
                <c:pt idx="968">
                  <c:v>19.36</c:v>
                </c:pt>
                <c:pt idx="969">
                  <c:v>19.38</c:v>
                </c:pt>
                <c:pt idx="970">
                  <c:v>19.4</c:v>
                </c:pt>
                <c:pt idx="971">
                  <c:v>19.42</c:v>
                </c:pt>
                <c:pt idx="972">
                  <c:v>19.44</c:v>
                </c:pt>
                <c:pt idx="973">
                  <c:v>19.46</c:v>
                </c:pt>
                <c:pt idx="974">
                  <c:v>19.48</c:v>
                </c:pt>
                <c:pt idx="975">
                  <c:v>19.5</c:v>
                </c:pt>
                <c:pt idx="976">
                  <c:v>19.52</c:v>
                </c:pt>
                <c:pt idx="977">
                  <c:v>19.54</c:v>
                </c:pt>
                <c:pt idx="978">
                  <c:v>19.56</c:v>
                </c:pt>
                <c:pt idx="979">
                  <c:v>19.58</c:v>
                </c:pt>
                <c:pt idx="980">
                  <c:v>19.6</c:v>
                </c:pt>
                <c:pt idx="981">
                  <c:v>19.62</c:v>
                </c:pt>
                <c:pt idx="982">
                  <c:v>19.64</c:v>
                </c:pt>
                <c:pt idx="983">
                  <c:v>19.66</c:v>
                </c:pt>
                <c:pt idx="984">
                  <c:v>19.68</c:v>
                </c:pt>
                <c:pt idx="985">
                  <c:v>19.7</c:v>
                </c:pt>
                <c:pt idx="986">
                  <c:v>19.72</c:v>
                </c:pt>
                <c:pt idx="987">
                  <c:v>19.74</c:v>
                </c:pt>
                <c:pt idx="988">
                  <c:v>19.76</c:v>
                </c:pt>
                <c:pt idx="989">
                  <c:v>19.78</c:v>
                </c:pt>
                <c:pt idx="990">
                  <c:v>19.8</c:v>
                </c:pt>
                <c:pt idx="991">
                  <c:v>19.82</c:v>
                </c:pt>
                <c:pt idx="992">
                  <c:v>19.84</c:v>
                </c:pt>
                <c:pt idx="993">
                  <c:v>19.86</c:v>
                </c:pt>
                <c:pt idx="994">
                  <c:v>19.88</c:v>
                </c:pt>
                <c:pt idx="995">
                  <c:v>19.9</c:v>
                </c:pt>
                <c:pt idx="996">
                  <c:v>19.92</c:v>
                </c:pt>
                <c:pt idx="997">
                  <c:v>19.94</c:v>
                </c:pt>
                <c:pt idx="998">
                  <c:v>19.96</c:v>
                </c:pt>
                <c:pt idx="999">
                  <c:v>19.98</c:v>
                </c:pt>
                <c:pt idx="1000">
                  <c:v>20</c:v>
                </c:pt>
                <c:pt idx="1001">
                  <c:v>20.02</c:v>
                </c:pt>
                <c:pt idx="1002">
                  <c:v>20.04</c:v>
                </c:pt>
                <c:pt idx="1003">
                  <c:v>20.06</c:v>
                </c:pt>
                <c:pt idx="1004">
                  <c:v>20.08</c:v>
                </c:pt>
                <c:pt idx="1005">
                  <c:v>20.1</c:v>
                </c:pt>
                <c:pt idx="1006">
                  <c:v>20.12</c:v>
                </c:pt>
                <c:pt idx="1007">
                  <c:v>20.14</c:v>
                </c:pt>
                <c:pt idx="1008">
                  <c:v>20.16</c:v>
                </c:pt>
                <c:pt idx="1009">
                  <c:v>20.18</c:v>
                </c:pt>
                <c:pt idx="1010">
                  <c:v>20.2</c:v>
                </c:pt>
                <c:pt idx="1011">
                  <c:v>20.22</c:v>
                </c:pt>
                <c:pt idx="1012">
                  <c:v>20.24</c:v>
                </c:pt>
                <c:pt idx="1013">
                  <c:v>20.26</c:v>
                </c:pt>
                <c:pt idx="1014">
                  <c:v>20.28</c:v>
                </c:pt>
                <c:pt idx="1015">
                  <c:v>20.3</c:v>
                </c:pt>
                <c:pt idx="1016">
                  <c:v>20.32</c:v>
                </c:pt>
                <c:pt idx="1017">
                  <c:v>20.34</c:v>
                </c:pt>
                <c:pt idx="1018">
                  <c:v>20.36</c:v>
                </c:pt>
                <c:pt idx="1019">
                  <c:v>20.38</c:v>
                </c:pt>
                <c:pt idx="1020">
                  <c:v>20.4</c:v>
                </c:pt>
                <c:pt idx="1021">
                  <c:v>20.42</c:v>
                </c:pt>
                <c:pt idx="1022">
                  <c:v>20.44</c:v>
                </c:pt>
                <c:pt idx="1023">
                  <c:v>20.46</c:v>
                </c:pt>
                <c:pt idx="1024">
                  <c:v>20.48</c:v>
                </c:pt>
                <c:pt idx="1025">
                  <c:v>20.5</c:v>
                </c:pt>
                <c:pt idx="1026">
                  <c:v>20.52</c:v>
                </c:pt>
                <c:pt idx="1027">
                  <c:v>20.54</c:v>
                </c:pt>
                <c:pt idx="1028">
                  <c:v>20.56</c:v>
                </c:pt>
                <c:pt idx="1029">
                  <c:v>20.58</c:v>
                </c:pt>
                <c:pt idx="1030">
                  <c:v>20.6</c:v>
                </c:pt>
                <c:pt idx="1031">
                  <c:v>20.62</c:v>
                </c:pt>
                <c:pt idx="1032">
                  <c:v>20.64</c:v>
                </c:pt>
                <c:pt idx="1033">
                  <c:v>20.66</c:v>
                </c:pt>
                <c:pt idx="1034">
                  <c:v>20.68</c:v>
                </c:pt>
                <c:pt idx="1035">
                  <c:v>20.7</c:v>
                </c:pt>
                <c:pt idx="1036">
                  <c:v>20.72</c:v>
                </c:pt>
                <c:pt idx="1037">
                  <c:v>20.74</c:v>
                </c:pt>
                <c:pt idx="1038">
                  <c:v>20.76</c:v>
                </c:pt>
                <c:pt idx="1039">
                  <c:v>20.78</c:v>
                </c:pt>
                <c:pt idx="1040">
                  <c:v>20.8</c:v>
                </c:pt>
                <c:pt idx="1041">
                  <c:v>20.82</c:v>
                </c:pt>
                <c:pt idx="1042">
                  <c:v>20.84</c:v>
                </c:pt>
                <c:pt idx="1043">
                  <c:v>20.86</c:v>
                </c:pt>
                <c:pt idx="1044">
                  <c:v>20.88</c:v>
                </c:pt>
                <c:pt idx="1045">
                  <c:v>20.9</c:v>
                </c:pt>
                <c:pt idx="1046">
                  <c:v>20.92</c:v>
                </c:pt>
                <c:pt idx="1047">
                  <c:v>20.94</c:v>
                </c:pt>
                <c:pt idx="1048">
                  <c:v>20.96</c:v>
                </c:pt>
                <c:pt idx="1049">
                  <c:v>20.98</c:v>
                </c:pt>
                <c:pt idx="1050">
                  <c:v>21</c:v>
                </c:pt>
                <c:pt idx="1051">
                  <c:v>21.02</c:v>
                </c:pt>
                <c:pt idx="1052">
                  <c:v>21.04</c:v>
                </c:pt>
                <c:pt idx="1053">
                  <c:v>21.06</c:v>
                </c:pt>
                <c:pt idx="1054">
                  <c:v>21.08</c:v>
                </c:pt>
                <c:pt idx="1055">
                  <c:v>21.1</c:v>
                </c:pt>
                <c:pt idx="1056">
                  <c:v>21.12</c:v>
                </c:pt>
                <c:pt idx="1057">
                  <c:v>21.14</c:v>
                </c:pt>
                <c:pt idx="1058">
                  <c:v>21.16</c:v>
                </c:pt>
                <c:pt idx="1059">
                  <c:v>21.18</c:v>
                </c:pt>
                <c:pt idx="1060">
                  <c:v>21.2</c:v>
                </c:pt>
                <c:pt idx="1061">
                  <c:v>21.22</c:v>
                </c:pt>
                <c:pt idx="1062">
                  <c:v>21.24</c:v>
                </c:pt>
                <c:pt idx="1063">
                  <c:v>21.26</c:v>
                </c:pt>
                <c:pt idx="1064">
                  <c:v>21.28</c:v>
                </c:pt>
                <c:pt idx="1065">
                  <c:v>21.3</c:v>
                </c:pt>
                <c:pt idx="1066">
                  <c:v>21.32</c:v>
                </c:pt>
                <c:pt idx="1067">
                  <c:v>21.34</c:v>
                </c:pt>
                <c:pt idx="1068">
                  <c:v>21.36</c:v>
                </c:pt>
                <c:pt idx="1069">
                  <c:v>21.38</c:v>
                </c:pt>
                <c:pt idx="1070">
                  <c:v>21.4</c:v>
                </c:pt>
                <c:pt idx="1071">
                  <c:v>21.42</c:v>
                </c:pt>
                <c:pt idx="1072">
                  <c:v>21.44</c:v>
                </c:pt>
                <c:pt idx="1073">
                  <c:v>21.46</c:v>
                </c:pt>
                <c:pt idx="1074">
                  <c:v>21.48</c:v>
                </c:pt>
                <c:pt idx="1075">
                  <c:v>21.5</c:v>
                </c:pt>
                <c:pt idx="1076">
                  <c:v>21.52</c:v>
                </c:pt>
                <c:pt idx="1077">
                  <c:v>21.54</c:v>
                </c:pt>
                <c:pt idx="1078">
                  <c:v>21.56</c:v>
                </c:pt>
                <c:pt idx="1079">
                  <c:v>21.58</c:v>
                </c:pt>
                <c:pt idx="1080">
                  <c:v>21.6</c:v>
                </c:pt>
                <c:pt idx="1081">
                  <c:v>21.62</c:v>
                </c:pt>
                <c:pt idx="1082">
                  <c:v>21.64</c:v>
                </c:pt>
                <c:pt idx="1083">
                  <c:v>21.66</c:v>
                </c:pt>
                <c:pt idx="1084">
                  <c:v>21.68</c:v>
                </c:pt>
                <c:pt idx="1085">
                  <c:v>21.7</c:v>
                </c:pt>
                <c:pt idx="1086">
                  <c:v>21.72</c:v>
                </c:pt>
                <c:pt idx="1087">
                  <c:v>21.74</c:v>
                </c:pt>
                <c:pt idx="1088">
                  <c:v>21.76</c:v>
                </c:pt>
                <c:pt idx="1089">
                  <c:v>21.78</c:v>
                </c:pt>
                <c:pt idx="1090">
                  <c:v>21.8</c:v>
                </c:pt>
                <c:pt idx="1091">
                  <c:v>21.82</c:v>
                </c:pt>
                <c:pt idx="1092">
                  <c:v>21.84</c:v>
                </c:pt>
                <c:pt idx="1093">
                  <c:v>21.86</c:v>
                </c:pt>
                <c:pt idx="1094">
                  <c:v>21.88</c:v>
                </c:pt>
                <c:pt idx="1095">
                  <c:v>21.9</c:v>
                </c:pt>
                <c:pt idx="1096">
                  <c:v>21.92</c:v>
                </c:pt>
                <c:pt idx="1097">
                  <c:v>21.94</c:v>
                </c:pt>
                <c:pt idx="1098">
                  <c:v>21.96</c:v>
                </c:pt>
                <c:pt idx="1099">
                  <c:v>21.98</c:v>
                </c:pt>
                <c:pt idx="1100">
                  <c:v>22</c:v>
                </c:pt>
                <c:pt idx="1101">
                  <c:v>22.02</c:v>
                </c:pt>
                <c:pt idx="1102">
                  <c:v>22.04</c:v>
                </c:pt>
                <c:pt idx="1103">
                  <c:v>22.06</c:v>
                </c:pt>
                <c:pt idx="1104">
                  <c:v>22.08</c:v>
                </c:pt>
                <c:pt idx="1105">
                  <c:v>22.1</c:v>
                </c:pt>
                <c:pt idx="1106">
                  <c:v>22.12</c:v>
                </c:pt>
                <c:pt idx="1107">
                  <c:v>22.14</c:v>
                </c:pt>
                <c:pt idx="1108">
                  <c:v>22.16</c:v>
                </c:pt>
                <c:pt idx="1109">
                  <c:v>22.18</c:v>
                </c:pt>
                <c:pt idx="1110">
                  <c:v>22.2</c:v>
                </c:pt>
                <c:pt idx="1111">
                  <c:v>22.22</c:v>
                </c:pt>
                <c:pt idx="1112">
                  <c:v>22.24</c:v>
                </c:pt>
                <c:pt idx="1113">
                  <c:v>22.26</c:v>
                </c:pt>
                <c:pt idx="1114">
                  <c:v>22.28</c:v>
                </c:pt>
                <c:pt idx="1115">
                  <c:v>22.3</c:v>
                </c:pt>
                <c:pt idx="1116">
                  <c:v>22.32</c:v>
                </c:pt>
                <c:pt idx="1117">
                  <c:v>22.34</c:v>
                </c:pt>
                <c:pt idx="1118">
                  <c:v>22.36</c:v>
                </c:pt>
                <c:pt idx="1119">
                  <c:v>22.38</c:v>
                </c:pt>
                <c:pt idx="1120">
                  <c:v>22.4</c:v>
                </c:pt>
                <c:pt idx="1121">
                  <c:v>22.42</c:v>
                </c:pt>
                <c:pt idx="1122">
                  <c:v>22.44</c:v>
                </c:pt>
                <c:pt idx="1123">
                  <c:v>22.46</c:v>
                </c:pt>
                <c:pt idx="1124">
                  <c:v>22.48</c:v>
                </c:pt>
                <c:pt idx="1125">
                  <c:v>22.5</c:v>
                </c:pt>
                <c:pt idx="1126">
                  <c:v>22.52</c:v>
                </c:pt>
                <c:pt idx="1127">
                  <c:v>22.54</c:v>
                </c:pt>
                <c:pt idx="1128">
                  <c:v>22.56</c:v>
                </c:pt>
                <c:pt idx="1129">
                  <c:v>22.58</c:v>
                </c:pt>
                <c:pt idx="1130">
                  <c:v>22.6</c:v>
                </c:pt>
                <c:pt idx="1131">
                  <c:v>22.62</c:v>
                </c:pt>
                <c:pt idx="1132">
                  <c:v>22.64</c:v>
                </c:pt>
                <c:pt idx="1133">
                  <c:v>22.66</c:v>
                </c:pt>
                <c:pt idx="1134">
                  <c:v>22.68</c:v>
                </c:pt>
                <c:pt idx="1135">
                  <c:v>22.7</c:v>
                </c:pt>
                <c:pt idx="1136">
                  <c:v>22.72</c:v>
                </c:pt>
                <c:pt idx="1137">
                  <c:v>22.74</c:v>
                </c:pt>
                <c:pt idx="1138">
                  <c:v>22.76</c:v>
                </c:pt>
                <c:pt idx="1139">
                  <c:v>22.78</c:v>
                </c:pt>
                <c:pt idx="1140">
                  <c:v>22.8</c:v>
                </c:pt>
                <c:pt idx="1141">
                  <c:v>22.82</c:v>
                </c:pt>
                <c:pt idx="1142">
                  <c:v>22.84</c:v>
                </c:pt>
                <c:pt idx="1143">
                  <c:v>22.86</c:v>
                </c:pt>
                <c:pt idx="1144">
                  <c:v>22.88</c:v>
                </c:pt>
                <c:pt idx="1145">
                  <c:v>22.9</c:v>
                </c:pt>
                <c:pt idx="1146">
                  <c:v>22.92</c:v>
                </c:pt>
                <c:pt idx="1147">
                  <c:v>22.94</c:v>
                </c:pt>
                <c:pt idx="1148">
                  <c:v>22.96</c:v>
                </c:pt>
                <c:pt idx="1149">
                  <c:v>22.98</c:v>
                </c:pt>
                <c:pt idx="1150">
                  <c:v>23</c:v>
                </c:pt>
                <c:pt idx="1151">
                  <c:v>23.02</c:v>
                </c:pt>
                <c:pt idx="1152">
                  <c:v>23.04</c:v>
                </c:pt>
                <c:pt idx="1153">
                  <c:v>23.06</c:v>
                </c:pt>
                <c:pt idx="1154">
                  <c:v>23.08</c:v>
                </c:pt>
                <c:pt idx="1155">
                  <c:v>23.1</c:v>
                </c:pt>
                <c:pt idx="1156">
                  <c:v>23.12</c:v>
                </c:pt>
                <c:pt idx="1157">
                  <c:v>23.14</c:v>
                </c:pt>
                <c:pt idx="1158">
                  <c:v>23.16</c:v>
                </c:pt>
                <c:pt idx="1159">
                  <c:v>23.18</c:v>
                </c:pt>
                <c:pt idx="1160">
                  <c:v>23.2</c:v>
                </c:pt>
                <c:pt idx="1161">
                  <c:v>23.22</c:v>
                </c:pt>
                <c:pt idx="1162">
                  <c:v>23.24</c:v>
                </c:pt>
                <c:pt idx="1163">
                  <c:v>23.26</c:v>
                </c:pt>
                <c:pt idx="1164">
                  <c:v>23.28</c:v>
                </c:pt>
                <c:pt idx="1165">
                  <c:v>23.3</c:v>
                </c:pt>
                <c:pt idx="1166">
                  <c:v>23.32</c:v>
                </c:pt>
                <c:pt idx="1167">
                  <c:v>23.34</c:v>
                </c:pt>
                <c:pt idx="1168">
                  <c:v>23.36</c:v>
                </c:pt>
                <c:pt idx="1169">
                  <c:v>23.38</c:v>
                </c:pt>
                <c:pt idx="1170">
                  <c:v>23.4</c:v>
                </c:pt>
                <c:pt idx="1171">
                  <c:v>23.42</c:v>
                </c:pt>
                <c:pt idx="1172">
                  <c:v>23.44</c:v>
                </c:pt>
                <c:pt idx="1173">
                  <c:v>23.46</c:v>
                </c:pt>
                <c:pt idx="1174">
                  <c:v>23.48</c:v>
                </c:pt>
                <c:pt idx="1175">
                  <c:v>23.5</c:v>
                </c:pt>
                <c:pt idx="1176">
                  <c:v>23.52</c:v>
                </c:pt>
                <c:pt idx="1177">
                  <c:v>23.54</c:v>
                </c:pt>
                <c:pt idx="1178">
                  <c:v>23.56</c:v>
                </c:pt>
                <c:pt idx="1179">
                  <c:v>23.58</c:v>
                </c:pt>
                <c:pt idx="1180">
                  <c:v>23.6</c:v>
                </c:pt>
                <c:pt idx="1181">
                  <c:v>23.62</c:v>
                </c:pt>
                <c:pt idx="1182">
                  <c:v>23.64</c:v>
                </c:pt>
                <c:pt idx="1183">
                  <c:v>23.66</c:v>
                </c:pt>
                <c:pt idx="1184">
                  <c:v>23.68</c:v>
                </c:pt>
                <c:pt idx="1185">
                  <c:v>23.7</c:v>
                </c:pt>
                <c:pt idx="1186">
                  <c:v>23.72</c:v>
                </c:pt>
                <c:pt idx="1187">
                  <c:v>23.74</c:v>
                </c:pt>
                <c:pt idx="1188">
                  <c:v>23.76</c:v>
                </c:pt>
                <c:pt idx="1189">
                  <c:v>23.78</c:v>
                </c:pt>
                <c:pt idx="1190">
                  <c:v>23.8</c:v>
                </c:pt>
                <c:pt idx="1191">
                  <c:v>23.82</c:v>
                </c:pt>
                <c:pt idx="1192">
                  <c:v>23.84</c:v>
                </c:pt>
                <c:pt idx="1193">
                  <c:v>23.86</c:v>
                </c:pt>
                <c:pt idx="1194">
                  <c:v>23.88</c:v>
                </c:pt>
                <c:pt idx="1195">
                  <c:v>23.9</c:v>
                </c:pt>
                <c:pt idx="1196">
                  <c:v>23.92</c:v>
                </c:pt>
                <c:pt idx="1197">
                  <c:v>23.94</c:v>
                </c:pt>
                <c:pt idx="1198">
                  <c:v>23.96</c:v>
                </c:pt>
                <c:pt idx="1199">
                  <c:v>23.98</c:v>
                </c:pt>
                <c:pt idx="1200">
                  <c:v>24</c:v>
                </c:pt>
                <c:pt idx="1201">
                  <c:v>24.02</c:v>
                </c:pt>
                <c:pt idx="1202">
                  <c:v>24.04</c:v>
                </c:pt>
                <c:pt idx="1203">
                  <c:v>24.06</c:v>
                </c:pt>
                <c:pt idx="1204">
                  <c:v>24.08</c:v>
                </c:pt>
                <c:pt idx="1205">
                  <c:v>24.1</c:v>
                </c:pt>
                <c:pt idx="1206">
                  <c:v>24.12</c:v>
                </c:pt>
                <c:pt idx="1207">
                  <c:v>24.14</c:v>
                </c:pt>
                <c:pt idx="1208">
                  <c:v>24.16</c:v>
                </c:pt>
                <c:pt idx="1209">
                  <c:v>24.18</c:v>
                </c:pt>
                <c:pt idx="1210">
                  <c:v>24.2</c:v>
                </c:pt>
                <c:pt idx="1211">
                  <c:v>24.22</c:v>
                </c:pt>
                <c:pt idx="1212">
                  <c:v>24.24</c:v>
                </c:pt>
                <c:pt idx="1213">
                  <c:v>24.26</c:v>
                </c:pt>
                <c:pt idx="1214">
                  <c:v>24.28</c:v>
                </c:pt>
                <c:pt idx="1215">
                  <c:v>24.3</c:v>
                </c:pt>
                <c:pt idx="1216">
                  <c:v>24.32</c:v>
                </c:pt>
                <c:pt idx="1217">
                  <c:v>24.34</c:v>
                </c:pt>
                <c:pt idx="1218">
                  <c:v>24.36</c:v>
                </c:pt>
                <c:pt idx="1219">
                  <c:v>24.38</c:v>
                </c:pt>
                <c:pt idx="1220">
                  <c:v>24.4</c:v>
                </c:pt>
                <c:pt idx="1221">
                  <c:v>24.42</c:v>
                </c:pt>
                <c:pt idx="1222">
                  <c:v>24.44</c:v>
                </c:pt>
                <c:pt idx="1223">
                  <c:v>24.46</c:v>
                </c:pt>
                <c:pt idx="1224">
                  <c:v>24.48</c:v>
                </c:pt>
                <c:pt idx="1225">
                  <c:v>24.5</c:v>
                </c:pt>
                <c:pt idx="1226">
                  <c:v>24.52</c:v>
                </c:pt>
                <c:pt idx="1227">
                  <c:v>24.54</c:v>
                </c:pt>
                <c:pt idx="1228">
                  <c:v>24.56</c:v>
                </c:pt>
                <c:pt idx="1229">
                  <c:v>24.58</c:v>
                </c:pt>
                <c:pt idx="1230">
                  <c:v>24.6</c:v>
                </c:pt>
                <c:pt idx="1231">
                  <c:v>24.62</c:v>
                </c:pt>
                <c:pt idx="1232">
                  <c:v>24.64</c:v>
                </c:pt>
                <c:pt idx="1233">
                  <c:v>24.66</c:v>
                </c:pt>
                <c:pt idx="1234">
                  <c:v>24.68</c:v>
                </c:pt>
                <c:pt idx="1235">
                  <c:v>24.7</c:v>
                </c:pt>
                <c:pt idx="1236">
                  <c:v>24.72</c:v>
                </c:pt>
                <c:pt idx="1237">
                  <c:v>24.74</c:v>
                </c:pt>
                <c:pt idx="1238">
                  <c:v>24.76</c:v>
                </c:pt>
                <c:pt idx="1239">
                  <c:v>24.78</c:v>
                </c:pt>
                <c:pt idx="1240">
                  <c:v>24.8</c:v>
                </c:pt>
                <c:pt idx="1241">
                  <c:v>24.82</c:v>
                </c:pt>
                <c:pt idx="1242">
                  <c:v>24.84</c:v>
                </c:pt>
                <c:pt idx="1243">
                  <c:v>24.86</c:v>
                </c:pt>
                <c:pt idx="1244">
                  <c:v>24.88</c:v>
                </c:pt>
                <c:pt idx="1245">
                  <c:v>24.9</c:v>
                </c:pt>
                <c:pt idx="1246">
                  <c:v>24.92</c:v>
                </c:pt>
                <c:pt idx="1247">
                  <c:v>24.94</c:v>
                </c:pt>
                <c:pt idx="1248">
                  <c:v>24.96</c:v>
                </c:pt>
                <c:pt idx="1249">
                  <c:v>24.98</c:v>
                </c:pt>
                <c:pt idx="1250">
                  <c:v>25</c:v>
                </c:pt>
                <c:pt idx="1251">
                  <c:v>25.02</c:v>
                </c:pt>
                <c:pt idx="1252">
                  <c:v>25.04</c:v>
                </c:pt>
                <c:pt idx="1253">
                  <c:v>25.06</c:v>
                </c:pt>
                <c:pt idx="1254">
                  <c:v>25.08</c:v>
                </c:pt>
                <c:pt idx="1255">
                  <c:v>25.1</c:v>
                </c:pt>
                <c:pt idx="1256">
                  <c:v>25.12</c:v>
                </c:pt>
                <c:pt idx="1257">
                  <c:v>25.14</c:v>
                </c:pt>
                <c:pt idx="1258">
                  <c:v>25.16</c:v>
                </c:pt>
                <c:pt idx="1259">
                  <c:v>25.18</c:v>
                </c:pt>
                <c:pt idx="1260">
                  <c:v>25.2</c:v>
                </c:pt>
                <c:pt idx="1261">
                  <c:v>25.22</c:v>
                </c:pt>
                <c:pt idx="1262">
                  <c:v>25.24</c:v>
                </c:pt>
                <c:pt idx="1263">
                  <c:v>25.26</c:v>
                </c:pt>
                <c:pt idx="1264">
                  <c:v>25.28</c:v>
                </c:pt>
                <c:pt idx="1265">
                  <c:v>25.3</c:v>
                </c:pt>
                <c:pt idx="1266">
                  <c:v>25.32</c:v>
                </c:pt>
                <c:pt idx="1267">
                  <c:v>25.34</c:v>
                </c:pt>
                <c:pt idx="1268">
                  <c:v>25.36</c:v>
                </c:pt>
                <c:pt idx="1269">
                  <c:v>25.38</c:v>
                </c:pt>
                <c:pt idx="1270">
                  <c:v>25.4</c:v>
                </c:pt>
                <c:pt idx="1271">
                  <c:v>25.42</c:v>
                </c:pt>
                <c:pt idx="1272">
                  <c:v>25.44</c:v>
                </c:pt>
                <c:pt idx="1273">
                  <c:v>25.46</c:v>
                </c:pt>
                <c:pt idx="1274">
                  <c:v>25.48</c:v>
                </c:pt>
                <c:pt idx="1275">
                  <c:v>25.5</c:v>
                </c:pt>
                <c:pt idx="1276">
                  <c:v>25.52</c:v>
                </c:pt>
                <c:pt idx="1277">
                  <c:v>25.54</c:v>
                </c:pt>
                <c:pt idx="1278">
                  <c:v>25.56</c:v>
                </c:pt>
                <c:pt idx="1279">
                  <c:v>25.58</c:v>
                </c:pt>
                <c:pt idx="1280">
                  <c:v>25.6</c:v>
                </c:pt>
                <c:pt idx="1281">
                  <c:v>25.62</c:v>
                </c:pt>
                <c:pt idx="1282">
                  <c:v>25.64</c:v>
                </c:pt>
                <c:pt idx="1283">
                  <c:v>25.66</c:v>
                </c:pt>
                <c:pt idx="1284">
                  <c:v>25.68</c:v>
                </c:pt>
                <c:pt idx="1285">
                  <c:v>25.7</c:v>
                </c:pt>
                <c:pt idx="1286">
                  <c:v>25.72</c:v>
                </c:pt>
                <c:pt idx="1287">
                  <c:v>25.74</c:v>
                </c:pt>
                <c:pt idx="1288">
                  <c:v>25.76</c:v>
                </c:pt>
                <c:pt idx="1289">
                  <c:v>25.78</c:v>
                </c:pt>
                <c:pt idx="1290">
                  <c:v>25.8</c:v>
                </c:pt>
                <c:pt idx="1291">
                  <c:v>25.82</c:v>
                </c:pt>
                <c:pt idx="1292">
                  <c:v>25.84</c:v>
                </c:pt>
                <c:pt idx="1293">
                  <c:v>25.86</c:v>
                </c:pt>
                <c:pt idx="1294">
                  <c:v>25.88</c:v>
                </c:pt>
                <c:pt idx="1295">
                  <c:v>25.9</c:v>
                </c:pt>
                <c:pt idx="1296">
                  <c:v>25.92</c:v>
                </c:pt>
                <c:pt idx="1297">
                  <c:v>25.94</c:v>
                </c:pt>
                <c:pt idx="1298">
                  <c:v>25.96</c:v>
                </c:pt>
                <c:pt idx="1299">
                  <c:v>25.98</c:v>
                </c:pt>
                <c:pt idx="1300">
                  <c:v>26</c:v>
                </c:pt>
                <c:pt idx="1301">
                  <c:v>26.02</c:v>
                </c:pt>
                <c:pt idx="1302">
                  <c:v>26.04</c:v>
                </c:pt>
                <c:pt idx="1303">
                  <c:v>26.06</c:v>
                </c:pt>
                <c:pt idx="1304">
                  <c:v>26.08</c:v>
                </c:pt>
                <c:pt idx="1305">
                  <c:v>26.1</c:v>
                </c:pt>
                <c:pt idx="1306">
                  <c:v>26.12</c:v>
                </c:pt>
                <c:pt idx="1307">
                  <c:v>26.14</c:v>
                </c:pt>
                <c:pt idx="1308">
                  <c:v>26.16</c:v>
                </c:pt>
                <c:pt idx="1309">
                  <c:v>26.18</c:v>
                </c:pt>
                <c:pt idx="1310">
                  <c:v>26.2</c:v>
                </c:pt>
                <c:pt idx="1311">
                  <c:v>26.22</c:v>
                </c:pt>
                <c:pt idx="1312">
                  <c:v>26.24</c:v>
                </c:pt>
                <c:pt idx="1313">
                  <c:v>26.26</c:v>
                </c:pt>
                <c:pt idx="1314">
                  <c:v>26.28</c:v>
                </c:pt>
                <c:pt idx="1315">
                  <c:v>26.3</c:v>
                </c:pt>
                <c:pt idx="1316">
                  <c:v>26.32</c:v>
                </c:pt>
                <c:pt idx="1317">
                  <c:v>26.34</c:v>
                </c:pt>
                <c:pt idx="1318">
                  <c:v>26.36</c:v>
                </c:pt>
                <c:pt idx="1319">
                  <c:v>26.38</c:v>
                </c:pt>
                <c:pt idx="1320">
                  <c:v>26.4</c:v>
                </c:pt>
                <c:pt idx="1321">
                  <c:v>26.42</c:v>
                </c:pt>
                <c:pt idx="1322">
                  <c:v>26.44</c:v>
                </c:pt>
                <c:pt idx="1323">
                  <c:v>26.46</c:v>
                </c:pt>
                <c:pt idx="1324">
                  <c:v>26.48</c:v>
                </c:pt>
                <c:pt idx="1325">
                  <c:v>26.5</c:v>
                </c:pt>
                <c:pt idx="1326">
                  <c:v>26.52</c:v>
                </c:pt>
                <c:pt idx="1327">
                  <c:v>26.54</c:v>
                </c:pt>
                <c:pt idx="1328">
                  <c:v>26.56</c:v>
                </c:pt>
                <c:pt idx="1329">
                  <c:v>26.58</c:v>
                </c:pt>
                <c:pt idx="1330">
                  <c:v>26.6</c:v>
                </c:pt>
                <c:pt idx="1331">
                  <c:v>26.62</c:v>
                </c:pt>
                <c:pt idx="1332">
                  <c:v>26.64</c:v>
                </c:pt>
                <c:pt idx="1333">
                  <c:v>26.66</c:v>
                </c:pt>
                <c:pt idx="1334">
                  <c:v>26.68</c:v>
                </c:pt>
                <c:pt idx="1335">
                  <c:v>26.7</c:v>
                </c:pt>
                <c:pt idx="1336">
                  <c:v>26.72</c:v>
                </c:pt>
                <c:pt idx="1337">
                  <c:v>26.74</c:v>
                </c:pt>
                <c:pt idx="1338">
                  <c:v>26.76</c:v>
                </c:pt>
                <c:pt idx="1339">
                  <c:v>26.78</c:v>
                </c:pt>
                <c:pt idx="1340">
                  <c:v>26.8</c:v>
                </c:pt>
                <c:pt idx="1341">
                  <c:v>26.82</c:v>
                </c:pt>
                <c:pt idx="1342">
                  <c:v>26.84</c:v>
                </c:pt>
                <c:pt idx="1343">
                  <c:v>26.86</c:v>
                </c:pt>
                <c:pt idx="1344">
                  <c:v>26.88</c:v>
                </c:pt>
                <c:pt idx="1345">
                  <c:v>26.9</c:v>
                </c:pt>
                <c:pt idx="1346">
                  <c:v>26.92</c:v>
                </c:pt>
                <c:pt idx="1347">
                  <c:v>26.94</c:v>
                </c:pt>
                <c:pt idx="1348">
                  <c:v>26.96</c:v>
                </c:pt>
                <c:pt idx="1349">
                  <c:v>26.98</c:v>
                </c:pt>
                <c:pt idx="1350">
                  <c:v>27</c:v>
                </c:pt>
                <c:pt idx="1351">
                  <c:v>27.02</c:v>
                </c:pt>
                <c:pt idx="1352">
                  <c:v>27.04</c:v>
                </c:pt>
                <c:pt idx="1353">
                  <c:v>27.06</c:v>
                </c:pt>
                <c:pt idx="1354">
                  <c:v>27.08</c:v>
                </c:pt>
                <c:pt idx="1355">
                  <c:v>27.1</c:v>
                </c:pt>
                <c:pt idx="1356">
                  <c:v>27.12</c:v>
                </c:pt>
                <c:pt idx="1357">
                  <c:v>27.14</c:v>
                </c:pt>
                <c:pt idx="1358">
                  <c:v>27.16</c:v>
                </c:pt>
                <c:pt idx="1359">
                  <c:v>27.18</c:v>
                </c:pt>
                <c:pt idx="1360">
                  <c:v>27.2</c:v>
                </c:pt>
                <c:pt idx="1361">
                  <c:v>27.22</c:v>
                </c:pt>
                <c:pt idx="1362">
                  <c:v>27.24</c:v>
                </c:pt>
                <c:pt idx="1363">
                  <c:v>27.26</c:v>
                </c:pt>
                <c:pt idx="1364">
                  <c:v>27.28</c:v>
                </c:pt>
                <c:pt idx="1365">
                  <c:v>27.3</c:v>
                </c:pt>
                <c:pt idx="1366">
                  <c:v>27.32</c:v>
                </c:pt>
                <c:pt idx="1367">
                  <c:v>27.34</c:v>
                </c:pt>
                <c:pt idx="1368">
                  <c:v>27.36</c:v>
                </c:pt>
                <c:pt idx="1369">
                  <c:v>27.38</c:v>
                </c:pt>
                <c:pt idx="1370">
                  <c:v>27.4</c:v>
                </c:pt>
                <c:pt idx="1371">
                  <c:v>27.42</c:v>
                </c:pt>
                <c:pt idx="1372">
                  <c:v>27.44</c:v>
                </c:pt>
                <c:pt idx="1373">
                  <c:v>27.46</c:v>
                </c:pt>
                <c:pt idx="1374">
                  <c:v>27.48</c:v>
                </c:pt>
                <c:pt idx="1375">
                  <c:v>27.5</c:v>
                </c:pt>
                <c:pt idx="1376">
                  <c:v>27.52</c:v>
                </c:pt>
                <c:pt idx="1377">
                  <c:v>27.54</c:v>
                </c:pt>
                <c:pt idx="1378">
                  <c:v>27.56</c:v>
                </c:pt>
                <c:pt idx="1379">
                  <c:v>27.58</c:v>
                </c:pt>
                <c:pt idx="1380">
                  <c:v>27.6</c:v>
                </c:pt>
                <c:pt idx="1381">
                  <c:v>27.62</c:v>
                </c:pt>
                <c:pt idx="1382">
                  <c:v>27.64</c:v>
                </c:pt>
                <c:pt idx="1383">
                  <c:v>27.66</c:v>
                </c:pt>
                <c:pt idx="1384">
                  <c:v>27.68</c:v>
                </c:pt>
                <c:pt idx="1385">
                  <c:v>27.7</c:v>
                </c:pt>
                <c:pt idx="1386">
                  <c:v>27.72</c:v>
                </c:pt>
                <c:pt idx="1387">
                  <c:v>27.74</c:v>
                </c:pt>
                <c:pt idx="1388">
                  <c:v>27.76</c:v>
                </c:pt>
                <c:pt idx="1389">
                  <c:v>27.78</c:v>
                </c:pt>
                <c:pt idx="1390">
                  <c:v>27.8</c:v>
                </c:pt>
                <c:pt idx="1391">
                  <c:v>27.82</c:v>
                </c:pt>
                <c:pt idx="1392">
                  <c:v>27.84</c:v>
                </c:pt>
                <c:pt idx="1393">
                  <c:v>27.86</c:v>
                </c:pt>
                <c:pt idx="1394">
                  <c:v>27.88</c:v>
                </c:pt>
                <c:pt idx="1395">
                  <c:v>27.9</c:v>
                </c:pt>
                <c:pt idx="1396">
                  <c:v>27.92</c:v>
                </c:pt>
                <c:pt idx="1397">
                  <c:v>27.94</c:v>
                </c:pt>
                <c:pt idx="1398">
                  <c:v>27.96</c:v>
                </c:pt>
                <c:pt idx="1399">
                  <c:v>27.98</c:v>
                </c:pt>
                <c:pt idx="1400">
                  <c:v>28</c:v>
                </c:pt>
                <c:pt idx="1401">
                  <c:v>28.02</c:v>
                </c:pt>
                <c:pt idx="1402">
                  <c:v>28.04</c:v>
                </c:pt>
                <c:pt idx="1403">
                  <c:v>28.06</c:v>
                </c:pt>
                <c:pt idx="1404">
                  <c:v>28.08</c:v>
                </c:pt>
                <c:pt idx="1405">
                  <c:v>28.1</c:v>
                </c:pt>
                <c:pt idx="1406">
                  <c:v>28.12</c:v>
                </c:pt>
                <c:pt idx="1407">
                  <c:v>28.14</c:v>
                </c:pt>
                <c:pt idx="1408">
                  <c:v>28.16</c:v>
                </c:pt>
                <c:pt idx="1409">
                  <c:v>28.18</c:v>
                </c:pt>
                <c:pt idx="1410">
                  <c:v>28.2</c:v>
                </c:pt>
                <c:pt idx="1411">
                  <c:v>28.22</c:v>
                </c:pt>
                <c:pt idx="1412">
                  <c:v>28.24</c:v>
                </c:pt>
                <c:pt idx="1413">
                  <c:v>28.26</c:v>
                </c:pt>
                <c:pt idx="1414">
                  <c:v>28.28</c:v>
                </c:pt>
                <c:pt idx="1415">
                  <c:v>28.3</c:v>
                </c:pt>
                <c:pt idx="1416">
                  <c:v>28.32</c:v>
                </c:pt>
                <c:pt idx="1417">
                  <c:v>28.34</c:v>
                </c:pt>
                <c:pt idx="1418">
                  <c:v>28.36</c:v>
                </c:pt>
                <c:pt idx="1419">
                  <c:v>28.38</c:v>
                </c:pt>
                <c:pt idx="1420">
                  <c:v>28.4</c:v>
                </c:pt>
                <c:pt idx="1421">
                  <c:v>28.42</c:v>
                </c:pt>
                <c:pt idx="1422">
                  <c:v>28.44</c:v>
                </c:pt>
                <c:pt idx="1423">
                  <c:v>28.46</c:v>
                </c:pt>
                <c:pt idx="1424">
                  <c:v>28.48</c:v>
                </c:pt>
                <c:pt idx="1425">
                  <c:v>28.5</c:v>
                </c:pt>
                <c:pt idx="1426">
                  <c:v>28.52</c:v>
                </c:pt>
                <c:pt idx="1427">
                  <c:v>28.54</c:v>
                </c:pt>
                <c:pt idx="1428">
                  <c:v>28.56</c:v>
                </c:pt>
                <c:pt idx="1429">
                  <c:v>28.58</c:v>
                </c:pt>
                <c:pt idx="1430">
                  <c:v>28.6</c:v>
                </c:pt>
                <c:pt idx="1431">
                  <c:v>28.62</c:v>
                </c:pt>
                <c:pt idx="1432">
                  <c:v>28.64</c:v>
                </c:pt>
                <c:pt idx="1433">
                  <c:v>28.66</c:v>
                </c:pt>
                <c:pt idx="1434">
                  <c:v>28.68</c:v>
                </c:pt>
                <c:pt idx="1435">
                  <c:v>28.7</c:v>
                </c:pt>
                <c:pt idx="1436">
                  <c:v>28.72</c:v>
                </c:pt>
                <c:pt idx="1437">
                  <c:v>28.74</c:v>
                </c:pt>
                <c:pt idx="1438">
                  <c:v>28.76</c:v>
                </c:pt>
                <c:pt idx="1439">
                  <c:v>28.78</c:v>
                </c:pt>
                <c:pt idx="1440">
                  <c:v>28.8</c:v>
                </c:pt>
                <c:pt idx="1441">
                  <c:v>28.82</c:v>
                </c:pt>
                <c:pt idx="1442">
                  <c:v>28.84</c:v>
                </c:pt>
                <c:pt idx="1443">
                  <c:v>28.86</c:v>
                </c:pt>
                <c:pt idx="1444">
                  <c:v>28.88</c:v>
                </c:pt>
                <c:pt idx="1445">
                  <c:v>28.9</c:v>
                </c:pt>
                <c:pt idx="1446">
                  <c:v>28.92</c:v>
                </c:pt>
                <c:pt idx="1447">
                  <c:v>28.94</c:v>
                </c:pt>
                <c:pt idx="1448">
                  <c:v>28.96</c:v>
                </c:pt>
                <c:pt idx="1449">
                  <c:v>28.98</c:v>
                </c:pt>
                <c:pt idx="1450">
                  <c:v>29</c:v>
                </c:pt>
                <c:pt idx="1451">
                  <c:v>29.02</c:v>
                </c:pt>
                <c:pt idx="1452">
                  <c:v>29.04</c:v>
                </c:pt>
                <c:pt idx="1453">
                  <c:v>29.06</c:v>
                </c:pt>
                <c:pt idx="1454">
                  <c:v>29.08</c:v>
                </c:pt>
                <c:pt idx="1455">
                  <c:v>29.1</c:v>
                </c:pt>
                <c:pt idx="1456">
                  <c:v>29.12</c:v>
                </c:pt>
                <c:pt idx="1457">
                  <c:v>29.14</c:v>
                </c:pt>
                <c:pt idx="1458">
                  <c:v>29.16</c:v>
                </c:pt>
                <c:pt idx="1459">
                  <c:v>29.18</c:v>
                </c:pt>
                <c:pt idx="1460">
                  <c:v>29.2</c:v>
                </c:pt>
                <c:pt idx="1461">
                  <c:v>29.22</c:v>
                </c:pt>
                <c:pt idx="1462">
                  <c:v>29.24</c:v>
                </c:pt>
                <c:pt idx="1463">
                  <c:v>29.26</c:v>
                </c:pt>
                <c:pt idx="1464">
                  <c:v>29.28</c:v>
                </c:pt>
                <c:pt idx="1465">
                  <c:v>29.3</c:v>
                </c:pt>
                <c:pt idx="1466">
                  <c:v>29.32</c:v>
                </c:pt>
                <c:pt idx="1467">
                  <c:v>29.34</c:v>
                </c:pt>
                <c:pt idx="1468">
                  <c:v>29.36</c:v>
                </c:pt>
                <c:pt idx="1469">
                  <c:v>29.38</c:v>
                </c:pt>
                <c:pt idx="1470">
                  <c:v>29.4</c:v>
                </c:pt>
                <c:pt idx="1471">
                  <c:v>29.42</c:v>
                </c:pt>
                <c:pt idx="1472">
                  <c:v>29.44</c:v>
                </c:pt>
                <c:pt idx="1473">
                  <c:v>29.46</c:v>
                </c:pt>
                <c:pt idx="1474">
                  <c:v>29.48</c:v>
                </c:pt>
                <c:pt idx="1475">
                  <c:v>29.5</c:v>
                </c:pt>
                <c:pt idx="1476">
                  <c:v>29.52</c:v>
                </c:pt>
                <c:pt idx="1477">
                  <c:v>29.54</c:v>
                </c:pt>
                <c:pt idx="1478">
                  <c:v>29.56</c:v>
                </c:pt>
                <c:pt idx="1479">
                  <c:v>29.58</c:v>
                </c:pt>
                <c:pt idx="1480">
                  <c:v>29.6</c:v>
                </c:pt>
                <c:pt idx="1481">
                  <c:v>29.62</c:v>
                </c:pt>
                <c:pt idx="1482">
                  <c:v>29.64</c:v>
                </c:pt>
                <c:pt idx="1483">
                  <c:v>29.66</c:v>
                </c:pt>
                <c:pt idx="1484">
                  <c:v>29.68</c:v>
                </c:pt>
                <c:pt idx="1485">
                  <c:v>29.7</c:v>
                </c:pt>
                <c:pt idx="1486">
                  <c:v>29.72</c:v>
                </c:pt>
                <c:pt idx="1487">
                  <c:v>29.74</c:v>
                </c:pt>
                <c:pt idx="1488">
                  <c:v>29.76</c:v>
                </c:pt>
                <c:pt idx="1489">
                  <c:v>29.78</c:v>
                </c:pt>
                <c:pt idx="1490">
                  <c:v>29.8</c:v>
                </c:pt>
                <c:pt idx="1491">
                  <c:v>29.82</c:v>
                </c:pt>
                <c:pt idx="1492">
                  <c:v>29.84</c:v>
                </c:pt>
                <c:pt idx="1493">
                  <c:v>29.86</c:v>
                </c:pt>
                <c:pt idx="1494">
                  <c:v>29.88</c:v>
                </c:pt>
                <c:pt idx="1495">
                  <c:v>29.9</c:v>
                </c:pt>
                <c:pt idx="1496">
                  <c:v>29.92</c:v>
                </c:pt>
                <c:pt idx="1497">
                  <c:v>29.94</c:v>
                </c:pt>
                <c:pt idx="1498">
                  <c:v>29.96</c:v>
                </c:pt>
                <c:pt idx="1499">
                  <c:v>29.98</c:v>
                </c:pt>
                <c:pt idx="1500">
                  <c:v>30</c:v>
                </c:pt>
                <c:pt idx="1501">
                  <c:v>30.02</c:v>
                </c:pt>
                <c:pt idx="1502">
                  <c:v>30.04</c:v>
                </c:pt>
                <c:pt idx="1503">
                  <c:v>30.06</c:v>
                </c:pt>
                <c:pt idx="1504">
                  <c:v>30.08</c:v>
                </c:pt>
                <c:pt idx="1505">
                  <c:v>30.1</c:v>
                </c:pt>
                <c:pt idx="1506">
                  <c:v>30.12</c:v>
                </c:pt>
                <c:pt idx="1507">
                  <c:v>30.14</c:v>
                </c:pt>
                <c:pt idx="1508">
                  <c:v>30.16</c:v>
                </c:pt>
                <c:pt idx="1509">
                  <c:v>30.18</c:v>
                </c:pt>
                <c:pt idx="1510">
                  <c:v>30.2</c:v>
                </c:pt>
                <c:pt idx="1511">
                  <c:v>30.22</c:v>
                </c:pt>
                <c:pt idx="1512">
                  <c:v>30.24</c:v>
                </c:pt>
                <c:pt idx="1513">
                  <c:v>30.26</c:v>
                </c:pt>
                <c:pt idx="1514">
                  <c:v>30.28</c:v>
                </c:pt>
                <c:pt idx="1515">
                  <c:v>30.3</c:v>
                </c:pt>
                <c:pt idx="1516">
                  <c:v>30.32</c:v>
                </c:pt>
                <c:pt idx="1517">
                  <c:v>30.34</c:v>
                </c:pt>
                <c:pt idx="1518">
                  <c:v>30.36</c:v>
                </c:pt>
                <c:pt idx="1519">
                  <c:v>30.38</c:v>
                </c:pt>
                <c:pt idx="1520">
                  <c:v>30.4</c:v>
                </c:pt>
                <c:pt idx="1521">
                  <c:v>30.42</c:v>
                </c:pt>
                <c:pt idx="1522">
                  <c:v>30.44</c:v>
                </c:pt>
                <c:pt idx="1523">
                  <c:v>30.46</c:v>
                </c:pt>
                <c:pt idx="1524">
                  <c:v>30.48</c:v>
                </c:pt>
                <c:pt idx="1525">
                  <c:v>30.5</c:v>
                </c:pt>
                <c:pt idx="1526">
                  <c:v>30.52</c:v>
                </c:pt>
                <c:pt idx="1527">
                  <c:v>30.54</c:v>
                </c:pt>
                <c:pt idx="1528">
                  <c:v>30.56</c:v>
                </c:pt>
                <c:pt idx="1529">
                  <c:v>30.58</c:v>
                </c:pt>
                <c:pt idx="1530">
                  <c:v>30.6</c:v>
                </c:pt>
                <c:pt idx="1531">
                  <c:v>30.62</c:v>
                </c:pt>
                <c:pt idx="1532">
                  <c:v>30.64</c:v>
                </c:pt>
                <c:pt idx="1533">
                  <c:v>30.66</c:v>
                </c:pt>
                <c:pt idx="1534">
                  <c:v>30.68</c:v>
                </c:pt>
                <c:pt idx="1535">
                  <c:v>30.7</c:v>
                </c:pt>
                <c:pt idx="1536">
                  <c:v>30.72</c:v>
                </c:pt>
                <c:pt idx="1537">
                  <c:v>30.74</c:v>
                </c:pt>
                <c:pt idx="1538">
                  <c:v>30.76</c:v>
                </c:pt>
                <c:pt idx="1539">
                  <c:v>30.78</c:v>
                </c:pt>
                <c:pt idx="1540">
                  <c:v>30.8</c:v>
                </c:pt>
                <c:pt idx="1541">
                  <c:v>30.82</c:v>
                </c:pt>
                <c:pt idx="1542">
                  <c:v>30.84</c:v>
                </c:pt>
                <c:pt idx="1543">
                  <c:v>30.86</c:v>
                </c:pt>
                <c:pt idx="1544">
                  <c:v>30.88</c:v>
                </c:pt>
                <c:pt idx="1545">
                  <c:v>30.9</c:v>
                </c:pt>
                <c:pt idx="1546">
                  <c:v>30.92</c:v>
                </c:pt>
                <c:pt idx="1547">
                  <c:v>30.94</c:v>
                </c:pt>
                <c:pt idx="1548">
                  <c:v>30.96</c:v>
                </c:pt>
                <c:pt idx="1549">
                  <c:v>30.98</c:v>
                </c:pt>
                <c:pt idx="1550">
                  <c:v>31</c:v>
                </c:pt>
                <c:pt idx="1551">
                  <c:v>31.02</c:v>
                </c:pt>
                <c:pt idx="1552">
                  <c:v>31.04</c:v>
                </c:pt>
                <c:pt idx="1553">
                  <c:v>31.06</c:v>
                </c:pt>
                <c:pt idx="1554">
                  <c:v>31.08</c:v>
                </c:pt>
                <c:pt idx="1555">
                  <c:v>31.1</c:v>
                </c:pt>
                <c:pt idx="1556">
                  <c:v>31.12</c:v>
                </c:pt>
                <c:pt idx="1557">
                  <c:v>31.14</c:v>
                </c:pt>
                <c:pt idx="1558">
                  <c:v>31.16</c:v>
                </c:pt>
                <c:pt idx="1559">
                  <c:v>31.18</c:v>
                </c:pt>
                <c:pt idx="1560">
                  <c:v>31.2</c:v>
                </c:pt>
                <c:pt idx="1561">
                  <c:v>31.22</c:v>
                </c:pt>
                <c:pt idx="1562">
                  <c:v>31.24</c:v>
                </c:pt>
                <c:pt idx="1563">
                  <c:v>31.26</c:v>
                </c:pt>
                <c:pt idx="1564">
                  <c:v>31.28</c:v>
                </c:pt>
                <c:pt idx="1565">
                  <c:v>31.3</c:v>
                </c:pt>
                <c:pt idx="1566">
                  <c:v>31.32</c:v>
                </c:pt>
                <c:pt idx="1567">
                  <c:v>31.34</c:v>
                </c:pt>
                <c:pt idx="1568">
                  <c:v>31.36</c:v>
                </c:pt>
                <c:pt idx="1569">
                  <c:v>31.38</c:v>
                </c:pt>
                <c:pt idx="1570">
                  <c:v>31.4</c:v>
                </c:pt>
                <c:pt idx="1571">
                  <c:v>31.42</c:v>
                </c:pt>
                <c:pt idx="1572">
                  <c:v>31.44</c:v>
                </c:pt>
                <c:pt idx="1573">
                  <c:v>31.46</c:v>
                </c:pt>
                <c:pt idx="1574">
                  <c:v>31.48</c:v>
                </c:pt>
                <c:pt idx="1575">
                  <c:v>31.5</c:v>
                </c:pt>
                <c:pt idx="1576">
                  <c:v>31.52</c:v>
                </c:pt>
                <c:pt idx="1577">
                  <c:v>31.54</c:v>
                </c:pt>
                <c:pt idx="1578">
                  <c:v>31.56</c:v>
                </c:pt>
                <c:pt idx="1579">
                  <c:v>31.58</c:v>
                </c:pt>
                <c:pt idx="1580">
                  <c:v>31.6</c:v>
                </c:pt>
                <c:pt idx="1581">
                  <c:v>31.62</c:v>
                </c:pt>
                <c:pt idx="1582">
                  <c:v>31.64</c:v>
                </c:pt>
                <c:pt idx="1583">
                  <c:v>31.66</c:v>
                </c:pt>
                <c:pt idx="1584">
                  <c:v>31.68</c:v>
                </c:pt>
                <c:pt idx="1585">
                  <c:v>31.7</c:v>
                </c:pt>
                <c:pt idx="1586">
                  <c:v>31.72</c:v>
                </c:pt>
                <c:pt idx="1587">
                  <c:v>31.74</c:v>
                </c:pt>
                <c:pt idx="1588">
                  <c:v>31.76</c:v>
                </c:pt>
                <c:pt idx="1589">
                  <c:v>31.78</c:v>
                </c:pt>
                <c:pt idx="1590">
                  <c:v>31.8</c:v>
                </c:pt>
                <c:pt idx="1591">
                  <c:v>31.82</c:v>
                </c:pt>
                <c:pt idx="1592">
                  <c:v>31.84</c:v>
                </c:pt>
                <c:pt idx="1593">
                  <c:v>31.86</c:v>
                </c:pt>
                <c:pt idx="1594">
                  <c:v>31.88</c:v>
                </c:pt>
                <c:pt idx="1595">
                  <c:v>31.9</c:v>
                </c:pt>
                <c:pt idx="1596">
                  <c:v>31.92</c:v>
                </c:pt>
                <c:pt idx="1597">
                  <c:v>31.94</c:v>
                </c:pt>
                <c:pt idx="1598">
                  <c:v>31.96</c:v>
                </c:pt>
                <c:pt idx="1599">
                  <c:v>31.98</c:v>
                </c:pt>
                <c:pt idx="1600">
                  <c:v>32</c:v>
                </c:pt>
                <c:pt idx="1601">
                  <c:v>32.02</c:v>
                </c:pt>
                <c:pt idx="1602">
                  <c:v>32.04</c:v>
                </c:pt>
                <c:pt idx="1603">
                  <c:v>32.06</c:v>
                </c:pt>
                <c:pt idx="1604">
                  <c:v>32.08</c:v>
                </c:pt>
                <c:pt idx="1605">
                  <c:v>32.1</c:v>
                </c:pt>
                <c:pt idx="1606">
                  <c:v>32.12</c:v>
                </c:pt>
                <c:pt idx="1607">
                  <c:v>32.14</c:v>
                </c:pt>
                <c:pt idx="1608">
                  <c:v>32.16</c:v>
                </c:pt>
                <c:pt idx="1609">
                  <c:v>32.18</c:v>
                </c:pt>
                <c:pt idx="1610">
                  <c:v>32.2</c:v>
                </c:pt>
                <c:pt idx="1611">
                  <c:v>32.22</c:v>
                </c:pt>
                <c:pt idx="1612">
                  <c:v>32.24</c:v>
                </c:pt>
                <c:pt idx="1613">
                  <c:v>32.26</c:v>
                </c:pt>
                <c:pt idx="1614">
                  <c:v>32.28</c:v>
                </c:pt>
                <c:pt idx="1615">
                  <c:v>32.3</c:v>
                </c:pt>
                <c:pt idx="1616">
                  <c:v>32.32</c:v>
                </c:pt>
                <c:pt idx="1617">
                  <c:v>32.34</c:v>
                </c:pt>
                <c:pt idx="1618">
                  <c:v>32.36</c:v>
                </c:pt>
                <c:pt idx="1619">
                  <c:v>32.38</c:v>
                </c:pt>
                <c:pt idx="1620">
                  <c:v>32.4</c:v>
                </c:pt>
                <c:pt idx="1621">
                  <c:v>32.42</c:v>
                </c:pt>
                <c:pt idx="1622">
                  <c:v>32.44</c:v>
                </c:pt>
                <c:pt idx="1623">
                  <c:v>32.46</c:v>
                </c:pt>
                <c:pt idx="1624">
                  <c:v>32.48</c:v>
                </c:pt>
                <c:pt idx="1625">
                  <c:v>32.5</c:v>
                </c:pt>
                <c:pt idx="1626">
                  <c:v>32.52</c:v>
                </c:pt>
                <c:pt idx="1627">
                  <c:v>32.54</c:v>
                </c:pt>
                <c:pt idx="1628">
                  <c:v>32.56</c:v>
                </c:pt>
                <c:pt idx="1629">
                  <c:v>32.58</c:v>
                </c:pt>
                <c:pt idx="1630">
                  <c:v>32.6</c:v>
                </c:pt>
                <c:pt idx="1631">
                  <c:v>32.62</c:v>
                </c:pt>
                <c:pt idx="1632">
                  <c:v>32.64</c:v>
                </c:pt>
                <c:pt idx="1633">
                  <c:v>32.66</c:v>
                </c:pt>
                <c:pt idx="1634">
                  <c:v>32.68</c:v>
                </c:pt>
                <c:pt idx="1635">
                  <c:v>32.7</c:v>
                </c:pt>
                <c:pt idx="1636">
                  <c:v>32.72</c:v>
                </c:pt>
                <c:pt idx="1637">
                  <c:v>32.74</c:v>
                </c:pt>
                <c:pt idx="1638">
                  <c:v>32.76</c:v>
                </c:pt>
                <c:pt idx="1639">
                  <c:v>32.78</c:v>
                </c:pt>
                <c:pt idx="1640">
                  <c:v>32.8</c:v>
                </c:pt>
                <c:pt idx="1641">
                  <c:v>32.82</c:v>
                </c:pt>
                <c:pt idx="1642">
                  <c:v>32.84</c:v>
                </c:pt>
                <c:pt idx="1643">
                  <c:v>32.86</c:v>
                </c:pt>
                <c:pt idx="1644">
                  <c:v>32.88</c:v>
                </c:pt>
                <c:pt idx="1645">
                  <c:v>32.9</c:v>
                </c:pt>
                <c:pt idx="1646">
                  <c:v>32.92</c:v>
                </c:pt>
                <c:pt idx="1647">
                  <c:v>32.94</c:v>
                </c:pt>
                <c:pt idx="1648">
                  <c:v>32.96</c:v>
                </c:pt>
                <c:pt idx="1649">
                  <c:v>32.98</c:v>
                </c:pt>
                <c:pt idx="1650">
                  <c:v>33</c:v>
                </c:pt>
                <c:pt idx="1651">
                  <c:v>33.02</c:v>
                </c:pt>
                <c:pt idx="1652">
                  <c:v>33.04</c:v>
                </c:pt>
                <c:pt idx="1653">
                  <c:v>33.06</c:v>
                </c:pt>
                <c:pt idx="1654">
                  <c:v>33.08</c:v>
                </c:pt>
                <c:pt idx="1655">
                  <c:v>33.1</c:v>
                </c:pt>
                <c:pt idx="1656">
                  <c:v>33.12</c:v>
                </c:pt>
                <c:pt idx="1657">
                  <c:v>33.14</c:v>
                </c:pt>
                <c:pt idx="1658">
                  <c:v>33.16</c:v>
                </c:pt>
                <c:pt idx="1659">
                  <c:v>33.18</c:v>
                </c:pt>
                <c:pt idx="1660">
                  <c:v>33.2</c:v>
                </c:pt>
                <c:pt idx="1661">
                  <c:v>33.22</c:v>
                </c:pt>
                <c:pt idx="1662">
                  <c:v>33.24</c:v>
                </c:pt>
                <c:pt idx="1663">
                  <c:v>33.26</c:v>
                </c:pt>
                <c:pt idx="1664">
                  <c:v>33.28</c:v>
                </c:pt>
                <c:pt idx="1665">
                  <c:v>33.3</c:v>
                </c:pt>
                <c:pt idx="1666">
                  <c:v>33.32</c:v>
                </c:pt>
                <c:pt idx="1667">
                  <c:v>33.34</c:v>
                </c:pt>
                <c:pt idx="1668">
                  <c:v>33.36</c:v>
                </c:pt>
                <c:pt idx="1669">
                  <c:v>33.38</c:v>
                </c:pt>
                <c:pt idx="1670">
                  <c:v>33.4</c:v>
                </c:pt>
                <c:pt idx="1671">
                  <c:v>33.42</c:v>
                </c:pt>
                <c:pt idx="1672">
                  <c:v>33.44</c:v>
                </c:pt>
                <c:pt idx="1673">
                  <c:v>33.46</c:v>
                </c:pt>
                <c:pt idx="1674">
                  <c:v>33.48</c:v>
                </c:pt>
                <c:pt idx="1675">
                  <c:v>33.5</c:v>
                </c:pt>
                <c:pt idx="1676">
                  <c:v>33.52</c:v>
                </c:pt>
                <c:pt idx="1677">
                  <c:v>33.54</c:v>
                </c:pt>
                <c:pt idx="1678">
                  <c:v>33.56</c:v>
                </c:pt>
                <c:pt idx="1679">
                  <c:v>33.58</c:v>
                </c:pt>
                <c:pt idx="1680">
                  <c:v>33.6</c:v>
                </c:pt>
                <c:pt idx="1681">
                  <c:v>33.62</c:v>
                </c:pt>
                <c:pt idx="1682">
                  <c:v>33.64</c:v>
                </c:pt>
                <c:pt idx="1683">
                  <c:v>33.66</c:v>
                </c:pt>
                <c:pt idx="1684">
                  <c:v>33.68</c:v>
                </c:pt>
                <c:pt idx="1685">
                  <c:v>33.7</c:v>
                </c:pt>
                <c:pt idx="1686">
                  <c:v>33.72</c:v>
                </c:pt>
                <c:pt idx="1687">
                  <c:v>33.74</c:v>
                </c:pt>
                <c:pt idx="1688">
                  <c:v>33.76</c:v>
                </c:pt>
                <c:pt idx="1689">
                  <c:v>33.78</c:v>
                </c:pt>
                <c:pt idx="1690">
                  <c:v>33.8</c:v>
                </c:pt>
                <c:pt idx="1691">
                  <c:v>33.82</c:v>
                </c:pt>
                <c:pt idx="1692">
                  <c:v>33.84</c:v>
                </c:pt>
                <c:pt idx="1693">
                  <c:v>33.86</c:v>
                </c:pt>
                <c:pt idx="1694">
                  <c:v>33.88</c:v>
                </c:pt>
                <c:pt idx="1695">
                  <c:v>33.9</c:v>
                </c:pt>
                <c:pt idx="1696">
                  <c:v>33.92</c:v>
                </c:pt>
                <c:pt idx="1697">
                  <c:v>33.94</c:v>
                </c:pt>
                <c:pt idx="1698">
                  <c:v>33.96</c:v>
                </c:pt>
                <c:pt idx="1699">
                  <c:v>33.98</c:v>
                </c:pt>
                <c:pt idx="1700">
                  <c:v>34</c:v>
                </c:pt>
                <c:pt idx="1701">
                  <c:v>34.02</c:v>
                </c:pt>
                <c:pt idx="1702">
                  <c:v>34.04</c:v>
                </c:pt>
                <c:pt idx="1703">
                  <c:v>34.06</c:v>
                </c:pt>
                <c:pt idx="1704">
                  <c:v>34.08</c:v>
                </c:pt>
                <c:pt idx="1705">
                  <c:v>34.1</c:v>
                </c:pt>
                <c:pt idx="1706">
                  <c:v>34.12</c:v>
                </c:pt>
                <c:pt idx="1707">
                  <c:v>34.14</c:v>
                </c:pt>
                <c:pt idx="1708">
                  <c:v>34.16</c:v>
                </c:pt>
                <c:pt idx="1709">
                  <c:v>34.18</c:v>
                </c:pt>
                <c:pt idx="1710">
                  <c:v>34.2</c:v>
                </c:pt>
                <c:pt idx="1711">
                  <c:v>34.22</c:v>
                </c:pt>
                <c:pt idx="1712">
                  <c:v>34.24</c:v>
                </c:pt>
                <c:pt idx="1713">
                  <c:v>34.26</c:v>
                </c:pt>
                <c:pt idx="1714">
                  <c:v>34.28</c:v>
                </c:pt>
                <c:pt idx="1715">
                  <c:v>34.3</c:v>
                </c:pt>
                <c:pt idx="1716">
                  <c:v>34.32</c:v>
                </c:pt>
                <c:pt idx="1717">
                  <c:v>34.34</c:v>
                </c:pt>
                <c:pt idx="1718">
                  <c:v>34.36</c:v>
                </c:pt>
                <c:pt idx="1719">
                  <c:v>34.38</c:v>
                </c:pt>
                <c:pt idx="1720">
                  <c:v>34.4</c:v>
                </c:pt>
                <c:pt idx="1721">
                  <c:v>34.42</c:v>
                </c:pt>
                <c:pt idx="1722">
                  <c:v>34.44</c:v>
                </c:pt>
                <c:pt idx="1723">
                  <c:v>34.46</c:v>
                </c:pt>
                <c:pt idx="1724">
                  <c:v>34.48</c:v>
                </c:pt>
                <c:pt idx="1725">
                  <c:v>34.5</c:v>
                </c:pt>
                <c:pt idx="1726">
                  <c:v>34.52</c:v>
                </c:pt>
                <c:pt idx="1727">
                  <c:v>34.54</c:v>
                </c:pt>
                <c:pt idx="1728">
                  <c:v>34.56</c:v>
                </c:pt>
                <c:pt idx="1729">
                  <c:v>34.58</c:v>
                </c:pt>
                <c:pt idx="1730">
                  <c:v>34.6</c:v>
                </c:pt>
                <c:pt idx="1731">
                  <c:v>34.62</c:v>
                </c:pt>
                <c:pt idx="1732">
                  <c:v>34.64</c:v>
                </c:pt>
                <c:pt idx="1733">
                  <c:v>34.66</c:v>
                </c:pt>
                <c:pt idx="1734">
                  <c:v>34.68</c:v>
                </c:pt>
                <c:pt idx="1735">
                  <c:v>34.7</c:v>
                </c:pt>
                <c:pt idx="1736">
                  <c:v>34.72</c:v>
                </c:pt>
                <c:pt idx="1737">
                  <c:v>34.74</c:v>
                </c:pt>
                <c:pt idx="1738">
                  <c:v>34.76</c:v>
                </c:pt>
                <c:pt idx="1739">
                  <c:v>34.78</c:v>
                </c:pt>
                <c:pt idx="1740">
                  <c:v>34.8</c:v>
                </c:pt>
                <c:pt idx="1741">
                  <c:v>34.82</c:v>
                </c:pt>
                <c:pt idx="1742">
                  <c:v>34.84</c:v>
                </c:pt>
                <c:pt idx="1743">
                  <c:v>34.86</c:v>
                </c:pt>
                <c:pt idx="1744">
                  <c:v>34.88</c:v>
                </c:pt>
                <c:pt idx="1745">
                  <c:v>34.9</c:v>
                </c:pt>
                <c:pt idx="1746">
                  <c:v>34.92</c:v>
                </c:pt>
                <c:pt idx="1747">
                  <c:v>34.94</c:v>
                </c:pt>
                <c:pt idx="1748">
                  <c:v>34.96</c:v>
                </c:pt>
                <c:pt idx="1749">
                  <c:v>34.98</c:v>
                </c:pt>
                <c:pt idx="1750">
                  <c:v>35</c:v>
                </c:pt>
                <c:pt idx="1751">
                  <c:v>35.02</c:v>
                </c:pt>
                <c:pt idx="1752">
                  <c:v>35.04</c:v>
                </c:pt>
                <c:pt idx="1753">
                  <c:v>35.06</c:v>
                </c:pt>
                <c:pt idx="1754">
                  <c:v>35.08</c:v>
                </c:pt>
                <c:pt idx="1755">
                  <c:v>35.1</c:v>
                </c:pt>
                <c:pt idx="1756">
                  <c:v>35.12</c:v>
                </c:pt>
                <c:pt idx="1757">
                  <c:v>35.14</c:v>
                </c:pt>
                <c:pt idx="1758">
                  <c:v>35.16</c:v>
                </c:pt>
                <c:pt idx="1759">
                  <c:v>35.18</c:v>
                </c:pt>
                <c:pt idx="1760">
                  <c:v>35.2</c:v>
                </c:pt>
                <c:pt idx="1761">
                  <c:v>35.22</c:v>
                </c:pt>
                <c:pt idx="1762">
                  <c:v>35.24</c:v>
                </c:pt>
                <c:pt idx="1763">
                  <c:v>35.26</c:v>
                </c:pt>
                <c:pt idx="1764">
                  <c:v>35.28</c:v>
                </c:pt>
                <c:pt idx="1765">
                  <c:v>35.3</c:v>
                </c:pt>
                <c:pt idx="1766">
                  <c:v>35.32</c:v>
                </c:pt>
                <c:pt idx="1767">
                  <c:v>35.34</c:v>
                </c:pt>
                <c:pt idx="1768">
                  <c:v>35.36</c:v>
                </c:pt>
                <c:pt idx="1769">
                  <c:v>35.38</c:v>
                </c:pt>
                <c:pt idx="1770">
                  <c:v>35.4</c:v>
                </c:pt>
                <c:pt idx="1771">
                  <c:v>35.42</c:v>
                </c:pt>
                <c:pt idx="1772">
                  <c:v>35.44</c:v>
                </c:pt>
                <c:pt idx="1773">
                  <c:v>35.46</c:v>
                </c:pt>
                <c:pt idx="1774">
                  <c:v>35.48</c:v>
                </c:pt>
                <c:pt idx="1775">
                  <c:v>35.5</c:v>
                </c:pt>
                <c:pt idx="1776">
                  <c:v>35.52</c:v>
                </c:pt>
                <c:pt idx="1777">
                  <c:v>35.54</c:v>
                </c:pt>
                <c:pt idx="1778">
                  <c:v>35.56</c:v>
                </c:pt>
                <c:pt idx="1779">
                  <c:v>35.58</c:v>
                </c:pt>
                <c:pt idx="1780">
                  <c:v>35.6</c:v>
                </c:pt>
                <c:pt idx="1781">
                  <c:v>35.62</c:v>
                </c:pt>
                <c:pt idx="1782">
                  <c:v>35.64</c:v>
                </c:pt>
                <c:pt idx="1783">
                  <c:v>35.66</c:v>
                </c:pt>
                <c:pt idx="1784">
                  <c:v>35.68</c:v>
                </c:pt>
                <c:pt idx="1785">
                  <c:v>35.7</c:v>
                </c:pt>
                <c:pt idx="1786">
                  <c:v>35.72</c:v>
                </c:pt>
                <c:pt idx="1787">
                  <c:v>35.74</c:v>
                </c:pt>
                <c:pt idx="1788">
                  <c:v>35.76</c:v>
                </c:pt>
                <c:pt idx="1789">
                  <c:v>35.78</c:v>
                </c:pt>
                <c:pt idx="1790">
                  <c:v>35.8</c:v>
                </c:pt>
                <c:pt idx="1791">
                  <c:v>35.82</c:v>
                </c:pt>
                <c:pt idx="1792">
                  <c:v>35.84</c:v>
                </c:pt>
                <c:pt idx="1793">
                  <c:v>35.86</c:v>
                </c:pt>
                <c:pt idx="1794">
                  <c:v>35.88</c:v>
                </c:pt>
                <c:pt idx="1795">
                  <c:v>35.9</c:v>
                </c:pt>
                <c:pt idx="1796">
                  <c:v>35.92</c:v>
                </c:pt>
                <c:pt idx="1797">
                  <c:v>35.94</c:v>
                </c:pt>
                <c:pt idx="1798">
                  <c:v>35.96</c:v>
                </c:pt>
                <c:pt idx="1799">
                  <c:v>35.98</c:v>
                </c:pt>
                <c:pt idx="1800">
                  <c:v>36</c:v>
                </c:pt>
                <c:pt idx="1801">
                  <c:v>36.02</c:v>
                </c:pt>
                <c:pt idx="1802">
                  <c:v>36.04</c:v>
                </c:pt>
                <c:pt idx="1803">
                  <c:v>36.06</c:v>
                </c:pt>
                <c:pt idx="1804">
                  <c:v>36.08</c:v>
                </c:pt>
                <c:pt idx="1805">
                  <c:v>36.1</c:v>
                </c:pt>
                <c:pt idx="1806">
                  <c:v>36.12</c:v>
                </c:pt>
                <c:pt idx="1807">
                  <c:v>36.14</c:v>
                </c:pt>
                <c:pt idx="1808">
                  <c:v>36.16</c:v>
                </c:pt>
                <c:pt idx="1809">
                  <c:v>36.18</c:v>
                </c:pt>
                <c:pt idx="1810">
                  <c:v>36.2</c:v>
                </c:pt>
                <c:pt idx="1811">
                  <c:v>36.22</c:v>
                </c:pt>
                <c:pt idx="1812">
                  <c:v>36.24</c:v>
                </c:pt>
                <c:pt idx="1813">
                  <c:v>36.26</c:v>
                </c:pt>
                <c:pt idx="1814">
                  <c:v>36.28</c:v>
                </c:pt>
                <c:pt idx="1815">
                  <c:v>36.3</c:v>
                </c:pt>
                <c:pt idx="1816">
                  <c:v>36.32</c:v>
                </c:pt>
                <c:pt idx="1817">
                  <c:v>36.34</c:v>
                </c:pt>
                <c:pt idx="1818">
                  <c:v>36.36</c:v>
                </c:pt>
                <c:pt idx="1819">
                  <c:v>36.38</c:v>
                </c:pt>
                <c:pt idx="1820">
                  <c:v>36.4</c:v>
                </c:pt>
                <c:pt idx="1821">
                  <c:v>36.42</c:v>
                </c:pt>
                <c:pt idx="1822">
                  <c:v>36.44</c:v>
                </c:pt>
                <c:pt idx="1823">
                  <c:v>36.46</c:v>
                </c:pt>
                <c:pt idx="1824">
                  <c:v>36.48</c:v>
                </c:pt>
                <c:pt idx="1825">
                  <c:v>36.5</c:v>
                </c:pt>
                <c:pt idx="1826">
                  <c:v>36.52</c:v>
                </c:pt>
                <c:pt idx="1827">
                  <c:v>36.54</c:v>
                </c:pt>
                <c:pt idx="1828">
                  <c:v>36.56</c:v>
                </c:pt>
                <c:pt idx="1829">
                  <c:v>36.58</c:v>
                </c:pt>
                <c:pt idx="1830">
                  <c:v>36.6</c:v>
                </c:pt>
                <c:pt idx="1831">
                  <c:v>36.62</c:v>
                </c:pt>
                <c:pt idx="1832">
                  <c:v>36.64</c:v>
                </c:pt>
                <c:pt idx="1833">
                  <c:v>36.66</c:v>
                </c:pt>
                <c:pt idx="1834">
                  <c:v>36.68</c:v>
                </c:pt>
                <c:pt idx="1835">
                  <c:v>36.7</c:v>
                </c:pt>
                <c:pt idx="1836">
                  <c:v>36.72</c:v>
                </c:pt>
                <c:pt idx="1837">
                  <c:v>36.74</c:v>
                </c:pt>
                <c:pt idx="1838">
                  <c:v>36.76</c:v>
                </c:pt>
                <c:pt idx="1839">
                  <c:v>36.78</c:v>
                </c:pt>
                <c:pt idx="1840">
                  <c:v>36.8</c:v>
                </c:pt>
                <c:pt idx="1841">
                  <c:v>36.82</c:v>
                </c:pt>
                <c:pt idx="1842">
                  <c:v>36.84</c:v>
                </c:pt>
                <c:pt idx="1843">
                  <c:v>36.86</c:v>
                </c:pt>
                <c:pt idx="1844">
                  <c:v>36.88</c:v>
                </c:pt>
                <c:pt idx="1845">
                  <c:v>36.9</c:v>
                </c:pt>
                <c:pt idx="1846">
                  <c:v>36.92</c:v>
                </c:pt>
                <c:pt idx="1847">
                  <c:v>36.94</c:v>
                </c:pt>
                <c:pt idx="1848">
                  <c:v>36.96</c:v>
                </c:pt>
                <c:pt idx="1849">
                  <c:v>36.98</c:v>
                </c:pt>
                <c:pt idx="1850">
                  <c:v>37</c:v>
                </c:pt>
                <c:pt idx="1851">
                  <c:v>37.02</c:v>
                </c:pt>
                <c:pt idx="1852">
                  <c:v>37.04</c:v>
                </c:pt>
                <c:pt idx="1853">
                  <c:v>37.06</c:v>
                </c:pt>
                <c:pt idx="1854">
                  <c:v>37.08</c:v>
                </c:pt>
                <c:pt idx="1855">
                  <c:v>37.1</c:v>
                </c:pt>
                <c:pt idx="1856">
                  <c:v>37.12</c:v>
                </c:pt>
                <c:pt idx="1857">
                  <c:v>37.14</c:v>
                </c:pt>
                <c:pt idx="1858">
                  <c:v>37.16</c:v>
                </c:pt>
                <c:pt idx="1859">
                  <c:v>37.18</c:v>
                </c:pt>
                <c:pt idx="1860">
                  <c:v>37.2</c:v>
                </c:pt>
                <c:pt idx="1861">
                  <c:v>37.22</c:v>
                </c:pt>
                <c:pt idx="1862">
                  <c:v>37.24</c:v>
                </c:pt>
                <c:pt idx="1863">
                  <c:v>37.26</c:v>
                </c:pt>
                <c:pt idx="1864">
                  <c:v>37.28</c:v>
                </c:pt>
                <c:pt idx="1865">
                  <c:v>37.3</c:v>
                </c:pt>
                <c:pt idx="1866">
                  <c:v>37.32</c:v>
                </c:pt>
                <c:pt idx="1867">
                  <c:v>37.34</c:v>
                </c:pt>
                <c:pt idx="1868">
                  <c:v>37.36</c:v>
                </c:pt>
                <c:pt idx="1869">
                  <c:v>37.38</c:v>
                </c:pt>
                <c:pt idx="1870">
                  <c:v>37.4</c:v>
                </c:pt>
                <c:pt idx="1871">
                  <c:v>37.42</c:v>
                </c:pt>
                <c:pt idx="1872">
                  <c:v>37.44</c:v>
                </c:pt>
                <c:pt idx="1873">
                  <c:v>37.46</c:v>
                </c:pt>
                <c:pt idx="1874">
                  <c:v>37.48</c:v>
                </c:pt>
                <c:pt idx="1875">
                  <c:v>37.5</c:v>
                </c:pt>
                <c:pt idx="1876">
                  <c:v>37.52</c:v>
                </c:pt>
                <c:pt idx="1877">
                  <c:v>37.54</c:v>
                </c:pt>
                <c:pt idx="1878">
                  <c:v>37.56</c:v>
                </c:pt>
                <c:pt idx="1879">
                  <c:v>37.58</c:v>
                </c:pt>
                <c:pt idx="1880">
                  <c:v>37.6</c:v>
                </c:pt>
                <c:pt idx="1881">
                  <c:v>37.62</c:v>
                </c:pt>
                <c:pt idx="1882">
                  <c:v>37.64</c:v>
                </c:pt>
                <c:pt idx="1883">
                  <c:v>37.66</c:v>
                </c:pt>
                <c:pt idx="1884">
                  <c:v>37.68</c:v>
                </c:pt>
                <c:pt idx="1885">
                  <c:v>37.7</c:v>
                </c:pt>
                <c:pt idx="1886">
                  <c:v>37.72</c:v>
                </c:pt>
                <c:pt idx="1887">
                  <c:v>37.74</c:v>
                </c:pt>
                <c:pt idx="1888">
                  <c:v>37.76</c:v>
                </c:pt>
                <c:pt idx="1889">
                  <c:v>37.78</c:v>
                </c:pt>
                <c:pt idx="1890">
                  <c:v>37.8</c:v>
                </c:pt>
                <c:pt idx="1891">
                  <c:v>37.82</c:v>
                </c:pt>
                <c:pt idx="1892">
                  <c:v>37.84</c:v>
                </c:pt>
                <c:pt idx="1893">
                  <c:v>37.86</c:v>
                </c:pt>
                <c:pt idx="1894">
                  <c:v>37.88</c:v>
                </c:pt>
                <c:pt idx="1895">
                  <c:v>37.9</c:v>
                </c:pt>
                <c:pt idx="1896">
                  <c:v>37.92</c:v>
                </c:pt>
                <c:pt idx="1897">
                  <c:v>37.94</c:v>
                </c:pt>
                <c:pt idx="1898">
                  <c:v>37.96</c:v>
                </c:pt>
                <c:pt idx="1899">
                  <c:v>37.98</c:v>
                </c:pt>
                <c:pt idx="1900">
                  <c:v>38</c:v>
                </c:pt>
                <c:pt idx="1901">
                  <c:v>38.02</c:v>
                </c:pt>
                <c:pt idx="1902">
                  <c:v>38.04</c:v>
                </c:pt>
                <c:pt idx="1903">
                  <c:v>38.06</c:v>
                </c:pt>
                <c:pt idx="1904">
                  <c:v>38.08</c:v>
                </c:pt>
                <c:pt idx="1905">
                  <c:v>38.1</c:v>
                </c:pt>
                <c:pt idx="1906">
                  <c:v>38.12</c:v>
                </c:pt>
                <c:pt idx="1907">
                  <c:v>38.14</c:v>
                </c:pt>
                <c:pt idx="1908">
                  <c:v>38.16</c:v>
                </c:pt>
                <c:pt idx="1909">
                  <c:v>38.18</c:v>
                </c:pt>
                <c:pt idx="1910">
                  <c:v>38.2</c:v>
                </c:pt>
                <c:pt idx="1911">
                  <c:v>38.22</c:v>
                </c:pt>
                <c:pt idx="1912">
                  <c:v>38.24</c:v>
                </c:pt>
                <c:pt idx="1913">
                  <c:v>38.26</c:v>
                </c:pt>
                <c:pt idx="1914">
                  <c:v>38.28</c:v>
                </c:pt>
                <c:pt idx="1915">
                  <c:v>38.3</c:v>
                </c:pt>
                <c:pt idx="1916">
                  <c:v>38.32</c:v>
                </c:pt>
                <c:pt idx="1917">
                  <c:v>38.34</c:v>
                </c:pt>
                <c:pt idx="1918">
                  <c:v>38.36</c:v>
                </c:pt>
                <c:pt idx="1919">
                  <c:v>38.38</c:v>
                </c:pt>
                <c:pt idx="1920">
                  <c:v>38.4</c:v>
                </c:pt>
                <c:pt idx="1921">
                  <c:v>38.42</c:v>
                </c:pt>
                <c:pt idx="1922">
                  <c:v>38.44</c:v>
                </c:pt>
                <c:pt idx="1923">
                  <c:v>38.46</c:v>
                </c:pt>
                <c:pt idx="1924">
                  <c:v>38.48</c:v>
                </c:pt>
                <c:pt idx="1925">
                  <c:v>38.5</c:v>
                </c:pt>
                <c:pt idx="1926">
                  <c:v>38.52</c:v>
                </c:pt>
                <c:pt idx="1927">
                  <c:v>38.54</c:v>
                </c:pt>
                <c:pt idx="1928">
                  <c:v>38.56</c:v>
                </c:pt>
                <c:pt idx="1929">
                  <c:v>38.58</c:v>
                </c:pt>
                <c:pt idx="1930">
                  <c:v>38.6</c:v>
                </c:pt>
                <c:pt idx="1931">
                  <c:v>38.62</c:v>
                </c:pt>
                <c:pt idx="1932">
                  <c:v>38.64</c:v>
                </c:pt>
                <c:pt idx="1933">
                  <c:v>38.66</c:v>
                </c:pt>
                <c:pt idx="1934">
                  <c:v>38.68</c:v>
                </c:pt>
                <c:pt idx="1935">
                  <c:v>38.7</c:v>
                </c:pt>
                <c:pt idx="1936">
                  <c:v>38.72</c:v>
                </c:pt>
                <c:pt idx="1937">
                  <c:v>38.74</c:v>
                </c:pt>
                <c:pt idx="1938">
                  <c:v>38.76</c:v>
                </c:pt>
                <c:pt idx="1939">
                  <c:v>38.78</c:v>
                </c:pt>
                <c:pt idx="1940">
                  <c:v>38.8</c:v>
                </c:pt>
                <c:pt idx="1941">
                  <c:v>38.82</c:v>
                </c:pt>
                <c:pt idx="1942">
                  <c:v>38.84</c:v>
                </c:pt>
                <c:pt idx="1943">
                  <c:v>38.86</c:v>
                </c:pt>
                <c:pt idx="1944">
                  <c:v>38.88</c:v>
                </c:pt>
                <c:pt idx="1945">
                  <c:v>38.9</c:v>
                </c:pt>
                <c:pt idx="1946">
                  <c:v>38.92</c:v>
                </c:pt>
                <c:pt idx="1947">
                  <c:v>38.94</c:v>
                </c:pt>
                <c:pt idx="1948">
                  <c:v>38.96</c:v>
                </c:pt>
                <c:pt idx="1949">
                  <c:v>38.98</c:v>
                </c:pt>
                <c:pt idx="1950">
                  <c:v>39</c:v>
                </c:pt>
                <c:pt idx="1951">
                  <c:v>39.02</c:v>
                </c:pt>
                <c:pt idx="1952">
                  <c:v>39.04</c:v>
                </c:pt>
                <c:pt idx="1953">
                  <c:v>39.06</c:v>
                </c:pt>
                <c:pt idx="1954">
                  <c:v>39.08</c:v>
                </c:pt>
                <c:pt idx="1955">
                  <c:v>39.1</c:v>
                </c:pt>
                <c:pt idx="1956">
                  <c:v>39.12</c:v>
                </c:pt>
                <c:pt idx="1957">
                  <c:v>39.14</c:v>
                </c:pt>
                <c:pt idx="1958">
                  <c:v>39.16</c:v>
                </c:pt>
                <c:pt idx="1959">
                  <c:v>39.18</c:v>
                </c:pt>
                <c:pt idx="1960">
                  <c:v>39.2</c:v>
                </c:pt>
                <c:pt idx="1961">
                  <c:v>39.22</c:v>
                </c:pt>
                <c:pt idx="1962">
                  <c:v>39.24</c:v>
                </c:pt>
                <c:pt idx="1963">
                  <c:v>39.26</c:v>
                </c:pt>
                <c:pt idx="1964">
                  <c:v>39.28</c:v>
                </c:pt>
                <c:pt idx="1965">
                  <c:v>39.3</c:v>
                </c:pt>
                <c:pt idx="1966">
                  <c:v>39.32</c:v>
                </c:pt>
                <c:pt idx="1967">
                  <c:v>39.34</c:v>
                </c:pt>
                <c:pt idx="1968">
                  <c:v>39.36</c:v>
                </c:pt>
                <c:pt idx="1969">
                  <c:v>39.38</c:v>
                </c:pt>
                <c:pt idx="1970">
                  <c:v>39.4</c:v>
                </c:pt>
                <c:pt idx="1971">
                  <c:v>39.42</c:v>
                </c:pt>
                <c:pt idx="1972">
                  <c:v>39.44</c:v>
                </c:pt>
                <c:pt idx="1973">
                  <c:v>39.46</c:v>
                </c:pt>
                <c:pt idx="1974">
                  <c:v>39.48</c:v>
                </c:pt>
                <c:pt idx="1975">
                  <c:v>39.5</c:v>
                </c:pt>
                <c:pt idx="1976">
                  <c:v>39.52</c:v>
                </c:pt>
                <c:pt idx="1977">
                  <c:v>39.54</c:v>
                </c:pt>
                <c:pt idx="1978">
                  <c:v>39.56</c:v>
                </c:pt>
                <c:pt idx="1979">
                  <c:v>39.58</c:v>
                </c:pt>
                <c:pt idx="1980">
                  <c:v>39.6</c:v>
                </c:pt>
                <c:pt idx="1981">
                  <c:v>39.62</c:v>
                </c:pt>
                <c:pt idx="1982">
                  <c:v>39.64</c:v>
                </c:pt>
                <c:pt idx="1983">
                  <c:v>39.66</c:v>
                </c:pt>
                <c:pt idx="1984">
                  <c:v>39.68</c:v>
                </c:pt>
                <c:pt idx="1985">
                  <c:v>39.7</c:v>
                </c:pt>
                <c:pt idx="1986">
                  <c:v>39.72</c:v>
                </c:pt>
                <c:pt idx="1987">
                  <c:v>39.74</c:v>
                </c:pt>
                <c:pt idx="1988">
                  <c:v>39.76</c:v>
                </c:pt>
                <c:pt idx="1989">
                  <c:v>39.78</c:v>
                </c:pt>
                <c:pt idx="1990">
                  <c:v>39.8</c:v>
                </c:pt>
                <c:pt idx="1991">
                  <c:v>39.82</c:v>
                </c:pt>
                <c:pt idx="1992">
                  <c:v>39.84</c:v>
                </c:pt>
                <c:pt idx="1993">
                  <c:v>39.86</c:v>
                </c:pt>
                <c:pt idx="1994">
                  <c:v>39.88</c:v>
                </c:pt>
                <c:pt idx="1995">
                  <c:v>39.9</c:v>
                </c:pt>
                <c:pt idx="1996">
                  <c:v>39.92</c:v>
                </c:pt>
                <c:pt idx="1997">
                  <c:v>39.94</c:v>
                </c:pt>
                <c:pt idx="1998">
                  <c:v>39.96</c:v>
                </c:pt>
                <c:pt idx="1999">
                  <c:v>39.98</c:v>
                </c:pt>
                <c:pt idx="2000">
                  <c:v>40</c:v>
                </c:pt>
                <c:pt idx="2001">
                  <c:v>40.02</c:v>
                </c:pt>
                <c:pt idx="2002">
                  <c:v>40.04</c:v>
                </c:pt>
                <c:pt idx="2003">
                  <c:v>40.06</c:v>
                </c:pt>
                <c:pt idx="2004">
                  <c:v>40.08</c:v>
                </c:pt>
                <c:pt idx="2005">
                  <c:v>40.1</c:v>
                </c:pt>
                <c:pt idx="2006">
                  <c:v>40.12</c:v>
                </c:pt>
                <c:pt idx="2007">
                  <c:v>40.14</c:v>
                </c:pt>
                <c:pt idx="2008">
                  <c:v>40.16</c:v>
                </c:pt>
                <c:pt idx="2009">
                  <c:v>40.18</c:v>
                </c:pt>
                <c:pt idx="2010">
                  <c:v>40.2</c:v>
                </c:pt>
                <c:pt idx="2011">
                  <c:v>40.22</c:v>
                </c:pt>
                <c:pt idx="2012">
                  <c:v>40.24</c:v>
                </c:pt>
                <c:pt idx="2013">
                  <c:v>40.26</c:v>
                </c:pt>
                <c:pt idx="2014">
                  <c:v>40.28</c:v>
                </c:pt>
                <c:pt idx="2015">
                  <c:v>40.3</c:v>
                </c:pt>
                <c:pt idx="2016">
                  <c:v>40.32</c:v>
                </c:pt>
                <c:pt idx="2017">
                  <c:v>40.34</c:v>
                </c:pt>
                <c:pt idx="2018">
                  <c:v>40.36</c:v>
                </c:pt>
                <c:pt idx="2019">
                  <c:v>40.38</c:v>
                </c:pt>
                <c:pt idx="2020">
                  <c:v>40.4</c:v>
                </c:pt>
                <c:pt idx="2021">
                  <c:v>40.42</c:v>
                </c:pt>
                <c:pt idx="2022">
                  <c:v>40.44</c:v>
                </c:pt>
                <c:pt idx="2023">
                  <c:v>40.46</c:v>
                </c:pt>
                <c:pt idx="2024">
                  <c:v>40.48</c:v>
                </c:pt>
                <c:pt idx="2025">
                  <c:v>40.5</c:v>
                </c:pt>
                <c:pt idx="2026">
                  <c:v>40.52</c:v>
                </c:pt>
                <c:pt idx="2027">
                  <c:v>40.54</c:v>
                </c:pt>
                <c:pt idx="2028">
                  <c:v>40.56</c:v>
                </c:pt>
                <c:pt idx="2029">
                  <c:v>40.58</c:v>
                </c:pt>
                <c:pt idx="2030">
                  <c:v>40.6</c:v>
                </c:pt>
                <c:pt idx="2031">
                  <c:v>40.62</c:v>
                </c:pt>
                <c:pt idx="2032">
                  <c:v>40.64</c:v>
                </c:pt>
                <c:pt idx="2033">
                  <c:v>40.66</c:v>
                </c:pt>
                <c:pt idx="2034">
                  <c:v>40.68</c:v>
                </c:pt>
                <c:pt idx="2035">
                  <c:v>40.7</c:v>
                </c:pt>
                <c:pt idx="2036">
                  <c:v>40.72</c:v>
                </c:pt>
                <c:pt idx="2037">
                  <c:v>40.74</c:v>
                </c:pt>
                <c:pt idx="2038">
                  <c:v>40.76</c:v>
                </c:pt>
                <c:pt idx="2039">
                  <c:v>40.78</c:v>
                </c:pt>
                <c:pt idx="2040">
                  <c:v>40.8</c:v>
                </c:pt>
                <c:pt idx="2041">
                  <c:v>40.82</c:v>
                </c:pt>
                <c:pt idx="2042">
                  <c:v>40.84</c:v>
                </c:pt>
                <c:pt idx="2043">
                  <c:v>40.86</c:v>
                </c:pt>
                <c:pt idx="2044">
                  <c:v>40.88</c:v>
                </c:pt>
                <c:pt idx="2045">
                  <c:v>40.9</c:v>
                </c:pt>
                <c:pt idx="2046">
                  <c:v>40.92</c:v>
                </c:pt>
                <c:pt idx="2047">
                  <c:v>40.94</c:v>
                </c:pt>
                <c:pt idx="2048">
                  <c:v>40.96</c:v>
                </c:pt>
                <c:pt idx="2049">
                  <c:v>40.98</c:v>
                </c:pt>
                <c:pt idx="2050">
                  <c:v>41</c:v>
                </c:pt>
                <c:pt idx="2051">
                  <c:v>41.02</c:v>
                </c:pt>
                <c:pt idx="2052">
                  <c:v>41.04</c:v>
                </c:pt>
                <c:pt idx="2053">
                  <c:v>41.06</c:v>
                </c:pt>
                <c:pt idx="2054">
                  <c:v>41.08</c:v>
                </c:pt>
                <c:pt idx="2055">
                  <c:v>41.1</c:v>
                </c:pt>
                <c:pt idx="2056">
                  <c:v>41.12</c:v>
                </c:pt>
                <c:pt idx="2057">
                  <c:v>41.14</c:v>
                </c:pt>
                <c:pt idx="2058">
                  <c:v>41.16</c:v>
                </c:pt>
                <c:pt idx="2059">
                  <c:v>41.18</c:v>
                </c:pt>
                <c:pt idx="2060">
                  <c:v>41.2</c:v>
                </c:pt>
                <c:pt idx="2061">
                  <c:v>41.22</c:v>
                </c:pt>
                <c:pt idx="2062">
                  <c:v>41.24</c:v>
                </c:pt>
                <c:pt idx="2063">
                  <c:v>41.26</c:v>
                </c:pt>
                <c:pt idx="2064">
                  <c:v>41.28</c:v>
                </c:pt>
                <c:pt idx="2065">
                  <c:v>41.3</c:v>
                </c:pt>
                <c:pt idx="2066">
                  <c:v>41.32</c:v>
                </c:pt>
                <c:pt idx="2067">
                  <c:v>41.34</c:v>
                </c:pt>
                <c:pt idx="2068">
                  <c:v>41.36</c:v>
                </c:pt>
                <c:pt idx="2069">
                  <c:v>41.38</c:v>
                </c:pt>
                <c:pt idx="2070">
                  <c:v>41.4</c:v>
                </c:pt>
                <c:pt idx="2071">
                  <c:v>41.42</c:v>
                </c:pt>
                <c:pt idx="2072">
                  <c:v>41.44</c:v>
                </c:pt>
                <c:pt idx="2073">
                  <c:v>41.46</c:v>
                </c:pt>
                <c:pt idx="2074">
                  <c:v>41.48</c:v>
                </c:pt>
                <c:pt idx="2075">
                  <c:v>41.5</c:v>
                </c:pt>
                <c:pt idx="2076">
                  <c:v>41.52</c:v>
                </c:pt>
                <c:pt idx="2077">
                  <c:v>41.54</c:v>
                </c:pt>
                <c:pt idx="2078">
                  <c:v>41.56</c:v>
                </c:pt>
                <c:pt idx="2079">
                  <c:v>41.58</c:v>
                </c:pt>
                <c:pt idx="2080">
                  <c:v>41.6</c:v>
                </c:pt>
                <c:pt idx="2081">
                  <c:v>41.62</c:v>
                </c:pt>
                <c:pt idx="2082">
                  <c:v>41.64</c:v>
                </c:pt>
                <c:pt idx="2083">
                  <c:v>41.66</c:v>
                </c:pt>
                <c:pt idx="2084">
                  <c:v>41.68</c:v>
                </c:pt>
                <c:pt idx="2085">
                  <c:v>41.7</c:v>
                </c:pt>
                <c:pt idx="2086">
                  <c:v>41.72</c:v>
                </c:pt>
                <c:pt idx="2087">
                  <c:v>41.74</c:v>
                </c:pt>
                <c:pt idx="2088">
                  <c:v>41.76</c:v>
                </c:pt>
                <c:pt idx="2089">
                  <c:v>41.78</c:v>
                </c:pt>
                <c:pt idx="2090">
                  <c:v>41.8</c:v>
                </c:pt>
                <c:pt idx="2091">
                  <c:v>41.82</c:v>
                </c:pt>
                <c:pt idx="2092">
                  <c:v>41.84</c:v>
                </c:pt>
                <c:pt idx="2093">
                  <c:v>41.86</c:v>
                </c:pt>
                <c:pt idx="2094">
                  <c:v>41.88</c:v>
                </c:pt>
                <c:pt idx="2095">
                  <c:v>41.9</c:v>
                </c:pt>
                <c:pt idx="2096">
                  <c:v>41.92</c:v>
                </c:pt>
                <c:pt idx="2097">
                  <c:v>41.94</c:v>
                </c:pt>
                <c:pt idx="2098">
                  <c:v>41.96</c:v>
                </c:pt>
                <c:pt idx="2099">
                  <c:v>41.98</c:v>
                </c:pt>
                <c:pt idx="2100">
                  <c:v>42</c:v>
                </c:pt>
                <c:pt idx="2101">
                  <c:v>42.02</c:v>
                </c:pt>
                <c:pt idx="2102">
                  <c:v>42.04</c:v>
                </c:pt>
                <c:pt idx="2103">
                  <c:v>42.06</c:v>
                </c:pt>
                <c:pt idx="2104">
                  <c:v>42.08</c:v>
                </c:pt>
                <c:pt idx="2105">
                  <c:v>42.1</c:v>
                </c:pt>
                <c:pt idx="2106">
                  <c:v>42.12</c:v>
                </c:pt>
                <c:pt idx="2107">
                  <c:v>42.14</c:v>
                </c:pt>
                <c:pt idx="2108">
                  <c:v>42.16</c:v>
                </c:pt>
                <c:pt idx="2109">
                  <c:v>42.18</c:v>
                </c:pt>
                <c:pt idx="2110">
                  <c:v>42.2</c:v>
                </c:pt>
                <c:pt idx="2111">
                  <c:v>42.22</c:v>
                </c:pt>
                <c:pt idx="2112">
                  <c:v>42.24</c:v>
                </c:pt>
                <c:pt idx="2113">
                  <c:v>42.26</c:v>
                </c:pt>
                <c:pt idx="2114">
                  <c:v>42.28</c:v>
                </c:pt>
                <c:pt idx="2115">
                  <c:v>42.3</c:v>
                </c:pt>
                <c:pt idx="2116">
                  <c:v>42.32</c:v>
                </c:pt>
                <c:pt idx="2117">
                  <c:v>42.34</c:v>
                </c:pt>
                <c:pt idx="2118">
                  <c:v>42.36</c:v>
                </c:pt>
                <c:pt idx="2119">
                  <c:v>42.38</c:v>
                </c:pt>
                <c:pt idx="2120">
                  <c:v>42.4</c:v>
                </c:pt>
                <c:pt idx="2121">
                  <c:v>42.42</c:v>
                </c:pt>
                <c:pt idx="2122">
                  <c:v>42.44</c:v>
                </c:pt>
                <c:pt idx="2123">
                  <c:v>42.46</c:v>
                </c:pt>
                <c:pt idx="2124">
                  <c:v>42.48</c:v>
                </c:pt>
                <c:pt idx="2125">
                  <c:v>42.5</c:v>
                </c:pt>
                <c:pt idx="2126">
                  <c:v>42.52</c:v>
                </c:pt>
                <c:pt idx="2127">
                  <c:v>42.54</c:v>
                </c:pt>
                <c:pt idx="2128">
                  <c:v>42.56</c:v>
                </c:pt>
                <c:pt idx="2129">
                  <c:v>42.58</c:v>
                </c:pt>
                <c:pt idx="2130">
                  <c:v>42.6</c:v>
                </c:pt>
                <c:pt idx="2131">
                  <c:v>42.62</c:v>
                </c:pt>
                <c:pt idx="2132">
                  <c:v>42.64</c:v>
                </c:pt>
                <c:pt idx="2133">
                  <c:v>42.66</c:v>
                </c:pt>
                <c:pt idx="2134">
                  <c:v>42.68</c:v>
                </c:pt>
                <c:pt idx="2135">
                  <c:v>42.7</c:v>
                </c:pt>
                <c:pt idx="2136">
                  <c:v>42.72</c:v>
                </c:pt>
                <c:pt idx="2137">
                  <c:v>42.74</c:v>
                </c:pt>
                <c:pt idx="2138">
                  <c:v>42.76</c:v>
                </c:pt>
                <c:pt idx="2139">
                  <c:v>42.78</c:v>
                </c:pt>
                <c:pt idx="2140">
                  <c:v>42.8</c:v>
                </c:pt>
                <c:pt idx="2141">
                  <c:v>42.82</c:v>
                </c:pt>
                <c:pt idx="2142">
                  <c:v>42.84</c:v>
                </c:pt>
                <c:pt idx="2143">
                  <c:v>42.86</c:v>
                </c:pt>
                <c:pt idx="2144">
                  <c:v>42.88</c:v>
                </c:pt>
                <c:pt idx="2145">
                  <c:v>42.9</c:v>
                </c:pt>
                <c:pt idx="2146">
                  <c:v>42.92</c:v>
                </c:pt>
                <c:pt idx="2147">
                  <c:v>42.94</c:v>
                </c:pt>
                <c:pt idx="2148">
                  <c:v>42.96</c:v>
                </c:pt>
                <c:pt idx="2149">
                  <c:v>42.98</c:v>
                </c:pt>
                <c:pt idx="2150">
                  <c:v>43</c:v>
                </c:pt>
                <c:pt idx="2151">
                  <c:v>43.02</c:v>
                </c:pt>
                <c:pt idx="2152">
                  <c:v>43.04</c:v>
                </c:pt>
                <c:pt idx="2153">
                  <c:v>43.06</c:v>
                </c:pt>
                <c:pt idx="2154">
                  <c:v>43.08</c:v>
                </c:pt>
                <c:pt idx="2155">
                  <c:v>43.1</c:v>
                </c:pt>
                <c:pt idx="2156">
                  <c:v>43.12</c:v>
                </c:pt>
                <c:pt idx="2157">
                  <c:v>43.14</c:v>
                </c:pt>
                <c:pt idx="2158">
                  <c:v>43.16</c:v>
                </c:pt>
                <c:pt idx="2159">
                  <c:v>43.18</c:v>
                </c:pt>
                <c:pt idx="2160">
                  <c:v>43.2</c:v>
                </c:pt>
                <c:pt idx="2161">
                  <c:v>43.22</c:v>
                </c:pt>
                <c:pt idx="2162">
                  <c:v>43.24</c:v>
                </c:pt>
                <c:pt idx="2163">
                  <c:v>43.26</c:v>
                </c:pt>
                <c:pt idx="2164">
                  <c:v>43.28</c:v>
                </c:pt>
                <c:pt idx="2165">
                  <c:v>43.3</c:v>
                </c:pt>
                <c:pt idx="2166">
                  <c:v>43.32</c:v>
                </c:pt>
                <c:pt idx="2167">
                  <c:v>43.34</c:v>
                </c:pt>
                <c:pt idx="2168">
                  <c:v>43.36</c:v>
                </c:pt>
                <c:pt idx="2169">
                  <c:v>43.38</c:v>
                </c:pt>
                <c:pt idx="2170">
                  <c:v>43.4</c:v>
                </c:pt>
                <c:pt idx="2171">
                  <c:v>43.42</c:v>
                </c:pt>
                <c:pt idx="2172">
                  <c:v>43.44</c:v>
                </c:pt>
                <c:pt idx="2173">
                  <c:v>43.46</c:v>
                </c:pt>
                <c:pt idx="2174">
                  <c:v>43.48</c:v>
                </c:pt>
                <c:pt idx="2175">
                  <c:v>43.5</c:v>
                </c:pt>
                <c:pt idx="2176">
                  <c:v>43.52</c:v>
                </c:pt>
                <c:pt idx="2177">
                  <c:v>43.54</c:v>
                </c:pt>
                <c:pt idx="2178">
                  <c:v>43.56</c:v>
                </c:pt>
                <c:pt idx="2179">
                  <c:v>43.58</c:v>
                </c:pt>
                <c:pt idx="2180">
                  <c:v>43.6</c:v>
                </c:pt>
                <c:pt idx="2181">
                  <c:v>43.62</c:v>
                </c:pt>
                <c:pt idx="2182">
                  <c:v>43.64</c:v>
                </c:pt>
                <c:pt idx="2183">
                  <c:v>43.66</c:v>
                </c:pt>
                <c:pt idx="2184">
                  <c:v>43.68</c:v>
                </c:pt>
                <c:pt idx="2185">
                  <c:v>43.7</c:v>
                </c:pt>
                <c:pt idx="2186">
                  <c:v>43.72</c:v>
                </c:pt>
                <c:pt idx="2187">
                  <c:v>43.74</c:v>
                </c:pt>
                <c:pt idx="2188">
                  <c:v>43.76</c:v>
                </c:pt>
                <c:pt idx="2189">
                  <c:v>43.78</c:v>
                </c:pt>
                <c:pt idx="2190">
                  <c:v>43.8</c:v>
                </c:pt>
                <c:pt idx="2191">
                  <c:v>43.82</c:v>
                </c:pt>
                <c:pt idx="2192">
                  <c:v>43.84</c:v>
                </c:pt>
                <c:pt idx="2193">
                  <c:v>43.86</c:v>
                </c:pt>
                <c:pt idx="2194">
                  <c:v>43.88</c:v>
                </c:pt>
                <c:pt idx="2195">
                  <c:v>43.9</c:v>
                </c:pt>
                <c:pt idx="2196">
                  <c:v>43.92</c:v>
                </c:pt>
                <c:pt idx="2197">
                  <c:v>43.94</c:v>
                </c:pt>
                <c:pt idx="2198">
                  <c:v>43.96</c:v>
                </c:pt>
                <c:pt idx="2199">
                  <c:v>43.98</c:v>
                </c:pt>
                <c:pt idx="2200">
                  <c:v>44</c:v>
                </c:pt>
                <c:pt idx="2201">
                  <c:v>44.02</c:v>
                </c:pt>
                <c:pt idx="2202">
                  <c:v>44.04</c:v>
                </c:pt>
                <c:pt idx="2203">
                  <c:v>44.06</c:v>
                </c:pt>
                <c:pt idx="2204">
                  <c:v>44.08</c:v>
                </c:pt>
                <c:pt idx="2205">
                  <c:v>44.1</c:v>
                </c:pt>
                <c:pt idx="2206">
                  <c:v>44.12</c:v>
                </c:pt>
                <c:pt idx="2207">
                  <c:v>44.14</c:v>
                </c:pt>
                <c:pt idx="2208">
                  <c:v>44.16</c:v>
                </c:pt>
                <c:pt idx="2209">
                  <c:v>44.18</c:v>
                </c:pt>
                <c:pt idx="2210">
                  <c:v>44.2</c:v>
                </c:pt>
                <c:pt idx="2211">
                  <c:v>44.22</c:v>
                </c:pt>
                <c:pt idx="2212">
                  <c:v>44.24</c:v>
                </c:pt>
                <c:pt idx="2213">
                  <c:v>44.26</c:v>
                </c:pt>
                <c:pt idx="2214">
                  <c:v>44.28</c:v>
                </c:pt>
                <c:pt idx="2215">
                  <c:v>44.3</c:v>
                </c:pt>
                <c:pt idx="2216">
                  <c:v>44.32</c:v>
                </c:pt>
                <c:pt idx="2217">
                  <c:v>44.34</c:v>
                </c:pt>
                <c:pt idx="2218">
                  <c:v>44.36</c:v>
                </c:pt>
                <c:pt idx="2219">
                  <c:v>44.38</c:v>
                </c:pt>
                <c:pt idx="2220">
                  <c:v>44.4</c:v>
                </c:pt>
                <c:pt idx="2221">
                  <c:v>44.42</c:v>
                </c:pt>
                <c:pt idx="2222">
                  <c:v>44.44</c:v>
                </c:pt>
                <c:pt idx="2223">
                  <c:v>44.46</c:v>
                </c:pt>
                <c:pt idx="2224">
                  <c:v>44.48</c:v>
                </c:pt>
                <c:pt idx="2225">
                  <c:v>44.5</c:v>
                </c:pt>
                <c:pt idx="2226">
                  <c:v>44.52</c:v>
                </c:pt>
                <c:pt idx="2227">
                  <c:v>44.54</c:v>
                </c:pt>
                <c:pt idx="2228">
                  <c:v>44.56</c:v>
                </c:pt>
                <c:pt idx="2229">
                  <c:v>44.58</c:v>
                </c:pt>
                <c:pt idx="2230">
                  <c:v>44.6</c:v>
                </c:pt>
                <c:pt idx="2231">
                  <c:v>44.62</c:v>
                </c:pt>
                <c:pt idx="2232">
                  <c:v>44.64</c:v>
                </c:pt>
                <c:pt idx="2233">
                  <c:v>44.66</c:v>
                </c:pt>
                <c:pt idx="2234">
                  <c:v>44.68</c:v>
                </c:pt>
                <c:pt idx="2235">
                  <c:v>44.7</c:v>
                </c:pt>
                <c:pt idx="2236">
                  <c:v>44.72</c:v>
                </c:pt>
                <c:pt idx="2237">
                  <c:v>44.74</c:v>
                </c:pt>
                <c:pt idx="2238">
                  <c:v>44.76</c:v>
                </c:pt>
                <c:pt idx="2239">
                  <c:v>44.78</c:v>
                </c:pt>
                <c:pt idx="2240">
                  <c:v>44.8</c:v>
                </c:pt>
                <c:pt idx="2241">
                  <c:v>44.82</c:v>
                </c:pt>
                <c:pt idx="2242">
                  <c:v>44.84</c:v>
                </c:pt>
                <c:pt idx="2243">
                  <c:v>44.86</c:v>
                </c:pt>
                <c:pt idx="2244">
                  <c:v>44.88</c:v>
                </c:pt>
                <c:pt idx="2245">
                  <c:v>44.9</c:v>
                </c:pt>
                <c:pt idx="2246">
                  <c:v>44.92</c:v>
                </c:pt>
                <c:pt idx="2247">
                  <c:v>44.94</c:v>
                </c:pt>
                <c:pt idx="2248">
                  <c:v>44.96</c:v>
                </c:pt>
                <c:pt idx="2249">
                  <c:v>44.98</c:v>
                </c:pt>
                <c:pt idx="2250">
                  <c:v>45</c:v>
                </c:pt>
              </c:numCache>
            </c:numRef>
          </c:xVal>
          <c:yVal>
            <c:numRef>
              <c:f>'Chart Data'!$D$2:$D$2252</c:f>
              <c:numCache>
                <c:formatCode>0.000</c:formatCode>
                <c:ptCount val="2251"/>
                <c:pt idx="0">
                  <c:v>0</c:v>
                </c:pt>
                <c:pt idx="1">
                  <c:v>-2.4121E-05</c:v>
                </c:pt>
                <c:pt idx="2">
                  <c:v>-4.8105E-05</c:v>
                </c:pt>
                <c:pt idx="3">
                  <c:v>-7.1934E-05</c:v>
                </c:pt>
                <c:pt idx="4">
                  <c:v>-9.5593E-05</c:v>
                </c:pt>
                <c:pt idx="5">
                  <c:v>-0.000119066</c:v>
                </c:pt>
                <c:pt idx="6">
                  <c:v>-0.000142339</c:v>
                </c:pt>
                <c:pt idx="7">
                  <c:v>-0.000165395</c:v>
                </c:pt>
                <c:pt idx="8">
                  <c:v>-0.000188221</c:v>
                </c:pt>
                <c:pt idx="9">
                  <c:v>-0.0002108</c:v>
                </c:pt>
                <c:pt idx="10">
                  <c:v>-0.00023312</c:v>
                </c:pt>
                <c:pt idx="11">
                  <c:v>-0.000255165</c:v>
                </c:pt>
                <c:pt idx="12">
                  <c:v>-0.000276922</c:v>
                </c:pt>
                <c:pt idx="13">
                  <c:v>-0.000298377</c:v>
                </c:pt>
                <c:pt idx="14">
                  <c:v>-0.000319516</c:v>
                </c:pt>
                <c:pt idx="15">
                  <c:v>-0.000340327</c:v>
                </c:pt>
                <c:pt idx="16">
                  <c:v>-0.000360797</c:v>
                </c:pt>
                <c:pt idx="17">
                  <c:v>-0.000380912</c:v>
                </c:pt>
                <c:pt idx="18">
                  <c:v>-0.000400662</c:v>
                </c:pt>
                <c:pt idx="19">
                  <c:v>-0.000420033</c:v>
                </c:pt>
                <c:pt idx="20">
                  <c:v>-0.000439015</c:v>
                </c:pt>
                <c:pt idx="21">
                  <c:v>-0.000457596</c:v>
                </c:pt>
                <c:pt idx="22">
                  <c:v>-0.000475765</c:v>
                </c:pt>
                <c:pt idx="23">
                  <c:v>-0.000493512</c:v>
                </c:pt>
                <c:pt idx="24">
                  <c:v>-0.000510826</c:v>
                </c:pt>
                <c:pt idx="25">
                  <c:v>-0.000527697</c:v>
                </c:pt>
                <c:pt idx="26">
                  <c:v>-0.000544117</c:v>
                </c:pt>
                <c:pt idx="27">
                  <c:v>-0.000560075</c:v>
                </c:pt>
                <c:pt idx="28">
                  <c:v>-0.000575563</c:v>
                </c:pt>
                <c:pt idx="29">
                  <c:v>-0.000590573</c:v>
                </c:pt>
                <c:pt idx="30">
                  <c:v>-0.000605096</c:v>
                </c:pt>
                <c:pt idx="31">
                  <c:v>-0.000619125</c:v>
                </c:pt>
                <c:pt idx="32">
                  <c:v>-0.000632652</c:v>
                </c:pt>
                <c:pt idx="33">
                  <c:v>-0.000645672</c:v>
                </c:pt>
                <c:pt idx="34">
                  <c:v>-0.000658176</c:v>
                </c:pt>
                <c:pt idx="35">
                  <c:v>-0.000670159</c:v>
                </c:pt>
                <c:pt idx="36">
                  <c:v>-0.000681616</c:v>
                </c:pt>
                <c:pt idx="37">
                  <c:v>-0.00069254</c:v>
                </c:pt>
                <c:pt idx="38">
                  <c:v>-0.000702928</c:v>
                </c:pt>
                <c:pt idx="39">
                  <c:v>-0.000712774</c:v>
                </c:pt>
                <c:pt idx="40">
                  <c:v>-0.000722074</c:v>
                </c:pt>
                <c:pt idx="41">
                  <c:v>-0.000730825</c:v>
                </c:pt>
                <c:pt idx="42">
                  <c:v>-0.000739024</c:v>
                </c:pt>
                <c:pt idx="43">
                  <c:v>-0.000746667</c:v>
                </c:pt>
                <c:pt idx="44">
                  <c:v>-0.000753752</c:v>
                </c:pt>
                <c:pt idx="45">
                  <c:v>-0.000760276</c:v>
                </c:pt>
                <c:pt idx="46">
                  <c:v>-0.000766239</c:v>
                </c:pt>
                <c:pt idx="47">
                  <c:v>-0.000771639</c:v>
                </c:pt>
                <c:pt idx="48">
                  <c:v>-0.000776474</c:v>
                </c:pt>
                <c:pt idx="49">
                  <c:v>-0.000780746</c:v>
                </c:pt>
                <c:pt idx="50">
                  <c:v>-0.000784452</c:v>
                </c:pt>
                <c:pt idx="51">
                  <c:v>-0.000787594</c:v>
                </c:pt>
                <c:pt idx="52">
                  <c:v>-0.000790173</c:v>
                </c:pt>
                <c:pt idx="53">
                  <c:v>-0.000792189</c:v>
                </c:pt>
                <c:pt idx="54">
                  <c:v>-0.000793644</c:v>
                </c:pt>
                <c:pt idx="55">
                  <c:v>-0.00079454</c:v>
                </c:pt>
                <c:pt idx="56">
                  <c:v>-0.000794879</c:v>
                </c:pt>
                <c:pt idx="57">
                  <c:v>-0.000794664</c:v>
                </c:pt>
                <c:pt idx="58">
                  <c:v>-0.000793897</c:v>
                </c:pt>
                <c:pt idx="59">
                  <c:v>-0.000792583</c:v>
                </c:pt>
                <c:pt idx="60">
                  <c:v>-0.000790724</c:v>
                </c:pt>
                <c:pt idx="61">
                  <c:v>-0.000788326</c:v>
                </c:pt>
                <c:pt idx="62">
                  <c:v>-0.000785392</c:v>
                </c:pt>
                <c:pt idx="63">
                  <c:v>-0.000781927</c:v>
                </c:pt>
                <c:pt idx="64">
                  <c:v>-0.000777936</c:v>
                </c:pt>
                <c:pt idx="65">
                  <c:v>-0.000773425</c:v>
                </c:pt>
                <c:pt idx="66">
                  <c:v>-0.000768401</c:v>
                </c:pt>
                <c:pt idx="67">
                  <c:v>-0.000762868</c:v>
                </c:pt>
                <c:pt idx="68">
                  <c:v>-0.000756833</c:v>
                </c:pt>
                <c:pt idx="69">
                  <c:v>-0.000750304</c:v>
                </c:pt>
                <c:pt idx="70">
                  <c:v>-0.000743288</c:v>
                </c:pt>
                <c:pt idx="71">
                  <c:v>-0.000735791</c:v>
                </c:pt>
                <c:pt idx="72">
                  <c:v>-0.000727822</c:v>
                </c:pt>
                <c:pt idx="73">
                  <c:v>-0.000719388</c:v>
                </c:pt>
                <c:pt idx="74">
                  <c:v>-0.000710498</c:v>
                </c:pt>
                <c:pt idx="75">
                  <c:v>-0.000701161</c:v>
                </c:pt>
                <c:pt idx="76">
                  <c:v>-0.000691385</c:v>
                </c:pt>
                <c:pt idx="77">
                  <c:v>-0.000681179</c:v>
                </c:pt>
                <c:pt idx="78">
                  <c:v>-0.000670554</c:v>
                </c:pt>
                <c:pt idx="79">
                  <c:v>-0.000659517</c:v>
                </c:pt>
                <c:pt idx="80">
                  <c:v>-0.00064808</c:v>
                </c:pt>
                <c:pt idx="81">
                  <c:v>-0.000636253</c:v>
                </c:pt>
                <c:pt idx="82">
                  <c:v>-0.000624045</c:v>
                </c:pt>
                <c:pt idx="83">
                  <c:v>-0.000611467</c:v>
                </c:pt>
                <c:pt idx="84">
                  <c:v>-0.00059853</c:v>
                </c:pt>
                <c:pt idx="85">
                  <c:v>-0.000585245</c:v>
                </c:pt>
                <c:pt idx="86">
                  <c:v>-0.000571622</c:v>
                </c:pt>
                <c:pt idx="87">
                  <c:v>-0.000557674</c:v>
                </c:pt>
                <c:pt idx="88">
                  <c:v>-0.000543411</c:v>
                </c:pt>
                <c:pt idx="89">
                  <c:v>-0.000528845</c:v>
                </c:pt>
                <c:pt idx="90">
                  <c:v>-0.000513988</c:v>
                </c:pt>
                <c:pt idx="91">
                  <c:v>-0.000498852</c:v>
                </c:pt>
                <c:pt idx="92">
                  <c:v>-0.000483449</c:v>
                </c:pt>
                <c:pt idx="93">
                  <c:v>-0.00046779</c:v>
                </c:pt>
                <c:pt idx="94">
                  <c:v>-0.000451889</c:v>
                </c:pt>
                <c:pt idx="95">
                  <c:v>-0.000435757</c:v>
                </c:pt>
                <c:pt idx="96">
                  <c:v>-0.000419407</c:v>
                </c:pt>
                <c:pt idx="97">
                  <c:v>-0.000402851</c:v>
                </c:pt>
                <c:pt idx="98">
                  <c:v>-0.000386102</c:v>
                </c:pt>
                <c:pt idx="99">
                  <c:v>-0.000369173</c:v>
                </c:pt>
                <c:pt idx="100">
                  <c:v>-0.000352077</c:v>
                </c:pt>
                <c:pt idx="101">
                  <c:v>-0.000334825</c:v>
                </c:pt>
                <c:pt idx="102">
                  <c:v>-0.000317432</c:v>
                </c:pt>
                <c:pt idx="103">
                  <c:v>-0.000299909</c:v>
                </c:pt>
                <c:pt idx="104">
                  <c:v>-0.00028227</c:v>
                </c:pt>
                <c:pt idx="105">
                  <c:v>-0.000264528</c:v>
                </c:pt>
                <c:pt idx="106">
                  <c:v>-0.000246695</c:v>
                </c:pt>
                <c:pt idx="107">
                  <c:v>-0.000228784</c:v>
                </c:pt>
                <c:pt idx="108">
                  <c:v>-0.000210808</c:v>
                </c:pt>
                <c:pt idx="109">
                  <c:v>-0.000192781</c:v>
                </c:pt>
                <c:pt idx="110">
                  <c:v>-0.000174714</c:v>
                </c:pt>
                <c:pt idx="111">
                  <c:v>-0.00015662</c:v>
                </c:pt>
                <c:pt idx="112">
                  <c:v>-0.000138513</c:v>
                </c:pt>
                <c:pt idx="113">
                  <c:v>-0.000120404</c:v>
                </c:pt>
                <c:pt idx="114">
                  <c:v>-0.000102307</c:v>
                </c:pt>
                <c:pt idx="115">
                  <c:v>-8.4233E-05</c:v>
                </c:pt>
                <c:pt idx="116">
                  <c:v>-6.6196E-05</c:v>
                </c:pt>
                <c:pt idx="117">
                  <c:v>-4.8207E-05</c:v>
                </c:pt>
                <c:pt idx="118">
                  <c:v>-3.028E-05</c:v>
                </c:pt>
                <c:pt idx="119">
                  <c:v>-1.2425E-05</c:v>
                </c:pt>
                <c:pt idx="120">
                  <c:v>5.346E-06</c:v>
                </c:pt>
                <c:pt idx="121">
                  <c:v>2.3019E-05</c:v>
                </c:pt>
                <c:pt idx="122">
                  <c:v>4.0584E-05</c:v>
                </c:pt>
                <c:pt idx="123">
                  <c:v>5.8029E-05</c:v>
                </c:pt>
                <c:pt idx="124">
                  <c:v>7.5342E-05</c:v>
                </c:pt>
                <c:pt idx="125">
                  <c:v>9.2513E-05</c:v>
                </c:pt>
                <c:pt idx="126">
                  <c:v>0.00010953</c:v>
                </c:pt>
                <c:pt idx="127">
                  <c:v>0.000126382</c:v>
                </c:pt>
                <c:pt idx="128">
                  <c:v>0.000143058</c:v>
                </c:pt>
                <c:pt idx="129">
                  <c:v>0.000159548</c:v>
                </c:pt>
                <c:pt idx="130">
                  <c:v>0.000175842</c:v>
                </c:pt>
                <c:pt idx="131">
                  <c:v>0.000191928</c:v>
                </c:pt>
                <c:pt idx="132">
                  <c:v>0.000207798</c:v>
                </c:pt>
                <c:pt idx="133">
                  <c:v>0.000223441</c:v>
                </c:pt>
                <c:pt idx="134">
                  <c:v>0.000238847</c:v>
                </c:pt>
                <c:pt idx="135">
                  <c:v>0.000254008</c:v>
                </c:pt>
                <c:pt idx="136">
                  <c:v>0.000268913</c:v>
                </c:pt>
                <c:pt idx="137">
                  <c:v>0.000283555</c:v>
                </c:pt>
                <c:pt idx="138">
                  <c:v>0.000297924</c:v>
                </c:pt>
                <c:pt idx="139">
                  <c:v>0.000312012</c:v>
                </c:pt>
                <c:pt idx="140">
                  <c:v>0.000325811</c:v>
                </c:pt>
                <c:pt idx="141">
                  <c:v>0.000339312</c:v>
                </c:pt>
                <c:pt idx="142">
                  <c:v>0.000352508</c:v>
                </c:pt>
                <c:pt idx="143">
                  <c:v>0.000365391</c:v>
                </c:pt>
                <c:pt idx="144">
                  <c:v>0.000377955</c:v>
                </c:pt>
                <c:pt idx="145">
                  <c:v>0.000390191</c:v>
                </c:pt>
                <c:pt idx="146">
                  <c:v>0.000402094</c:v>
                </c:pt>
                <c:pt idx="147">
                  <c:v>0.000413657</c:v>
                </c:pt>
                <c:pt idx="148">
                  <c:v>0.000424874</c:v>
                </c:pt>
                <c:pt idx="149">
                  <c:v>0.000435738</c:v>
                </c:pt>
                <c:pt idx="150">
                  <c:v>0.000446244</c:v>
                </c:pt>
                <c:pt idx="151">
                  <c:v>0.000456387</c:v>
                </c:pt>
                <c:pt idx="152">
                  <c:v>0.000466162</c:v>
                </c:pt>
                <c:pt idx="153">
                  <c:v>0.000475564</c:v>
                </c:pt>
                <c:pt idx="154">
                  <c:v>0.000484588</c:v>
                </c:pt>
                <c:pt idx="155">
                  <c:v>0.000493229</c:v>
                </c:pt>
                <c:pt idx="156">
                  <c:v>0.000501485</c:v>
                </c:pt>
                <c:pt idx="157">
                  <c:v>0.000509352</c:v>
                </c:pt>
                <c:pt idx="158">
                  <c:v>0.000516825</c:v>
                </c:pt>
                <c:pt idx="159">
                  <c:v>0.000523903</c:v>
                </c:pt>
                <c:pt idx="160">
                  <c:v>0.000530581</c:v>
                </c:pt>
                <c:pt idx="161">
                  <c:v>0.000536858</c:v>
                </c:pt>
                <c:pt idx="162">
                  <c:v>0.000542731</c:v>
                </c:pt>
                <c:pt idx="163">
                  <c:v>0.000548199</c:v>
                </c:pt>
                <c:pt idx="164">
                  <c:v>0.000553259</c:v>
                </c:pt>
                <c:pt idx="165">
                  <c:v>0.00055791</c:v>
                </c:pt>
                <c:pt idx="166">
                  <c:v>0.000562152</c:v>
                </c:pt>
                <c:pt idx="167">
                  <c:v>0.000565984</c:v>
                </c:pt>
                <c:pt idx="168">
                  <c:v>0.000569404</c:v>
                </c:pt>
                <c:pt idx="169">
                  <c:v>0.000572413</c:v>
                </c:pt>
                <c:pt idx="170">
                  <c:v>0.00057501</c:v>
                </c:pt>
                <c:pt idx="171">
                  <c:v>0.000577197</c:v>
                </c:pt>
                <c:pt idx="172">
                  <c:v>0.000578973</c:v>
                </c:pt>
                <c:pt idx="173">
                  <c:v>0.00058034</c:v>
                </c:pt>
                <c:pt idx="174">
                  <c:v>0.000581299</c:v>
                </c:pt>
                <c:pt idx="175">
                  <c:v>0.000581851</c:v>
                </c:pt>
                <c:pt idx="176">
                  <c:v>0.000581998</c:v>
                </c:pt>
                <c:pt idx="177">
                  <c:v>0.000581741</c:v>
                </c:pt>
                <c:pt idx="178">
                  <c:v>0.000581084</c:v>
                </c:pt>
                <c:pt idx="179">
                  <c:v>0.000580029</c:v>
                </c:pt>
                <c:pt idx="180">
                  <c:v>0.000578578</c:v>
                </c:pt>
                <c:pt idx="181">
                  <c:v>0.000576734</c:v>
                </c:pt>
                <c:pt idx="182">
                  <c:v>0.000574502</c:v>
                </c:pt>
                <c:pt idx="183">
                  <c:v>0.000571883</c:v>
                </c:pt>
                <c:pt idx="184">
                  <c:v>0.000568883</c:v>
                </c:pt>
                <c:pt idx="185">
                  <c:v>0.000565504</c:v>
                </c:pt>
                <c:pt idx="186">
                  <c:v>0.000561753</c:v>
                </c:pt>
                <c:pt idx="187">
                  <c:v>0.000557631</c:v>
                </c:pt>
                <c:pt idx="188">
                  <c:v>0.000553146</c:v>
                </c:pt>
                <c:pt idx="189">
                  <c:v>0.000548301</c:v>
                </c:pt>
                <c:pt idx="190">
                  <c:v>0.000543102</c:v>
                </c:pt>
                <c:pt idx="191">
                  <c:v>0.000537554</c:v>
                </c:pt>
                <c:pt idx="192">
                  <c:v>0.000531662</c:v>
                </c:pt>
                <c:pt idx="193">
                  <c:v>0.000525434</c:v>
                </c:pt>
                <c:pt idx="194">
                  <c:v>0.000518873</c:v>
                </c:pt>
                <c:pt idx="195">
                  <c:v>0.000511988</c:v>
                </c:pt>
                <c:pt idx="196">
                  <c:v>0.000504783</c:v>
                </c:pt>
                <c:pt idx="197">
                  <c:v>0.000497267</c:v>
                </c:pt>
                <c:pt idx="198">
                  <c:v>0.000489445</c:v>
                </c:pt>
                <c:pt idx="199">
                  <c:v>0.000481324</c:v>
                </c:pt>
                <c:pt idx="200">
                  <c:v>0.000472912</c:v>
                </c:pt>
                <c:pt idx="201">
                  <c:v>0.000464216</c:v>
                </c:pt>
                <c:pt idx="202">
                  <c:v>0.000455244</c:v>
                </c:pt>
                <c:pt idx="203">
                  <c:v>0.000446002</c:v>
                </c:pt>
                <c:pt idx="204">
                  <c:v>0.000436499</c:v>
                </c:pt>
                <c:pt idx="205">
                  <c:v>0.000426742</c:v>
                </c:pt>
                <c:pt idx="206">
                  <c:v>0.00041674</c:v>
                </c:pt>
                <c:pt idx="207">
                  <c:v>0.000406501</c:v>
                </c:pt>
                <c:pt idx="208">
                  <c:v>0.000396033</c:v>
                </c:pt>
                <c:pt idx="209">
                  <c:v>0.000385344</c:v>
                </c:pt>
                <c:pt idx="210">
                  <c:v>0.000374443</c:v>
                </c:pt>
                <c:pt idx="211">
                  <c:v>0.000363338</c:v>
                </c:pt>
                <c:pt idx="212">
                  <c:v>0.000352039</c:v>
                </c:pt>
                <c:pt idx="213">
                  <c:v>0.000340554</c:v>
                </c:pt>
                <c:pt idx="214">
                  <c:v>0.000328891</c:v>
                </c:pt>
                <c:pt idx="215">
                  <c:v>0.000317061</c:v>
                </c:pt>
                <c:pt idx="216">
                  <c:v>0.000305071</c:v>
                </c:pt>
                <c:pt idx="217">
                  <c:v>0.000292931</c:v>
                </c:pt>
                <c:pt idx="218">
                  <c:v>0.00028065</c:v>
                </c:pt>
                <c:pt idx="219">
                  <c:v>0.000268237</c:v>
                </c:pt>
                <c:pt idx="220">
                  <c:v>0.000255702</c:v>
                </c:pt>
                <c:pt idx="221">
                  <c:v>0.000243054</c:v>
                </c:pt>
                <c:pt idx="222">
                  <c:v>0.000230302</c:v>
                </c:pt>
                <c:pt idx="223">
                  <c:v>0.000217455</c:v>
                </c:pt>
                <c:pt idx="224">
                  <c:v>0.000204524</c:v>
                </c:pt>
                <c:pt idx="225">
                  <c:v>0.000191516</c:v>
                </c:pt>
                <c:pt idx="226">
                  <c:v>0.000178442</c:v>
                </c:pt>
                <c:pt idx="227">
                  <c:v>0.000165311</c:v>
                </c:pt>
                <c:pt idx="228">
                  <c:v>0.000152132</c:v>
                </c:pt>
                <c:pt idx="229">
                  <c:v>0.000138915</c:v>
                </c:pt>
                <c:pt idx="230">
                  <c:v>0.000125669</c:v>
                </c:pt>
                <c:pt idx="231">
                  <c:v>0.000112404</c:v>
                </c:pt>
                <c:pt idx="232">
                  <c:v>9.9128E-05</c:v>
                </c:pt>
                <c:pt idx="233">
                  <c:v>8.5851E-05</c:v>
                </c:pt>
                <c:pt idx="234">
                  <c:v>7.2582E-05</c:v>
                </c:pt>
                <c:pt idx="235">
                  <c:v>5.933E-05</c:v>
                </c:pt>
                <c:pt idx="236">
                  <c:v>4.6105E-05</c:v>
                </c:pt>
                <c:pt idx="237">
                  <c:v>3.2915E-05</c:v>
                </c:pt>
                <c:pt idx="238">
                  <c:v>1.9769E-05</c:v>
                </c:pt>
                <c:pt idx="239">
                  <c:v>6.676E-06</c:v>
                </c:pt>
                <c:pt idx="240">
                  <c:v>-6.354E-06</c:v>
                </c:pt>
                <c:pt idx="241">
                  <c:v>-1.9314E-05</c:v>
                </c:pt>
                <c:pt idx="242">
                  <c:v>-3.2194E-05</c:v>
                </c:pt>
                <c:pt idx="243">
                  <c:v>-4.4987E-05</c:v>
                </c:pt>
                <c:pt idx="244">
                  <c:v>-5.7683E-05</c:v>
                </c:pt>
                <c:pt idx="245">
                  <c:v>-7.0275E-05</c:v>
                </c:pt>
                <c:pt idx="246">
                  <c:v>-8.2753E-05</c:v>
                </c:pt>
                <c:pt idx="247">
                  <c:v>-9.5111E-05</c:v>
                </c:pt>
                <c:pt idx="248">
                  <c:v>-0.00010734</c:v>
                </c:pt>
                <c:pt idx="249">
                  <c:v>-0.000119432</c:v>
                </c:pt>
                <c:pt idx="250">
                  <c:v>-0.00013138</c:v>
                </c:pt>
                <c:pt idx="251">
                  <c:v>-0.000143176</c:v>
                </c:pt>
                <c:pt idx="252">
                  <c:v>-0.000154812</c:v>
                </c:pt>
                <c:pt idx="253">
                  <c:v>-0.000166282</c:v>
                </c:pt>
                <c:pt idx="254">
                  <c:v>-0.000177578</c:v>
                </c:pt>
                <c:pt idx="255">
                  <c:v>-0.000188693</c:v>
                </c:pt>
                <c:pt idx="256">
                  <c:v>-0.000199621</c:v>
                </c:pt>
                <c:pt idx="257">
                  <c:v>-0.000210355</c:v>
                </c:pt>
                <c:pt idx="258">
                  <c:v>-0.000220888</c:v>
                </c:pt>
                <c:pt idx="259">
                  <c:v>-0.000231213</c:v>
                </c:pt>
                <c:pt idx="260">
                  <c:v>-0.000241326</c:v>
                </c:pt>
                <c:pt idx="261">
                  <c:v>-0.00025122</c:v>
                </c:pt>
                <c:pt idx="262">
                  <c:v>-0.000260889</c:v>
                </c:pt>
                <c:pt idx="263">
                  <c:v>-0.000270328</c:v>
                </c:pt>
                <c:pt idx="264">
                  <c:v>-0.000279531</c:v>
                </c:pt>
                <c:pt idx="265">
                  <c:v>-0.000288493</c:v>
                </c:pt>
                <c:pt idx="266">
                  <c:v>-0.000297209</c:v>
                </c:pt>
                <c:pt idx="267">
                  <c:v>-0.000305675</c:v>
                </c:pt>
                <c:pt idx="268">
                  <c:v>-0.000313885</c:v>
                </c:pt>
                <c:pt idx="269">
                  <c:v>-0.000321835</c:v>
                </c:pt>
                <c:pt idx="270">
                  <c:v>-0.000329521</c:v>
                </c:pt>
                <c:pt idx="271">
                  <c:v>-0.000336939</c:v>
                </c:pt>
                <c:pt idx="272">
                  <c:v>-0.000344086</c:v>
                </c:pt>
                <c:pt idx="273">
                  <c:v>-0.000350957</c:v>
                </c:pt>
                <c:pt idx="274">
                  <c:v>-0.00035755</c:v>
                </c:pt>
                <c:pt idx="275">
                  <c:v>-0.00036386</c:v>
                </c:pt>
                <c:pt idx="276">
                  <c:v>-0.000369886</c:v>
                </c:pt>
                <c:pt idx="277">
                  <c:v>-0.000375624</c:v>
                </c:pt>
                <c:pt idx="278">
                  <c:v>-0.000381072</c:v>
                </c:pt>
                <c:pt idx="279">
                  <c:v>-0.000386228</c:v>
                </c:pt>
                <c:pt idx="280">
                  <c:v>-0.000391089</c:v>
                </c:pt>
                <c:pt idx="281">
                  <c:v>-0.000395654</c:v>
                </c:pt>
                <c:pt idx="282">
                  <c:v>-0.000399921</c:v>
                </c:pt>
                <c:pt idx="283">
                  <c:v>-0.000403888</c:v>
                </c:pt>
                <c:pt idx="284">
                  <c:v>-0.000407555</c:v>
                </c:pt>
                <c:pt idx="285">
                  <c:v>-0.00041092</c:v>
                </c:pt>
                <c:pt idx="286">
                  <c:v>-0.000413982</c:v>
                </c:pt>
                <c:pt idx="287">
                  <c:v>-0.000416742</c:v>
                </c:pt>
                <c:pt idx="288">
                  <c:v>-0.000419198</c:v>
                </c:pt>
                <c:pt idx="289">
                  <c:v>-0.00042135</c:v>
                </c:pt>
                <c:pt idx="290">
                  <c:v>-0.000423199</c:v>
                </c:pt>
                <c:pt idx="291">
                  <c:v>-0.000424745</c:v>
                </c:pt>
                <c:pt idx="292">
                  <c:v>-0.000425988</c:v>
                </c:pt>
                <c:pt idx="293">
                  <c:v>-0.000426928</c:v>
                </c:pt>
                <c:pt idx="294">
                  <c:v>-0.000427568</c:v>
                </c:pt>
                <c:pt idx="295">
                  <c:v>-0.000427908</c:v>
                </c:pt>
                <c:pt idx="296">
                  <c:v>-0.000427948</c:v>
                </c:pt>
                <c:pt idx="297">
                  <c:v>-0.000427692</c:v>
                </c:pt>
                <c:pt idx="298">
                  <c:v>-0.00042714</c:v>
                </c:pt>
                <c:pt idx="299">
                  <c:v>-0.000426294</c:v>
                </c:pt>
                <c:pt idx="300">
                  <c:v>-0.000425157</c:v>
                </c:pt>
                <c:pt idx="301">
                  <c:v>-0.000423731</c:v>
                </c:pt>
                <c:pt idx="302">
                  <c:v>-0.000422017</c:v>
                </c:pt>
                <c:pt idx="303">
                  <c:v>-0.00042002</c:v>
                </c:pt>
                <c:pt idx="304">
                  <c:v>-0.000417742</c:v>
                </c:pt>
                <c:pt idx="305">
                  <c:v>-0.000415185</c:v>
                </c:pt>
                <c:pt idx="306">
                  <c:v>-0.000412353</c:v>
                </c:pt>
                <c:pt idx="307">
                  <c:v>-0.00040925</c:v>
                </c:pt>
                <c:pt idx="308">
                  <c:v>-0.000405879</c:v>
                </c:pt>
                <c:pt idx="309">
                  <c:v>-0.000402244</c:v>
                </c:pt>
                <c:pt idx="310">
                  <c:v>-0.000398348</c:v>
                </c:pt>
                <c:pt idx="311">
                  <c:v>-0.000394196</c:v>
                </c:pt>
                <c:pt idx="312">
                  <c:v>-0.000389791</c:v>
                </c:pt>
                <c:pt idx="313">
                  <c:v>-0.000385139</c:v>
                </c:pt>
                <c:pt idx="314">
                  <c:v>-0.000380244</c:v>
                </c:pt>
                <c:pt idx="315">
                  <c:v>-0.000375111</c:v>
                </c:pt>
                <c:pt idx="316">
                  <c:v>-0.000369743</c:v>
                </c:pt>
                <c:pt idx="317">
                  <c:v>-0.000364147</c:v>
                </c:pt>
                <c:pt idx="318">
                  <c:v>-0.000358327</c:v>
                </c:pt>
                <c:pt idx="319">
                  <c:v>-0.000352288</c:v>
                </c:pt>
                <c:pt idx="320">
                  <c:v>-0.000346037</c:v>
                </c:pt>
                <c:pt idx="321">
                  <c:v>-0.000339578</c:v>
                </c:pt>
                <c:pt idx="322">
                  <c:v>-0.000332916</c:v>
                </c:pt>
                <c:pt idx="323">
                  <c:v>-0.000326058</c:v>
                </c:pt>
                <c:pt idx="324">
                  <c:v>-0.00031901</c:v>
                </c:pt>
                <c:pt idx="325">
                  <c:v>-0.000311776</c:v>
                </c:pt>
                <c:pt idx="326">
                  <c:v>-0.000304364</c:v>
                </c:pt>
                <c:pt idx="327">
                  <c:v>-0.000296779</c:v>
                </c:pt>
                <c:pt idx="328">
                  <c:v>-0.000289028</c:v>
                </c:pt>
                <c:pt idx="329">
                  <c:v>-0.000281116</c:v>
                </c:pt>
                <c:pt idx="330">
                  <c:v>-0.000273051</c:v>
                </c:pt>
                <c:pt idx="331">
                  <c:v>-0.000264837</c:v>
                </c:pt>
                <c:pt idx="332">
                  <c:v>-0.000256483</c:v>
                </c:pt>
                <c:pt idx="333">
                  <c:v>-0.000247994</c:v>
                </c:pt>
                <c:pt idx="334">
                  <c:v>-0.000239378</c:v>
                </c:pt>
                <c:pt idx="335">
                  <c:v>-0.00023064</c:v>
                </c:pt>
                <c:pt idx="336">
                  <c:v>-0.000221787</c:v>
                </c:pt>
                <c:pt idx="337">
                  <c:v>-0.000212827</c:v>
                </c:pt>
                <c:pt idx="338">
                  <c:v>-0.000203765</c:v>
                </c:pt>
                <c:pt idx="339">
                  <c:v>-0.000194609</c:v>
                </c:pt>
                <c:pt idx="340">
                  <c:v>-0.000185366</c:v>
                </c:pt>
                <c:pt idx="341">
                  <c:v>-0.000176043</c:v>
                </c:pt>
                <c:pt idx="342">
                  <c:v>-0.000166645</c:v>
                </c:pt>
                <c:pt idx="343">
                  <c:v>-0.000157181</c:v>
                </c:pt>
                <c:pt idx="344">
                  <c:v>-0.000147658</c:v>
                </c:pt>
                <c:pt idx="345">
                  <c:v>-0.000138081</c:v>
                </c:pt>
                <c:pt idx="346">
                  <c:v>-0.000128458</c:v>
                </c:pt>
                <c:pt idx="347">
                  <c:v>-0.000118797</c:v>
                </c:pt>
                <c:pt idx="348">
                  <c:v>-0.000109103</c:v>
                </c:pt>
                <c:pt idx="349">
                  <c:v>-9.9384E-05</c:v>
                </c:pt>
                <c:pt idx="350">
                  <c:v>-8.9646E-05</c:v>
                </c:pt>
                <c:pt idx="351">
                  <c:v>-7.9897E-05</c:v>
                </c:pt>
                <c:pt idx="352">
                  <c:v>-7.0143E-05</c:v>
                </c:pt>
                <c:pt idx="353">
                  <c:v>-6.0392E-05</c:v>
                </c:pt>
                <c:pt idx="354">
                  <c:v>-5.0649E-05</c:v>
                </c:pt>
                <c:pt idx="355">
                  <c:v>-4.0922E-05</c:v>
                </c:pt>
                <c:pt idx="356">
                  <c:v>-3.1216E-05</c:v>
                </c:pt>
                <c:pt idx="357">
                  <c:v>-2.154E-05</c:v>
                </c:pt>
                <c:pt idx="358">
                  <c:v>-1.1899E-05</c:v>
                </c:pt>
                <c:pt idx="359">
                  <c:v>-2.3E-06</c:v>
                </c:pt>
                <c:pt idx="360">
                  <c:v>7.251E-06</c:v>
                </c:pt>
                <c:pt idx="361">
                  <c:v>1.6747E-05</c:v>
                </c:pt>
                <c:pt idx="362">
                  <c:v>2.6182E-05</c:v>
                </c:pt>
                <c:pt idx="363">
                  <c:v>3.555E-05</c:v>
                </c:pt>
                <c:pt idx="364">
                  <c:v>4.4845E-05</c:v>
                </c:pt>
                <c:pt idx="365">
                  <c:v>5.4061E-05</c:v>
                </c:pt>
                <c:pt idx="366">
                  <c:v>6.3191E-05</c:v>
                </c:pt>
                <c:pt idx="367">
                  <c:v>7.223E-05</c:v>
                </c:pt>
                <c:pt idx="368">
                  <c:v>8.1172E-05</c:v>
                </c:pt>
                <c:pt idx="369">
                  <c:v>9.0011E-05</c:v>
                </c:pt>
                <c:pt idx="370">
                  <c:v>9.8742E-05</c:v>
                </c:pt>
                <c:pt idx="371">
                  <c:v>0.00010736</c:v>
                </c:pt>
                <c:pt idx="372">
                  <c:v>0.000115858</c:v>
                </c:pt>
                <c:pt idx="373">
                  <c:v>0.000124232</c:v>
                </c:pt>
                <c:pt idx="374">
                  <c:v>0.000132477</c:v>
                </c:pt>
                <c:pt idx="375">
                  <c:v>0.000140586</c:v>
                </c:pt>
                <c:pt idx="376">
                  <c:v>0.000148557</c:v>
                </c:pt>
                <c:pt idx="377">
                  <c:v>0.000156383</c:v>
                </c:pt>
                <c:pt idx="378">
                  <c:v>0.000164061</c:v>
                </c:pt>
                <c:pt idx="379">
                  <c:v>0.000171585</c:v>
                </c:pt>
                <c:pt idx="380">
                  <c:v>0.000178951</c:v>
                </c:pt>
                <c:pt idx="381">
                  <c:v>0.000186155</c:v>
                </c:pt>
                <c:pt idx="382">
                  <c:v>0.000193193</c:v>
                </c:pt>
                <c:pt idx="383">
                  <c:v>0.00020006</c:v>
                </c:pt>
                <c:pt idx="384">
                  <c:v>0.000206754</c:v>
                </c:pt>
                <c:pt idx="385">
                  <c:v>0.00021327</c:v>
                </c:pt>
                <c:pt idx="386">
                  <c:v>0.000219604</c:v>
                </c:pt>
                <c:pt idx="387">
                  <c:v>0.000225753</c:v>
                </c:pt>
                <c:pt idx="388">
                  <c:v>0.000231715</c:v>
                </c:pt>
                <c:pt idx="389">
                  <c:v>0.000237485</c:v>
                </c:pt>
                <c:pt idx="390">
                  <c:v>0.00024306</c:v>
                </c:pt>
                <c:pt idx="391">
                  <c:v>0.000248439</c:v>
                </c:pt>
                <c:pt idx="392">
                  <c:v>0.000253618</c:v>
                </c:pt>
                <c:pt idx="393">
                  <c:v>0.000258594</c:v>
                </c:pt>
                <c:pt idx="394">
                  <c:v>0.000263366</c:v>
                </c:pt>
                <c:pt idx="395">
                  <c:v>0.000267931</c:v>
                </c:pt>
                <c:pt idx="396">
                  <c:v>0.000272287</c:v>
                </c:pt>
                <c:pt idx="397">
                  <c:v>0.000276431</c:v>
                </c:pt>
                <c:pt idx="398">
                  <c:v>0.000280363</c:v>
                </c:pt>
                <c:pt idx="399">
                  <c:v>0.000284081</c:v>
                </c:pt>
                <c:pt idx="400">
                  <c:v>0.000287583</c:v>
                </c:pt>
                <c:pt idx="401">
                  <c:v>0.000290868</c:v>
                </c:pt>
                <c:pt idx="402">
                  <c:v>0.000293934</c:v>
                </c:pt>
                <c:pt idx="403">
                  <c:v>0.000296781</c:v>
                </c:pt>
                <c:pt idx="404">
                  <c:v>0.000299408</c:v>
                </c:pt>
                <c:pt idx="405">
                  <c:v>0.000301814</c:v>
                </c:pt>
                <c:pt idx="406">
                  <c:v>0.000303999</c:v>
                </c:pt>
                <c:pt idx="407">
                  <c:v>0.000305962</c:v>
                </c:pt>
                <c:pt idx="408">
                  <c:v>0.000307704</c:v>
                </c:pt>
                <c:pt idx="409">
                  <c:v>0.000309223</c:v>
                </c:pt>
                <c:pt idx="410">
                  <c:v>0.000310521</c:v>
                </c:pt>
                <c:pt idx="411">
                  <c:v>0.000311597</c:v>
                </c:pt>
                <c:pt idx="412">
                  <c:v>0.000312452</c:v>
                </c:pt>
                <c:pt idx="413">
                  <c:v>0.000313086</c:v>
                </c:pt>
                <c:pt idx="414">
                  <c:v>0.0003135</c:v>
                </c:pt>
                <c:pt idx="415">
                  <c:v>0.000313695</c:v>
                </c:pt>
                <c:pt idx="416">
                  <c:v>0.000313672</c:v>
                </c:pt>
                <c:pt idx="417">
                  <c:v>0.000313433</c:v>
                </c:pt>
                <c:pt idx="418">
                  <c:v>0.000312977</c:v>
                </c:pt>
                <c:pt idx="419">
                  <c:v>0.000312307</c:v>
                </c:pt>
                <c:pt idx="420">
                  <c:v>0.000311425</c:v>
                </c:pt>
                <c:pt idx="421">
                  <c:v>0.000310331</c:v>
                </c:pt>
                <c:pt idx="422">
                  <c:v>0.000309028</c:v>
                </c:pt>
                <c:pt idx="423">
                  <c:v>0.000307519</c:v>
                </c:pt>
                <c:pt idx="424">
                  <c:v>0.000305804</c:v>
                </c:pt>
                <c:pt idx="425">
                  <c:v>0.000303886</c:v>
                </c:pt>
                <c:pt idx="426">
                  <c:v>0.000301768</c:v>
                </c:pt>
                <c:pt idx="427">
                  <c:v>0.000299452</c:v>
                </c:pt>
                <c:pt idx="428">
                  <c:v>0.00029694</c:v>
                </c:pt>
                <c:pt idx="429">
                  <c:v>0.000294236</c:v>
                </c:pt>
                <c:pt idx="430">
                  <c:v>0.000291342</c:v>
                </c:pt>
                <c:pt idx="431">
                  <c:v>0.000288262</c:v>
                </c:pt>
                <c:pt idx="432">
                  <c:v>0.000284997</c:v>
                </c:pt>
                <c:pt idx="433">
                  <c:v>0.000281552</c:v>
                </c:pt>
                <c:pt idx="434">
                  <c:v>0.00027793</c:v>
                </c:pt>
                <c:pt idx="435">
                  <c:v>0.000274134</c:v>
                </c:pt>
                <c:pt idx="436">
                  <c:v>0.000270168</c:v>
                </c:pt>
                <c:pt idx="437">
                  <c:v>0.000266036</c:v>
                </c:pt>
                <c:pt idx="438">
                  <c:v>0.00026174</c:v>
                </c:pt>
                <c:pt idx="439">
                  <c:v>0.000257285</c:v>
                </c:pt>
                <c:pt idx="440">
                  <c:v>0.000252675</c:v>
                </c:pt>
                <c:pt idx="441">
                  <c:v>0.000247914</c:v>
                </c:pt>
                <c:pt idx="442">
                  <c:v>0.000243005</c:v>
                </c:pt>
                <c:pt idx="443">
                  <c:v>0.000237953</c:v>
                </c:pt>
                <c:pt idx="444">
                  <c:v>0.000232763</c:v>
                </c:pt>
                <c:pt idx="445">
                  <c:v>0.000227438</c:v>
                </c:pt>
                <c:pt idx="446">
                  <c:v>0.000221983</c:v>
                </c:pt>
                <c:pt idx="447">
                  <c:v>0.000216402</c:v>
                </c:pt>
                <c:pt idx="448">
                  <c:v>0.0002107</c:v>
                </c:pt>
                <c:pt idx="449">
                  <c:v>0.000204881</c:v>
                </c:pt>
                <c:pt idx="450">
                  <c:v>0.00019895</c:v>
                </c:pt>
                <c:pt idx="451">
                  <c:v>0.000192912</c:v>
                </c:pt>
                <c:pt idx="452">
                  <c:v>0.000186771</c:v>
                </c:pt>
                <c:pt idx="453">
                  <c:v>0.000180532</c:v>
                </c:pt>
                <c:pt idx="454">
                  <c:v>0.0001742</c:v>
                </c:pt>
                <c:pt idx="455">
                  <c:v>0.00016778</c:v>
                </c:pt>
                <c:pt idx="456">
                  <c:v>0.000161277</c:v>
                </c:pt>
                <c:pt idx="457">
                  <c:v>0.000154695</c:v>
                </c:pt>
                <c:pt idx="458">
                  <c:v>0.00014804</c:v>
                </c:pt>
                <c:pt idx="459">
                  <c:v>0.000141316</c:v>
                </c:pt>
                <c:pt idx="460">
                  <c:v>0.000134529</c:v>
                </c:pt>
                <c:pt idx="461">
                  <c:v>0.000127684</c:v>
                </c:pt>
                <c:pt idx="462">
                  <c:v>0.000120785</c:v>
                </c:pt>
                <c:pt idx="463">
                  <c:v>0.000113837</c:v>
                </c:pt>
                <c:pt idx="464">
                  <c:v>0.000106847</c:v>
                </c:pt>
                <c:pt idx="465">
                  <c:v>9.9818E-05</c:v>
                </c:pt>
                <c:pt idx="466">
                  <c:v>9.2756E-05</c:v>
                </c:pt>
                <c:pt idx="467">
                  <c:v>8.5666E-05</c:v>
                </c:pt>
                <c:pt idx="468">
                  <c:v>7.8553E-05</c:v>
                </c:pt>
                <c:pt idx="469">
                  <c:v>7.1422E-05</c:v>
                </c:pt>
                <c:pt idx="470">
                  <c:v>6.4278E-05</c:v>
                </c:pt>
                <c:pt idx="471">
                  <c:v>5.7126E-05</c:v>
                </c:pt>
                <c:pt idx="472">
                  <c:v>4.997E-05</c:v>
                </c:pt>
                <c:pt idx="473">
                  <c:v>4.2817E-05</c:v>
                </c:pt>
                <c:pt idx="474">
                  <c:v>3.5671E-05</c:v>
                </c:pt>
                <c:pt idx="475">
                  <c:v>2.8537E-05</c:v>
                </c:pt>
                <c:pt idx="476">
                  <c:v>2.1419E-05</c:v>
                </c:pt>
                <c:pt idx="477">
                  <c:v>1.4323E-05</c:v>
                </c:pt>
                <c:pt idx="478">
                  <c:v>7.254E-06</c:v>
                </c:pt>
                <c:pt idx="479">
                  <c:v>2.15E-07</c:v>
                </c:pt>
                <c:pt idx="480">
                  <c:v>-6.787E-06</c:v>
                </c:pt>
                <c:pt idx="481">
                  <c:v>-1.3749E-05</c:v>
                </c:pt>
                <c:pt idx="482">
                  <c:v>-2.0666E-05</c:v>
                </c:pt>
                <c:pt idx="483">
                  <c:v>-2.7533E-05</c:v>
                </c:pt>
                <c:pt idx="484">
                  <c:v>-3.4346E-05</c:v>
                </c:pt>
                <c:pt idx="485">
                  <c:v>-4.11E-05</c:v>
                </c:pt>
                <c:pt idx="486">
                  <c:v>-4.7791E-05</c:v>
                </c:pt>
                <c:pt idx="487">
                  <c:v>-5.4415E-05</c:v>
                </c:pt>
                <c:pt idx="488">
                  <c:v>-6.0967E-05</c:v>
                </c:pt>
                <c:pt idx="489">
                  <c:v>-6.7444E-05</c:v>
                </c:pt>
                <c:pt idx="490">
                  <c:v>-7.384E-05</c:v>
                </c:pt>
                <c:pt idx="491">
                  <c:v>-8.0152E-05</c:v>
                </c:pt>
                <c:pt idx="492">
                  <c:v>-8.6377E-05</c:v>
                </c:pt>
                <c:pt idx="493">
                  <c:v>-9.251E-05</c:v>
                </c:pt>
                <c:pt idx="494">
                  <c:v>-9.8547E-05</c:v>
                </c:pt>
                <c:pt idx="495">
                  <c:v>-0.000104485</c:v>
                </c:pt>
                <c:pt idx="496">
                  <c:v>-0.00011032</c:v>
                </c:pt>
                <c:pt idx="497">
                  <c:v>-0.000116049</c:v>
                </c:pt>
                <c:pt idx="498">
                  <c:v>-0.000121668</c:v>
                </c:pt>
                <c:pt idx="499">
                  <c:v>-0.000127174</c:v>
                </c:pt>
                <c:pt idx="500">
                  <c:v>-0.000132563</c:v>
                </c:pt>
                <c:pt idx="501">
                  <c:v>-0.000137833</c:v>
                </c:pt>
                <c:pt idx="502">
                  <c:v>-0.000142981</c:v>
                </c:pt>
                <c:pt idx="503">
                  <c:v>-0.000148003</c:v>
                </c:pt>
                <c:pt idx="504">
                  <c:v>-0.000152896</c:v>
                </c:pt>
                <c:pt idx="505">
                  <c:v>-0.000157658</c:v>
                </c:pt>
                <c:pt idx="506">
                  <c:v>-0.000162287</c:v>
                </c:pt>
                <c:pt idx="507">
                  <c:v>-0.000166779</c:v>
                </c:pt>
                <c:pt idx="508">
                  <c:v>-0.000171133</c:v>
                </c:pt>
                <c:pt idx="509">
                  <c:v>-0.000175345</c:v>
                </c:pt>
                <c:pt idx="510">
                  <c:v>-0.000179415</c:v>
                </c:pt>
                <c:pt idx="511">
                  <c:v>-0.000183339</c:v>
                </c:pt>
                <c:pt idx="512">
                  <c:v>-0.000187116</c:v>
                </c:pt>
                <c:pt idx="513">
                  <c:v>-0.000190743</c:v>
                </c:pt>
                <c:pt idx="514">
                  <c:v>-0.00019422</c:v>
                </c:pt>
                <c:pt idx="515">
                  <c:v>-0.000197544</c:v>
                </c:pt>
                <c:pt idx="516">
                  <c:v>-0.000200715</c:v>
                </c:pt>
                <c:pt idx="517">
                  <c:v>-0.000203729</c:v>
                </c:pt>
                <c:pt idx="518">
                  <c:v>-0.000206587</c:v>
                </c:pt>
                <c:pt idx="519">
                  <c:v>-0.000209287</c:v>
                </c:pt>
                <c:pt idx="520">
                  <c:v>-0.000211828</c:v>
                </c:pt>
                <c:pt idx="521">
                  <c:v>-0.000214209</c:v>
                </c:pt>
                <c:pt idx="522">
                  <c:v>-0.000216429</c:v>
                </c:pt>
                <c:pt idx="523">
                  <c:v>-0.000218488</c:v>
                </c:pt>
                <c:pt idx="524">
                  <c:v>-0.000220384</c:v>
                </c:pt>
                <c:pt idx="525">
                  <c:v>-0.000222118</c:v>
                </c:pt>
                <c:pt idx="526">
                  <c:v>-0.000223689</c:v>
                </c:pt>
                <c:pt idx="527">
                  <c:v>-0.000225097</c:v>
                </c:pt>
                <c:pt idx="528">
                  <c:v>-0.000226341</c:v>
                </c:pt>
                <c:pt idx="529">
                  <c:v>-0.000227422</c:v>
                </c:pt>
                <c:pt idx="530">
                  <c:v>-0.00022834</c:v>
                </c:pt>
                <c:pt idx="531">
                  <c:v>-0.000229095</c:v>
                </c:pt>
                <c:pt idx="532">
                  <c:v>-0.000229687</c:v>
                </c:pt>
                <c:pt idx="533">
                  <c:v>-0.000230116</c:v>
                </c:pt>
                <c:pt idx="534">
                  <c:v>-0.000230384</c:v>
                </c:pt>
                <c:pt idx="535">
                  <c:v>-0.00023049</c:v>
                </c:pt>
                <c:pt idx="536">
                  <c:v>-0.000230436</c:v>
                </c:pt>
                <c:pt idx="537">
                  <c:v>-0.000230223</c:v>
                </c:pt>
                <c:pt idx="538">
                  <c:v>-0.000229851</c:v>
                </c:pt>
                <c:pt idx="539">
                  <c:v>-0.000229321</c:v>
                </c:pt>
                <c:pt idx="540">
                  <c:v>-0.000228636</c:v>
                </c:pt>
                <c:pt idx="541">
                  <c:v>-0.000227795</c:v>
                </c:pt>
                <c:pt idx="542">
                  <c:v>-0.0002268</c:v>
                </c:pt>
                <c:pt idx="543">
                  <c:v>-0.000225654</c:v>
                </c:pt>
                <c:pt idx="544">
                  <c:v>-0.000224356</c:v>
                </c:pt>
                <c:pt idx="545">
                  <c:v>-0.00022291</c:v>
                </c:pt>
                <c:pt idx="546">
                  <c:v>-0.000221317</c:v>
                </c:pt>
                <c:pt idx="547">
                  <c:v>-0.000219578</c:v>
                </c:pt>
                <c:pt idx="548">
                  <c:v>-0.000217696</c:v>
                </c:pt>
                <c:pt idx="549">
                  <c:v>-0.000215673</c:v>
                </c:pt>
                <c:pt idx="550">
                  <c:v>-0.000213511</c:v>
                </c:pt>
                <c:pt idx="551">
                  <c:v>-0.000211212</c:v>
                </c:pt>
                <c:pt idx="552">
                  <c:v>-0.000208778</c:v>
                </c:pt>
                <c:pt idx="553">
                  <c:v>-0.000206212</c:v>
                </c:pt>
                <c:pt idx="554">
                  <c:v>-0.000203516</c:v>
                </c:pt>
                <c:pt idx="555">
                  <c:v>-0.000200693</c:v>
                </c:pt>
                <c:pt idx="556">
                  <c:v>-0.000197745</c:v>
                </c:pt>
                <c:pt idx="557">
                  <c:v>-0.000194676</c:v>
                </c:pt>
                <c:pt idx="558">
                  <c:v>-0.000191487</c:v>
                </c:pt>
                <c:pt idx="559">
                  <c:v>-0.000188182</c:v>
                </c:pt>
                <c:pt idx="560">
                  <c:v>-0.000184764</c:v>
                </c:pt>
                <c:pt idx="561">
                  <c:v>-0.000181235</c:v>
                </c:pt>
                <c:pt idx="562">
                  <c:v>-0.000177599</c:v>
                </c:pt>
                <c:pt idx="563">
                  <c:v>-0.000173858</c:v>
                </c:pt>
                <c:pt idx="564">
                  <c:v>-0.000170016</c:v>
                </c:pt>
                <c:pt idx="565">
                  <c:v>-0.000166076</c:v>
                </c:pt>
                <c:pt idx="566">
                  <c:v>-0.000162042</c:v>
                </c:pt>
                <c:pt idx="567">
                  <c:v>-0.000157916</c:v>
                </c:pt>
                <c:pt idx="568">
                  <c:v>-0.000153701</c:v>
                </c:pt>
                <c:pt idx="569">
                  <c:v>-0.000149402</c:v>
                </c:pt>
                <c:pt idx="570">
                  <c:v>-0.000145022</c:v>
                </c:pt>
                <c:pt idx="571">
                  <c:v>-0.000140563</c:v>
                </c:pt>
                <c:pt idx="572">
                  <c:v>-0.000136031</c:v>
                </c:pt>
                <c:pt idx="573">
                  <c:v>-0.000131427</c:v>
                </c:pt>
                <c:pt idx="574">
                  <c:v>-0.000126756</c:v>
                </c:pt>
                <c:pt idx="575">
                  <c:v>-0.000122022</c:v>
                </c:pt>
                <c:pt idx="576">
                  <c:v>-0.000117227</c:v>
                </c:pt>
                <c:pt idx="577">
                  <c:v>-0.000112376</c:v>
                </c:pt>
                <c:pt idx="578">
                  <c:v>-0.000107472</c:v>
                </c:pt>
                <c:pt idx="579">
                  <c:v>-0.000102519</c:v>
                </c:pt>
                <c:pt idx="580">
                  <c:v>-9.752E-05</c:v>
                </c:pt>
                <c:pt idx="581">
                  <c:v>-9.248E-05</c:v>
                </c:pt>
                <c:pt idx="582">
                  <c:v>-8.7402E-05</c:v>
                </c:pt>
                <c:pt idx="583">
                  <c:v>-8.2289E-05</c:v>
                </c:pt>
                <c:pt idx="584">
                  <c:v>-7.7146E-05</c:v>
                </c:pt>
                <c:pt idx="585">
                  <c:v>-7.1976E-05</c:v>
                </c:pt>
                <c:pt idx="586">
                  <c:v>-6.6783E-05</c:v>
                </c:pt>
                <c:pt idx="587">
                  <c:v>-6.157E-05</c:v>
                </c:pt>
                <c:pt idx="588">
                  <c:v>-5.6342E-05</c:v>
                </c:pt>
                <c:pt idx="589">
                  <c:v>-5.1102E-05</c:v>
                </c:pt>
                <c:pt idx="590">
                  <c:v>-4.5853E-05</c:v>
                </c:pt>
                <c:pt idx="591">
                  <c:v>-4.06E-05</c:v>
                </c:pt>
                <c:pt idx="592">
                  <c:v>-3.5346E-05</c:v>
                </c:pt>
                <c:pt idx="593">
                  <c:v>-3.0095E-05</c:v>
                </c:pt>
                <c:pt idx="594">
                  <c:v>-2.485E-05</c:v>
                </c:pt>
                <c:pt idx="595">
                  <c:v>-1.9614E-05</c:v>
                </c:pt>
                <c:pt idx="596">
                  <c:v>-1.4393E-05</c:v>
                </c:pt>
                <c:pt idx="597">
                  <c:v>-9.188E-06</c:v>
                </c:pt>
                <c:pt idx="598">
                  <c:v>-4.004E-06</c:v>
                </c:pt>
                <c:pt idx="599">
                  <c:v>1.156E-06</c:v>
                </c:pt>
                <c:pt idx="600">
                  <c:v>6.288E-06</c:v>
                </c:pt>
                <c:pt idx="601">
                  <c:v>1.139E-05</c:v>
                </c:pt>
                <c:pt idx="602">
                  <c:v>1.6457E-05</c:v>
                </c:pt>
                <c:pt idx="603">
                  <c:v>2.1487E-05</c:v>
                </c:pt>
                <c:pt idx="604">
                  <c:v>2.6476E-05</c:v>
                </c:pt>
                <c:pt idx="605">
                  <c:v>3.142E-05</c:v>
                </c:pt>
                <c:pt idx="606">
                  <c:v>3.6317E-05</c:v>
                </c:pt>
                <c:pt idx="607">
                  <c:v>4.1164E-05</c:v>
                </c:pt>
                <c:pt idx="608">
                  <c:v>4.5957E-05</c:v>
                </c:pt>
                <c:pt idx="609">
                  <c:v>5.0694E-05</c:v>
                </c:pt>
                <c:pt idx="610">
                  <c:v>5.5371E-05</c:v>
                </c:pt>
                <c:pt idx="611">
                  <c:v>5.9985E-05</c:v>
                </c:pt>
                <c:pt idx="612">
                  <c:v>6.4534E-05</c:v>
                </c:pt>
                <c:pt idx="613">
                  <c:v>6.9015E-05</c:v>
                </c:pt>
                <c:pt idx="614">
                  <c:v>7.3424E-05</c:v>
                </c:pt>
                <c:pt idx="615">
                  <c:v>7.776E-05</c:v>
                </c:pt>
                <c:pt idx="616">
                  <c:v>8.202E-05</c:v>
                </c:pt>
                <c:pt idx="617">
                  <c:v>8.6201E-05</c:v>
                </c:pt>
                <c:pt idx="618">
                  <c:v>9.0301E-05</c:v>
                </c:pt>
                <c:pt idx="619">
                  <c:v>9.4317E-05</c:v>
                </c:pt>
                <c:pt idx="620">
                  <c:v>9.8246E-05</c:v>
                </c:pt>
                <c:pt idx="621">
                  <c:v>0.000102088</c:v>
                </c:pt>
                <c:pt idx="622">
                  <c:v>0.000105839</c:v>
                </c:pt>
                <c:pt idx="623">
                  <c:v>0.000109497</c:v>
                </c:pt>
                <c:pt idx="624">
                  <c:v>0.00011306</c:v>
                </c:pt>
                <c:pt idx="625">
                  <c:v>0.000116527</c:v>
                </c:pt>
                <c:pt idx="626">
                  <c:v>0.000119895</c:v>
                </c:pt>
                <c:pt idx="627">
                  <c:v>0.000123163</c:v>
                </c:pt>
                <c:pt idx="628">
                  <c:v>0.000126328</c:v>
                </c:pt>
                <c:pt idx="629">
                  <c:v>0.00012939</c:v>
                </c:pt>
                <c:pt idx="630">
                  <c:v>0.000132346</c:v>
                </c:pt>
                <c:pt idx="631">
                  <c:v>0.000135195</c:v>
                </c:pt>
                <c:pt idx="632">
                  <c:v>0.000137936</c:v>
                </c:pt>
                <c:pt idx="633">
                  <c:v>0.000140567</c:v>
                </c:pt>
                <c:pt idx="634">
                  <c:v>0.000143088</c:v>
                </c:pt>
                <c:pt idx="635">
                  <c:v>0.000145496</c:v>
                </c:pt>
                <c:pt idx="636">
                  <c:v>0.000147791</c:v>
                </c:pt>
                <c:pt idx="637">
                  <c:v>0.000149972</c:v>
                </c:pt>
                <c:pt idx="638">
                  <c:v>0.000152038</c:v>
                </c:pt>
                <c:pt idx="639">
                  <c:v>0.000153987</c:v>
                </c:pt>
                <c:pt idx="640">
                  <c:v>0.00015582</c:v>
                </c:pt>
                <c:pt idx="641">
                  <c:v>0.000157536</c:v>
                </c:pt>
                <c:pt idx="642">
                  <c:v>0.000159134</c:v>
                </c:pt>
                <c:pt idx="643">
                  <c:v>0.000160613</c:v>
                </c:pt>
                <c:pt idx="644">
                  <c:v>0.000161974</c:v>
                </c:pt>
                <c:pt idx="645">
                  <c:v>0.000163215</c:v>
                </c:pt>
                <c:pt idx="646">
                  <c:v>0.000164337</c:v>
                </c:pt>
                <c:pt idx="647">
                  <c:v>0.000165339</c:v>
                </c:pt>
                <c:pt idx="648">
                  <c:v>0.000166222</c:v>
                </c:pt>
                <c:pt idx="649">
                  <c:v>0.000166985</c:v>
                </c:pt>
                <c:pt idx="650">
                  <c:v>0.000167629</c:v>
                </c:pt>
                <c:pt idx="651">
                  <c:v>0.000168153</c:v>
                </c:pt>
                <c:pt idx="652">
                  <c:v>0.000168558</c:v>
                </c:pt>
                <c:pt idx="653">
                  <c:v>0.000168844</c:v>
                </c:pt>
                <c:pt idx="654">
                  <c:v>0.000169011</c:v>
                </c:pt>
                <c:pt idx="655">
                  <c:v>0.000169061</c:v>
                </c:pt>
                <c:pt idx="656">
                  <c:v>0.000168994</c:v>
                </c:pt>
                <c:pt idx="657">
                  <c:v>0.00016881</c:v>
                </c:pt>
                <c:pt idx="658">
                  <c:v>0.000168509</c:v>
                </c:pt>
                <c:pt idx="659">
                  <c:v>0.000168094</c:v>
                </c:pt>
                <c:pt idx="660">
                  <c:v>0.000167565</c:v>
                </c:pt>
                <c:pt idx="661">
                  <c:v>0.000166922</c:v>
                </c:pt>
                <c:pt idx="662">
                  <c:v>0.000166167</c:v>
                </c:pt>
                <c:pt idx="663">
                  <c:v>0.000165301</c:v>
                </c:pt>
                <c:pt idx="664">
                  <c:v>0.000164324</c:v>
                </c:pt>
                <c:pt idx="665">
                  <c:v>0.000163239</c:v>
                </c:pt>
                <c:pt idx="666">
                  <c:v>0.000162047</c:v>
                </c:pt>
                <c:pt idx="667">
                  <c:v>0.000160748</c:v>
                </c:pt>
                <c:pt idx="668">
                  <c:v>0.000159345</c:v>
                </c:pt>
                <c:pt idx="669">
                  <c:v>0.000157838</c:v>
                </c:pt>
                <c:pt idx="670">
                  <c:v>0.000156231</c:v>
                </c:pt>
                <c:pt idx="671">
                  <c:v>0.000154523</c:v>
                </c:pt>
                <c:pt idx="672">
                  <c:v>0.000152717</c:v>
                </c:pt>
                <c:pt idx="673">
                  <c:v>0.000150814</c:v>
                </c:pt>
                <c:pt idx="674">
                  <c:v>0.000148817</c:v>
                </c:pt>
                <c:pt idx="675">
                  <c:v>0.000146727</c:v>
                </c:pt>
                <c:pt idx="676">
                  <c:v>0.000144546</c:v>
                </c:pt>
                <c:pt idx="677">
                  <c:v>0.000142276</c:v>
                </c:pt>
                <c:pt idx="678">
                  <c:v>0.00013992</c:v>
                </c:pt>
                <c:pt idx="679">
                  <c:v>0.000137478</c:v>
                </c:pt>
                <c:pt idx="680">
                  <c:v>0.000134954</c:v>
                </c:pt>
                <c:pt idx="681">
                  <c:v>0.00013235</c:v>
                </c:pt>
                <c:pt idx="682">
                  <c:v>0.000129667</c:v>
                </c:pt>
                <c:pt idx="683">
                  <c:v>0.000126908</c:v>
                </c:pt>
                <c:pt idx="684">
                  <c:v>0.000124075</c:v>
                </c:pt>
                <c:pt idx="685">
                  <c:v>0.000121171</c:v>
                </c:pt>
                <c:pt idx="686">
                  <c:v>0.000118198</c:v>
                </c:pt>
                <c:pt idx="687">
                  <c:v>0.000115159</c:v>
                </c:pt>
                <c:pt idx="688">
                  <c:v>0.000112055</c:v>
                </c:pt>
                <c:pt idx="689">
                  <c:v>0.00010889</c:v>
                </c:pt>
                <c:pt idx="690">
                  <c:v>0.000105665</c:v>
                </c:pt>
                <c:pt idx="691">
                  <c:v>0.000102384</c:v>
                </c:pt>
                <c:pt idx="692">
                  <c:v>9.9049E-05</c:v>
                </c:pt>
                <c:pt idx="693">
                  <c:v>9.5662E-05</c:v>
                </c:pt>
                <c:pt idx="694">
                  <c:v>9.2226E-05</c:v>
                </c:pt>
                <c:pt idx="695">
                  <c:v>8.8744E-05</c:v>
                </c:pt>
                <c:pt idx="696">
                  <c:v>8.5219E-05</c:v>
                </c:pt>
                <c:pt idx="697">
                  <c:v>8.1653E-05</c:v>
                </c:pt>
                <c:pt idx="698">
                  <c:v>7.8048E-05</c:v>
                </c:pt>
                <c:pt idx="699">
                  <c:v>7.4408E-05</c:v>
                </c:pt>
                <c:pt idx="700">
                  <c:v>7.0735E-05</c:v>
                </c:pt>
                <c:pt idx="701">
                  <c:v>6.7031E-05</c:v>
                </c:pt>
                <c:pt idx="702">
                  <c:v>6.3301E-05</c:v>
                </c:pt>
                <c:pt idx="703">
                  <c:v>5.9545E-05</c:v>
                </c:pt>
                <c:pt idx="704">
                  <c:v>5.5768E-05</c:v>
                </c:pt>
                <c:pt idx="705">
                  <c:v>5.1972E-05</c:v>
                </c:pt>
                <c:pt idx="706">
                  <c:v>4.8159E-05</c:v>
                </c:pt>
                <c:pt idx="707">
                  <c:v>4.4332E-05</c:v>
                </c:pt>
                <c:pt idx="708">
                  <c:v>4.0494E-05</c:v>
                </c:pt>
                <c:pt idx="709">
                  <c:v>3.6647E-05</c:v>
                </c:pt>
                <c:pt idx="710">
                  <c:v>3.2795E-05</c:v>
                </c:pt>
                <c:pt idx="711">
                  <c:v>2.8941E-05</c:v>
                </c:pt>
                <c:pt idx="712">
                  <c:v>2.5085E-05</c:v>
                </c:pt>
                <c:pt idx="713">
                  <c:v>2.1233E-05</c:v>
                </c:pt>
                <c:pt idx="714">
                  <c:v>1.7385E-05</c:v>
                </c:pt>
                <c:pt idx="715">
                  <c:v>1.3545E-05</c:v>
                </c:pt>
                <c:pt idx="716">
                  <c:v>9.715E-06</c:v>
                </c:pt>
                <c:pt idx="717">
                  <c:v>5.899E-06</c:v>
                </c:pt>
                <c:pt idx="718">
                  <c:v>2.097E-06</c:v>
                </c:pt>
                <c:pt idx="719">
                  <c:v>-1.686E-06</c:v>
                </c:pt>
                <c:pt idx="720">
                  <c:v>-5.448E-06</c:v>
                </c:pt>
                <c:pt idx="721">
                  <c:v>-9.188E-06</c:v>
                </c:pt>
                <c:pt idx="722">
                  <c:v>-1.2902E-05</c:v>
                </c:pt>
                <c:pt idx="723">
                  <c:v>-1.6588E-05</c:v>
                </c:pt>
                <c:pt idx="724">
                  <c:v>-2.0243E-05</c:v>
                </c:pt>
                <c:pt idx="725">
                  <c:v>-2.3866E-05</c:v>
                </c:pt>
                <c:pt idx="726">
                  <c:v>-2.7454E-05</c:v>
                </c:pt>
                <c:pt idx="727">
                  <c:v>-3.1004E-05</c:v>
                </c:pt>
                <c:pt idx="728">
                  <c:v>-3.4514E-05</c:v>
                </c:pt>
                <c:pt idx="729">
                  <c:v>-3.7983E-05</c:v>
                </c:pt>
                <c:pt idx="730">
                  <c:v>-4.1407E-05</c:v>
                </c:pt>
                <c:pt idx="731">
                  <c:v>-4.4785E-05</c:v>
                </c:pt>
                <c:pt idx="732">
                  <c:v>-4.8115E-05</c:v>
                </c:pt>
                <c:pt idx="733">
                  <c:v>-5.1394E-05</c:v>
                </c:pt>
                <c:pt idx="734">
                  <c:v>-5.4621E-05</c:v>
                </c:pt>
                <c:pt idx="735">
                  <c:v>-5.7793E-05</c:v>
                </c:pt>
                <c:pt idx="736">
                  <c:v>-6.0909E-05</c:v>
                </c:pt>
                <c:pt idx="737">
                  <c:v>-6.3967E-05</c:v>
                </c:pt>
                <c:pt idx="738">
                  <c:v>-6.6965E-05</c:v>
                </c:pt>
                <c:pt idx="739">
                  <c:v>-6.99E-05</c:v>
                </c:pt>
                <c:pt idx="740">
                  <c:v>-7.2773E-05</c:v>
                </c:pt>
                <c:pt idx="741">
                  <c:v>-7.558E-05</c:v>
                </c:pt>
                <c:pt idx="742">
                  <c:v>-7.832E-05</c:v>
                </c:pt>
                <c:pt idx="743">
                  <c:v>-8.0992E-05</c:v>
                </c:pt>
                <c:pt idx="744">
                  <c:v>-8.3595E-05</c:v>
                </c:pt>
                <c:pt idx="745">
                  <c:v>-8.6125E-05</c:v>
                </c:pt>
                <c:pt idx="746">
                  <c:v>-8.8583E-05</c:v>
                </c:pt>
                <c:pt idx="747">
                  <c:v>-9.0967E-05</c:v>
                </c:pt>
                <c:pt idx="748">
                  <c:v>-9.3276E-05</c:v>
                </c:pt>
                <c:pt idx="749">
                  <c:v>-9.5508E-05</c:v>
                </c:pt>
                <c:pt idx="750">
                  <c:v>-9.7663E-05</c:v>
                </c:pt>
                <c:pt idx="751">
                  <c:v>-9.9739E-05</c:v>
                </c:pt>
                <c:pt idx="752">
                  <c:v>-0.000101735</c:v>
                </c:pt>
                <c:pt idx="753">
                  <c:v>-0.00010365</c:v>
                </c:pt>
                <c:pt idx="754">
                  <c:v>-0.000105483</c:v>
                </c:pt>
                <c:pt idx="755">
                  <c:v>-0.000107234</c:v>
                </c:pt>
                <c:pt idx="756">
                  <c:v>-0.000108902</c:v>
                </c:pt>
                <c:pt idx="757">
                  <c:v>-0.000110485</c:v>
                </c:pt>
                <c:pt idx="758">
                  <c:v>-0.000111984</c:v>
                </c:pt>
                <c:pt idx="759">
                  <c:v>-0.000113398</c:v>
                </c:pt>
                <c:pt idx="760">
                  <c:v>-0.000114725</c:v>
                </c:pt>
                <c:pt idx="761">
                  <c:v>-0.000115966</c:v>
                </c:pt>
                <c:pt idx="762">
                  <c:v>-0.000117121</c:v>
                </c:pt>
                <c:pt idx="763">
                  <c:v>-0.000118188</c:v>
                </c:pt>
                <c:pt idx="764">
                  <c:v>-0.000119168</c:v>
                </c:pt>
                <c:pt idx="765">
                  <c:v>-0.00012006</c:v>
                </c:pt>
                <c:pt idx="766">
                  <c:v>-0.000120864</c:v>
                </c:pt>
                <c:pt idx="767">
                  <c:v>-0.000121581</c:v>
                </c:pt>
                <c:pt idx="768">
                  <c:v>-0.000122209</c:v>
                </c:pt>
                <c:pt idx="769">
                  <c:v>-0.00012275</c:v>
                </c:pt>
                <c:pt idx="770">
                  <c:v>-0.000123202</c:v>
                </c:pt>
                <c:pt idx="771">
                  <c:v>-0.000123567</c:v>
                </c:pt>
                <c:pt idx="772">
                  <c:v>-0.000123844</c:v>
                </c:pt>
                <c:pt idx="773">
                  <c:v>-0.000124034</c:v>
                </c:pt>
                <c:pt idx="774">
                  <c:v>-0.000124137</c:v>
                </c:pt>
                <c:pt idx="775">
                  <c:v>-0.000124154</c:v>
                </c:pt>
                <c:pt idx="776">
                  <c:v>-0.000124084</c:v>
                </c:pt>
                <c:pt idx="777">
                  <c:v>-0.000123929</c:v>
                </c:pt>
                <c:pt idx="778">
                  <c:v>-0.000123688</c:v>
                </c:pt>
                <c:pt idx="779">
                  <c:v>-0.000123363</c:v>
                </c:pt>
                <c:pt idx="780">
                  <c:v>-0.000122954</c:v>
                </c:pt>
                <c:pt idx="781">
                  <c:v>-0.000122463</c:v>
                </c:pt>
                <c:pt idx="782">
                  <c:v>-0.000121888</c:v>
                </c:pt>
                <c:pt idx="783">
                  <c:v>-0.000121232</c:v>
                </c:pt>
                <c:pt idx="784">
                  <c:v>-0.000120496</c:v>
                </c:pt>
                <c:pt idx="785">
                  <c:v>-0.00011968</c:v>
                </c:pt>
                <c:pt idx="786">
                  <c:v>-0.000118784</c:v>
                </c:pt>
                <c:pt idx="787">
                  <c:v>-0.000117812</c:v>
                </c:pt>
                <c:pt idx="788">
                  <c:v>-0.000116762</c:v>
                </c:pt>
                <c:pt idx="789">
                  <c:v>-0.000115637</c:v>
                </c:pt>
                <c:pt idx="790">
                  <c:v>-0.000114438</c:v>
                </c:pt>
                <c:pt idx="791">
                  <c:v>-0.000113166</c:v>
                </c:pt>
                <c:pt idx="792">
                  <c:v>-0.000111821</c:v>
                </c:pt>
                <c:pt idx="793">
                  <c:v>-0.000110406</c:v>
                </c:pt>
                <c:pt idx="794">
                  <c:v>-0.000108922</c:v>
                </c:pt>
                <c:pt idx="795">
                  <c:v>-0.00010737</c:v>
                </c:pt>
                <c:pt idx="796">
                  <c:v>-0.000105752</c:v>
                </c:pt>
                <c:pt idx="797">
                  <c:v>-0.000104068</c:v>
                </c:pt>
                <c:pt idx="798">
                  <c:v>-0.000102321</c:v>
                </c:pt>
                <c:pt idx="799">
                  <c:v>-0.000100512</c:v>
                </c:pt>
                <c:pt idx="800">
                  <c:v>-9.8643E-05</c:v>
                </c:pt>
                <c:pt idx="801">
                  <c:v>-9.6715E-05</c:v>
                </c:pt>
                <c:pt idx="802">
                  <c:v>-9.473E-05</c:v>
                </c:pt>
                <c:pt idx="803">
                  <c:v>-9.269E-05</c:v>
                </c:pt>
                <c:pt idx="804">
                  <c:v>-9.0596E-05</c:v>
                </c:pt>
                <c:pt idx="805">
                  <c:v>-8.845E-05</c:v>
                </c:pt>
                <c:pt idx="806">
                  <c:v>-8.6254E-05</c:v>
                </c:pt>
                <c:pt idx="807">
                  <c:v>-8.4009E-05</c:v>
                </c:pt>
                <c:pt idx="808">
                  <c:v>-8.1717E-05</c:v>
                </c:pt>
                <c:pt idx="809">
                  <c:v>-7.9381E-05</c:v>
                </c:pt>
                <c:pt idx="810">
                  <c:v>-7.7002E-05</c:v>
                </c:pt>
                <c:pt idx="811">
                  <c:v>-7.4582E-05</c:v>
                </c:pt>
                <c:pt idx="812">
                  <c:v>-7.2122E-05</c:v>
                </c:pt>
                <c:pt idx="813">
                  <c:v>-6.9625E-05</c:v>
                </c:pt>
                <c:pt idx="814">
                  <c:v>-6.7093E-05</c:v>
                </c:pt>
                <c:pt idx="815">
                  <c:v>-6.4528E-05</c:v>
                </c:pt>
                <c:pt idx="816">
                  <c:v>-6.1931E-05</c:v>
                </c:pt>
                <c:pt idx="817">
                  <c:v>-5.9304E-05</c:v>
                </c:pt>
                <c:pt idx="818">
                  <c:v>-5.665E-05</c:v>
                </c:pt>
                <c:pt idx="819">
                  <c:v>-5.397E-05</c:v>
                </c:pt>
                <c:pt idx="820">
                  <c:v>-5.1267E-05</c:v>
                </c:pt>
                <c:pt idx="821">
                  <c:v>-4.8542E-05</c:v>
                </c:pt>
                <c:pt idx="822">
                  <c:v>-4.5798E-05</c:v>
                </c:pt>
                <c:pt idx="823">
                  <c:v>-4.3036E-05</c:v>
                </c:pt>
                <c:pt idx="824">
                  <c:v>-4.0258E-05</c:v>
                </c:pt>
                <c:pt idx="825">
                  <c:v>-3.7467E-05</c:v>
                </c:pt>
                <c:pt idx="826">
                  <c:v>-3.4665E-05</c:v>
                </c:pt>
                <c:pt idx="827">
                  <c:v>-3.1852E-05</c:v>
                </c:pt>
                <c:pt idx="828">
                  <c:v>-2.9033E-05</c:v>
                </c:pt>
                <c:pt idx="829">
                  <c:v>-2.6207E-05</c:v>
                </c:pt>
                <c:pt idx="830">
                  <c:v>-2.3378E-05</c:v>
                </c:pt>
                <c:pt idx="831">
                  <c:v>-2.0548E-05</c:v>
                </c:pt>
                <c:pt idx="832">
                  <c:v>-1.7718E-05</c:v>
                </c:pt>
                <c:pt idx="833">
                  <c:v>-1.489E-05</c:v>
                </c:pt>
                <c:pt idx="834">
                  <c:v>-1.2067E-05</c:v>
                </c:pt>
                <c:pt idx="835">
                  <c:v>-9.249E-06</c:v>
                </c:pt>
                <c:pt idx="836">
                  <c:v>-6.44E-06</c:v>
                </c:pt>
                <c:pt idx="837">
                  <c:v>-3.641E-06</c:v>
                </c:pt>
                <c:pt idx="838">
                  <c:v>-8.54E-07</c:v>
                </c:pt>
                <c:pt idx="839">
                  <c:v>1.919E-06</c:v>
                </c:pt>
                <c:pt idx="840">
                  <c:v>4.677E-06</c:v>
                </c:pt>
                <c:pt idx="841">
                  <c:v>7.417E-06</c:v>
                </c:pt>
                <c:pt idx="842">
                  <c:v>1.0138E-05</c:v>
                </c:pt>
                <c:pt idx="843">
                  <c:v>1.2838E-05</c:v>
                </c:pt>
                <c:pt idx="844">
                  <c:v>1.5515E-05</c:v>
                </c:pt>
                <c:pt idx="845">
                  <c:v>1.8167E-05</c:v>
                </c:pt>
                <c:pt idx="846">
                  <c:v>2.0793E-05</c:v>
                </c:pt>
                <c:pt idx="847">
                  <c:v>2.3391E-05</c:v>
                </c:pt>
                <c:pt idx="848">
                  <c:v>2.596E-05</c:v>
                </c:pt>
                <c:pt idx="849">
                  <c:v>2.8497E-05</c:v>
                </c:pt>
                <c:pt idx="850">
                  <c:v>3.1002E-05</c:v>
                </c:pt>
                <c:pt idx="851">
                  <c:v>3.3472E-05</c:v>
                </c:pt>
                <c:pt idx="852">
                  <c:v>3.5906E-05</c:v>
                </c:pt>
                <c:pt idx="853">
                  <c:v>3.8303E-05</c:v>
                </c:pt>
                <c:pt idx="854">
                  <c:v>4.066E-05</c:v>
                </c:pt>
                <c:pt idx="855">
                  <c:v>4.2978E-05</c:v>
                </c:pt>
                <c:pt idx="856">
                  <c:v>4.5254E-05</c:v>
                </c:pt>
                <c:pt idx="857">
                  <c:v>4.7486E-05</c:v>
                </c:pt>
                <c:pt idx="858">
                  <c:v>4.9674E-05</c:v>
                </c:pt>
                <c:pt idx="859">
                  <c:v>5.1817E-05</c:v>
                </c:pt>
                <c:pt idx="860">
                  <c:v>5.3912E-05</c:v>
                </c:pt>
                <c:pt idx="861">
                  <c:v>5.596E-05</c:v>
                </c:pt>
                <c:pt idx="862">
                  <c:v>5.7958E-05</c:v>
                </c:pt>
                <c:pt idx="863">
                  <c:v>5.9905E-05</c:v>
                </c:pt>
                <c:pt idx="864">
                  <c:v>6.1801E-05</c:v>
                </c:pt>
                <c:pt idx="865">
                  <c:v>6.3645E-05</c:v>
                </c:pt>
                <c:pt idx="866">
                  <c:v>6.5435E-05</c:v>
                </c:pt>
                <c:pt idx="867">
                  <c:v>6.717E-05</c:v>
                </c:pt>
                <c:pt idx="868">
                  <c:v>6.885E-05</c:v>
                </c:pt>
                <c:pt idx="869">
                  <c:v>7.0473E-05</c:v>
                </c:pt>
                <c:pt idx="870">
                  <c:v>7.2039E-05</c:v>
                </c:pt>
                <c:pt idx="871">
                  <c:v>7.3547E-05</c:v>
                </c:pt>
                <c:pt idx="872">
                  <c:v>7.4997E-05</c:v>
                </c:pt>
                <c:pt idx="873">
                  <c:v>7.6387E-05</c:v>
                </c:pt>
                <c:pt idx="874">
                  <c:v>7.7717E-05</c:v>
                </c:pt>
                <c:pt idx="875">
                  <c:v>7.8986E-05</c:v>
                </c:pt>
                <c:pt idx="876">
                  <c:v>8.0194E-05</c:v>
                </c:pt>
                <c:pt idx="877">
                  <c:v>8.1341E-05</c:v>
                </c:pt>
                <c:pt idx="878">
                  <c:v>8.2425E-05</c:v>
                </c:pt>
                <c:pt idx="879">
                  <c:v>8.3446E-05</c:v>
                </c:pt>
                <c:pt idx="880">
                  <c:v>8.4404E-05</c:v>
                </c:pt>
                <c:pt idx="881">
                  <c:v>8.5299E-05</c:v>
                </c:pt>
                <c:pt idx="882">
                  <c:v>8.613E-05</c:v>
                </c:pt>
                <c:pt idx="883">
                  <c:v>8.6898E-05</c:v>
                </c:pt>
                <c:pt idx="884">
                  <c:v>8.7601E-05</c:v>
                </c:pt>
                <c:pt idx="885">
                  <c:v>8.8239E-05</c:v>
                </c:pt>
                <c:pt idx="886">
                  <c:v>8.8814E-05</c:v>
                </c:pt>
                <c:pt idx="887">
                  <c:v>8.9324E-05</c:v>
                </c:pt>
                <c:pt idx="888">
                  <c:v>8.9769E-05</c:v>
                </c:pt>
                <c:pt idx="889">
                  <c:v>9.015E-05</c:v>
                </c:pt>
                <c:pt idx="890">
                  <c:v>9.0466E-05</c:v>
                </c:pt>
                <c:pt idx="891">
                  <c:v>9.0719E-05</c:v>
                </c:pt>
                <c:pt idx="892">
                  <c:v>9.0907E-05</c:v>
                </c:pt>
                <c:pt idx="893">
                  <c:v>9.1031E-05</c:v>
                </c:pt>
                <c:pt idx="894">
                  <c:v>9.1091E-05</c:v>
                </c:pt>
                <c:pt idx="895">
                  <c:v>9.1088E-05</c:v>
                </c:pt>
                <c:pt idx="896">
                  <c:v>9.1022E-05</c:v>
                </c:pt>
                <c:pt idx="897">
                  <c:v>9.0893E-05</c:v>
                </c:pt>
                <c:pt idx="898">
                  <c:v>9.0702E-05</c:v>
                </c:pt>
                <c:pt idx="899">
                  <c:v>9.0449E-05</c:v>
                </c:pt>
                <c:pt idx="900">
                  <c:v>9.0135E-05</c:v>
                </c:pt>
                <c:pt idx="901">
                  <c:v>8.976E-05</c:v>
                </c:pt>
                <c:pt idx="902">
                  <c:v>8.9325E-05</c:v>
                </c:pt>
                <c:pt idx="903">
                  <c:v>8.883E-05</c:v>
                </c:pt>
                <c:pt idx="904">
                  <c:v>8.8276E-05</c:v>
                </c:pt>
                <c:pt idx="905">
                  <c:v>8.7664E-05</c:v>
                </c:pt>
                <c:pt idx="906">
                  <c:v>8.6994E-05</c:v>
                </c:pt>
                <c:pt idx="907">
                  <c:v>8.6267E-05</c:v>
                </c:pt>
                <c:pt idx="908">
                  <c:v>8.5485E-05</c:v>
                </c:pt>
                <c:pt idx="909">
                  <c:v>8.4647E-05</c:v>
                </c:pt>
                <c:pt idx="910">
                  <c:v>8.3755E-05</c:v>
                </c:pt>
                <c:pt idx="911">
                  <c:v>8.2809E-05</c:v>
                </c:pt>
                <c:pt idx="912">
                  <c:v>8.1811E-05</c:v>
                </c:pt>
                <c:pt idx="913">
                  <c:v>8.0761E-05</c:v>
                </c:pt>
                <c:pt idx="914">
                  <c:v>7.9661E-05</c:v>
                </c:pt>
                <c:pt idx="915">
                  <c:v>7.8512E-05</c:v>
                </c:pt>
                <c:pt idx="916">
                  <c:v>7.7313E-05</c:v>
                </c:pt>
                <c:pt idx="917">
                  <c:v>7.6068E-05</c:v>
                </c:pt>
                <c:pt idx="918">
                  <c:v>7.4776E-05</c:v>
                </c:pt>
                <c:pt idx="919">
                  <c:v>7.3439E-05</c:v>
                </c:pt>
                <c:pt idx="920">
                  <c:v>7.2058E-05</c:v>
                </c:pt>
                <c:pt idx="921">
                  <c:v>7.0634E-05</c:v>
                </c:pt>
                <c:pt idx="922">
                  <c:v>6.9169E-05</c:v>
                </c:pt>
                <c:pt idx="923">
                  <c:v>6.7663E-05</c:v>
                </c:pt>
                <c:pt idx="924">
                  <c:v>6.6118E-05</c:v>
                </c:pt>
                <c:pt idx="925">
                  <c:v>6.4536E-05</c:v>
                </c:pt>
                <c:pt idx="926">
                  <c:v>6.2916E-05</c:v>
                </c:pt>
                <c:pt idx="927">
                  <c:v>6.1262E-05</c:v>
                </c:pt>
                <c:pt idx="928">
                  <c:v>5.9573E-05</c:v>
                </c:pt>
                <c:pt idx="929">
                  <c:v>5.7852E-05</c:v>
                </c:pt>
                <c:pt idx="930">
                  <c:v>5.61E-05</c:v>
                </c:pt>
                <c:pt idx="931">
                  <c:v>5.4318E-05</c:v>
                </c:pt>
                <c:pt idx="932">
                  <c:v>5.2507E-05</c:v>
                </c:pt>
                <c:pt idx="933">
                  <c:v>5.0669E-05</c:v>
                </c:pt>
                <c:pt idx="934">
                  <c:v>4.8806E-05</c:v>
                </c:pt>
                <c:pt idx="935">
                  <c:v>4.6918E-05</c:v>
                </c:pt>
                <c:pt idx="936">
                  <c:v>4.5008E-05</c:v>
                </c:pt>
                <c:pt idx="937">
                  <c:v>4.3076E-05</c:v>
                </c:pt>
                <c:pt idx="938">
                  <c:v>4.1124E-05</c:v>
                </c:pt>
                <c:pt idx="939">
                  <c:v>3.9154E-05</c:v>
                </c:pt>
                <c:pt idx="940">
                  <c:v>3.7167E-05</c:v>
                </c:pt>
                <c:pt idx="941">
                  <c:v>3.5165E-05</c:v>
                </c:pt>
                <c:pt idx="942">
                  <c:v>3.3148E-05</c:v>
                </c:pt>
                <c:pt idx="943">
                  <c:v>3.1119E-05</c:v>
                </c:pt>
                <c:pt idx="944">
                  <c:v>2.9078E-05</c:v>
                </c:pt>
                <c:pt idx="945">
                  <c:v>2.7028E-05</c:v>
                </c:pt>
                <c:pt idx="946">
                  <c:v>2.497E-05</c:v>
                </c:pt>
                <c:pt idx="947">
                  <c:v>2.2905E-05</c:v>
                </c:pt>
                <c:pt idx="948">
                  <c:v>2.0834E-05</c:v>
                </c:pt>
                <c:pt idx="949">
                  <c:v>1.876E-05</c:v>
                </c:pt>
                <c:pt idx="950">
                  <c:v>1.6684E-05</c:v>
                </c:pt>
                <c:pt idx="951">
                  <c:v>1.4607E-05</c:v>
                </c:pt>
                <c:pt idx="952">
                  <c:v>1.253E-05</c:v>
                </c:pt>
                <c:pt idx="953">
                  <c:v>1.0455E-05</c:v>
                </c:pt>
                <c:pt idx="954">
                  <c:v>8.384E-06</c:v>
                </c:pt>
                <c:pt idx="955">
                  <c:v>6.318E-06</c:v>
                </c:pt>
                <c:pt idx="956">
                  <c:v>4.257E-06</c:v>
                </c:pt>
                <c:pt idx="957">
                  <c:v>2.205E-06</c:v>
                </c:pt>
                <c:pt idx="958">
                  <c:v>1.61E-07</c:v>
                </c:pt>
                <c:pt idx="959">
                  <c:v>-1.872E-06</c:v>
                </c:pt>
                <c:pt idx="960">
                  <c:v>-3.893E-06</c:v>
                </c:pt>
                <c:pt idx="961">
                  <c:v>-5.902E-06</c:v>
                </c:pt>
                <c:pt idx="962">
                  <c:v>-7.896E-06</c:v>
                </c:pt>
                <c:pt idx="963">
                  <c:v>-9.874E-06</c:v>
                </c:pt>
                <c:pt idx="964">
                  <c:v>-1.1835E-05</c:v>
                </c:pt>
                <c:pt idx="965">
                  <c:v>-1.3778E-05</c:v>
                </c:pt>
                <c:pt idx="966">
                  <c:v>-1.5701E-05</c:v>
                </c:pt>
                <c:pt idx="967">
                  <c:v>-1.7604E-05</c:v>
                </c:pt>
                <c:pt idx="968">
                  <c:v>-1.9484E-05</c:v>
                </c:pt>
                <c:pt idx="969">
                  <c:v>-2.1342E-05</c:v>
                </c:pt>
                <c:pt idx="970">
                  <c:v>-2.3175E-05</c:v>
                </c:pt>
                <c:pt idx="971">
                  <c:v>-2.4982E-05</c:v>
                </c:pt>
                <c:pt idx="972">
                  <c:v>-2.6763E-05</c:v>
                </c:pt>
                <c:pt idx="973">
                  <c:v>-2.8517E-05</c:v>
                </c:pt>
                <c:pt idx="974">
                  <c:v>-3.0241E-05</c:v>
                </c:pt>
                <c:pt idx="975">
                  <c:v>-3.1936E-05</c:v>
                </c:pt>
                <c:pt idx="976">
                  <c:v>-3.36E-05</c:v>
                </c:pt>
                <c:pt idx="977">
                  <c:v>-3.5232E-05</c:v>
                </c:pt>
                <c:pt idx="978">
                  <c:v>-3.6831E-05</c:v>
                </c:pt>
                <c:pt idx="979">
                  <c:v>-3.8396E-05</c:v>
                </c:pt>
                <c:pt idx="980">
                  <c:v>-3.9927E-05</c:v>
                </c:pt>
                <c:pt idx="981">
                  <c:v>-4.1422E-05</c:v>
                </c:pt>
                <c:pt idx="982">
                  <c:v>-4.2881E-05</c:v>
                </c:pt>
                <c:pt idx="983">
                  <c:v>-4.4302E-05</c:v>
                </c:pt>
                <c:pt idx="984">
                  <c:v>-4.5686E-05</c:v>
                </c:pt>
                <c:pt idx="985">
                  <c:v>-4.7031E-05</c:v>
                </c:pt>
                <c:pt idx="986">
                  <c:v>-4.8336E-05</c:v>
                </c:pt>
                <c:pt idx="987">
                  <c:v>-4.9601E-05</c:v>
                </c:pt>
                <c:pt idx="988">
                  <c:v>-5.0825E-05</c:v>
                </c:pt>
                <c:pt idx="989">
                  <c:v>-5.2008E-05</c:v>
                </c:pt>
                <c:pt idx="990">
                  <c:v>-5.3149E-05</c:v>
                </c:pt>
                <c:pt idx="991">
                  <c:v>-5.4246E-05</c:v>
                </c:pt>
                <c:pt idx="992">
                  <c:v>-5.5301E-05</c:v>
                </c:pt>
                <c:pt idx="993">
                  <c:v>-5.6312E-05</c:v>
                </c:pt>
                <c:pt idx="994">
                  <c:v>-5.7278E-05</c:v>
                </c:pt>
                <c:pt idx="995">
                  <c:v>-5.82E-05</c:v>
                </c:pt>
                <c:pt idx="996">
                  <c:v>-5.9077E-05</c:v>
                </c:pt>
                <c:pt idx="997">
                  <c:v>-5.9908E-05</c:v>
                </c:pt>
                <c:pt idx="998">
                  <c:v>-6.0694E-05</c:v>
                </c:pt>
                <c:pt idx="999">
                  <c:v>-6.1433E-05</c:v>
                </c:pt>
                <c:pt idx="1000">
                  <c:v>-6.2126E-05</c:v>
                </c:pt>
                <c:pt idx="1001">
                  <c:v>-6.2773E-05</c:v>
                </c:pt>
                <c:pt idx="1002">
                  <c:v>-6.3373E-05</c:v>
                </c:pt>
                <c:pt idx="1003">
                  <c:v>-6.3925E-05</c:v>
                </c:pt>
                <c:pt idx="1004">
                  <c:v>-6.4431E-05</c:v>
                </c:pt>
                <c:pt idx="1005">
                  <c:v>-6.4889E-05</c:v>
                </c:pt>
                <c:pt idx="1006">
                  <c:v>-6.53E-05</c:v>
                </c:pt>
                <c:pt idx="1007">
                  <c:v>-6.5663E-05</c:v>
                </c:pt>
                <c:pt idx="1008">
                  <c:v>-6.5979E-05</c:v>
                </c:pt>
                <c:pt idx="1009">
                  <c:v>-6.6248E-05</c:v>
                </c:pt>
                <c:pt idx="1010">
                  <c:v>-6.6469E-05</c:v>
                </c:pt>
                <c:pt idx="1011">
                  <c:v>-6.6644E-05</c:v>
                </c:pt>
                <c:pt idx="1012">
                  <c:v>-6.6771E-05</c:v>
                </c:pt>
                <c:pt idx="1013">
                  <c:v>-6.6851E-05</c:v>
                </c:pt>
                <c:pt idx="1014">
                  <c:v>-6.6884E-05</c:v>
                </c:pt>
                <c:pt idx="1015">
                  <c:v>-6.6871E-05</c:v>
                </c:pt>
                <c:pt idx="1016">
                  <c:v>-6.6812E-05</c:v>
                </c:pt>
                <c:pt idx="1017">
                  <c:v>-6.6706E-05</c:v>
                </c:pt>
                <c:pt idx="1018">
                  <c:v>-6.6555E-05</c:v>
                </c:pt>
                <c:pt idx="1019">
                  <c:v>-6.6359E-05</c:v>
                </c:pt>
                <c:pt idx="1020">
                  <c:v>-6.6118E-05</c:v>
                </c:pt>
                <c:pt idx="1021">
                  <c:v>-6.5832E-05</c:v>
                </c:pt>
                <c:pt idx="1022">
                  <c:v>-6.5501E-05</c:v>
                </c:pt>
                <c:pt idx="1023">
                  <c:v>-6.5128E-05</c:v>
                </c:pt>
                <c:pt idx="1024">
                  <c:v>-6.4711E-05</c:v>
                </c:pt>
                <c:pt idx="1025">
                  <c:v>-6.4251E-05</c:v>
                </c:pt>
                <c:pt idx="1026">
                  <c:v>-6.3749E-05</c:v>
                </c:pt>
                <c:pt idx="1027">
                  <c:v>-6.3205E-05</c:v>
                </c:pt>
                <c:pt idx="1028">
                  <c:v>-6.2621E-05</c:v>
                </c:pt>
                <c:pt idx="1029">
                  <c:v>-6.1996E-05</c:v>
                </c:pt>
                <c:pt idx="1030">
                  <c:v>-6.1331E-05</c:v>
                </c:pt>
                <c:pt idx="1031">
                  <c:v>-6.0628E-05</c:v>
                </c:pt>
                <c:pt idx="1032">
                  <c:v>-5.9885E-05</c:v>
                </c:pt>
                <c:pt idx="1033">
                  <c:v>-5.9106E-05</c:v>
                </c:pt>
                <c:pt idx="1034">
                  <c:v>-5.8289E-05</c:v>
                </c:pt>
                <c:pt idx="1035">
                  <c:v>-5.7436E-05</c:v>
                </c:pt>
                <c:pt idx="1036">
                  <c:v>-5.6548E-05</c:v>
                </c:pt>
                <c:pt idx="1037">
                  <c:v>-5.5625E-05</c:v>
                </c:pt>
                <c:pt idx="1038">
                  <c:v>-5.4668E-05</c:v>
                </c:pt>
                <c:pt idx="1039">
                  <c:v>-5.3678E-05</c:v>
                </c:pt>
                <c:pt idx="1040">
                  <c:v>-5.2656E-05</c:v>
                </c:pt>
                <c:pt idx="1041">
                  <c:v>-5.1603E-05</c:v>
                </c:pt>
                <c:pt idx="1042">
                  <c:v>-5.052E-05</c:v>
                </c:pt>
                <c:pt idx="1043">
                  <c:v>-4.9407E-05</c:v>
                </c:pt>
                <c:pt idx="1044">
                  <c:v>-4.8266E-05</c:v>
                </c:pt>
                <c:pt idx="1045">
                  <c:v>-4.7097E-05</c:v>
                </c:pt>
                <c:pt idx="1046">
                  <c:v>-4.5901E-05</c:v>
                </c:pt>
                <c:pt idx="1047">
                  <c:v>-4.468E-05</c:v>
                </c:pt>
                <c:pt idx="1048">
                  <c:v>-4.3434E-05</c:v>
                </c:pt>
                <c:pt idx="1049">
                  <c:v>-4.2165E-05</c:v>
                </c:pt>
                <c:pt idx="1050">
                  <c:v>-4.0873E-05</c:v>
                </c:pt>
                <c:pt idx="1051">
                  <c:v>-3.9559E-05</c:v>
                </c:pt>
                <c:pt idx="1052">
                  <c:v>-3.8224E-05</c:v>
                </c:pt>
                <c:pt idx="1053">
                  <c:v>-3.687E-05</c:v>
                </c:pt>
                <c:pt idx="1054">
                  <c:v>-3.5498E-05</c:v>
                </c:pt>
                <c:pt idx="1055">
                  <c:v>-3.4108E-05</c:v>
                </c:pt>
                <c:pt idx="1056">
                  <c:v>-3.2701E-05</c:v>
                </c:pt>
                <c:pt idx="1057">
                  <c:v>-3.1279E-05</c:v>
                </c:pt>
                <c:pt idx="1058">
                  <c:v>-2.9843E-05</c:v>
                </c:pt>
                <c:pt idx="1059">
                  <c:v>-2.8393E-05</c:v>
                </c:pt>
                <c:pt idx="1060">
                  <c:v>-2.6931E-05</c:v>
                </c:pt>
                <c:pt idx="1061">
                  <c:v>-2.5458E-05</c:v>
                </c:pt>
                <c:pt idx="1062">
                  <c:v>-2.3975E-05</c:v>
                </c:pt>
                <c:pt idx="1063">
                  <c:v>-2.2483E-05</c:v>
                </c:pt>
                <c:pt idx="1064">
                  <c:v>-2.0983E-05</c:v>
                </c:pt>
                <c:pt idx="1065">
                  <c:v>-1.9476E-05</c:v>
                </c:pt>
                <c:pt idx="1066">
                  <c:v>-1.7964E-05</c:v>
                </c:pt>
                <c:pt idx="1067">
                  <c:v>-1.6447E-05</c:v>
                </c:pt>
                <c:pt idx="1068">
                  <c:v>-1.4926E-05</c:v>
                </c:pt>
                <c:pt idx="1069">
                  <c:v>-1.3403E-05</c:v>
                </c:pt>
                <c:pt idx="1070">
                  <c:v>-1.1879E-05</c:v>
                </c:pt>
                <c:pt idx="1071">
                  <c:v>-1.0354E-05</c:v>
                </c:pt>
                <c:pt idx="1072">
                  <c:v>-8.83E-06</c:v>
                </c:pt>
                <c:pt idx="1073">
                  <c:v>-7.307E-06</c:v>
                </c:pt>
                <c:pt idx="1074">
                  <c:v>-5.787E-06</c:v>
                </c:pt>
                <c:pt idx="1075">
                  <c:v>-4.272E-06</c:v>
                </c:pt>
                <c:pt idx="1076">
                  <c:v>-2.76E-06</c:v>
                </c:pt>
                <c:pt idx="1077">
                  <c:v>-1.255E-06</c:v>
                </c:pt>
                <c:pt idx="1078">
                  <c:v>2.43E-07</c:v>
                </c:pt>
                <c:pt idx="1079">
                  <c:v>1.733E-06</c:v>
                </c:pt>
                <c:pt idx="1080">
                  <c:v>3.215E-06</c:v>
                </c:pt>
                <c:pt idx="1081">
                  <c:v>4.686E-06</c:v>
                </c:pt>
                <c:pt idx="1082">
                  <c:v>6.147E-06</c:v>
                </c:pt>
                <c:pt idx="1083">
                  <c:v>7.596E-06</c:v>
                </c:pt>
                <c:pt idx="1084">
                  <c:v>9.032E-06</c:v>
                </c:pt>
                <c:pt idx="1085">
                  <c:v>1.0455E-05</c:v>
                </c:pt>
                <c:pt idx="1086">
                  <c:v>1.1863E-05</c:v>
                </c:pt>
                <c:pt idx="1087">
                  <c:v>1.3255E-05</c:v>
                </c:pt>
                <c:pt idx="1088">
                  <c:v>1.4631E-05</c:v>
                </c:pt>
                <c:pt idx="1089">
                  <c:v>1.599E-05</c:v>
                </c:pt>
                <c:pt idx="1090">
                  <c:v>1.7331E-05</c:v>
                </c:pt>
                <c:pt idx="1091">
                  <c:v>1.8653E-05</c:v>
                </c:pt>
                <c:pt idx="1092">
                  <c:v>1.9955E-05</c:v>
                </c:pt>
                <c:pt idx="1093">
                  <c:v>2.1237E-05</c:v>
                </c:pt>
                <c:pt idx="1094">
                  <c:v>2.2497E-05</c:v>
                </c:pt>
                <c:pt idx="1095">
                  <c:v>2.3735E-05</c:v>
                </c:pt>
                <c:pt idx="1096">
                  <c:v>2.4951E-05</c:v>
                </c:pt>
                <c:pt idx="1097">
                  <c:v>2.6142E-05</c:v>
                </c:pt>
                <c:pt idx="1098">
                  <c:v>2.731E-05</c:v>
                </c:pt>
                <c:pt idx="1099">
                  <c:v>2.8452E-05</c:v>
                </c:pt>
                <c:pt idx="1100">
                  <c:v>2.9569E-05</c:v>
                </c:pt>
                <c:pt idx="1101">
                  <c:v>3.066E-05</c:v>
                </c:pt>
                <c:pt idx="1102">
                  <c:v>3.1724E-05</c:v>
                </c:pt>
                <c:pt idx="1103">
                  <c:v>3.2761E-05</c:v>
                </c:pt>
                <c:pt idx="1104">
                  <c:v>3.3769E-05</c:v>
                </c:pt>
                <c:pt idx="1105">
                  <c:v>3.4749E-05</c:v>
                </c:pt>
                <c:pt idx="1106">
                  <c:v>3.5699E-05</c:v>
                </c:pt>
                <c:pt idx="1107">
                  <c:v>3.662E-05</c:v>
                </c:pt>
                <c:pt idx="1108">
                  <c:v>3.7511E-05</c:v>
                </c:pt>
                <c:pt idx="1109">
                  <c:v>3.8372E-05</c:v>
                </c:pt>
                <c:pt idx="1110">
                  <c:v>3.9201E-05</c:v>
                </c:pt>
                <c:pt idx="1111">
                  <c:v>3.9999E-05</c:v>
                </c:pt>
                <c:pt idx="1112">
                  <c:v>4.0765E-05</c:v>
                </c:pt>
                <c:pt idx="1113">
                  <c:v>4.1499E-05</c:v>
                </c:pt>
                <c:pt idx="1114">
                  <c:v>4.22E-05</c:v>
                </c:pt>
                <c:pt idx="1115">
                  <c:v>4.2869E-05</c:v>
                </c:pt>
                <c:pt idx="1116">
                  <c:v>4.3504E-05</c:v>
                </c:pt>
                <c:pt idx="1117">
                  <c:v>4.4106E-05</c:v>
                </c:pt>
                <c:pt idx="1118">
                  <c:v>4.4674E-05</c:v>
                </c:pt>
                <c:pt idx="1119">
                  <c:v>4.5209E-05</c:v>
                </c:pt>
                <c:pt idx="1120">
                  <c:v>4.5709E-05</c:v>
                </c:pt>
                <c:pt idx="1121">
                  <c:v>4.6175E-05</c:v>
                </c:pt>
                <c:pt idx="1122">
                  <c:v>4.6607E-05</c:v>
                </c:pt>
                <c:pt idx="1123">
                  <c:v>4.7004E-05</c:v>
                </c:pt>
                <c:pt idx="1124">
                  <c:v>4.7366E-05</c:v>
                </c:pt>
                <c:pt idx="1125">
                  <c:v>4.7694E-05</c:v>
                </c:pt>
                <c:pt idx="1126">
                  <c:v>4.7987E-05</c:v>
                </c:pt>
                <c:pt idx="1127">
                  <c:v>4.8246E-05</c:v>
                </c:pt>
                <c:pt idx="1128">
                  <c:v>4.8469E-05</c:v>
                </c:pt>
                <c:pt idx="1129">
                  <c:v>4.8658E-05</c:v>
                </c:pt>
                <c:pt idx="1130">
                  <c:v>4.8812E-05</c:v>
                </c:pt>
                <c:pt idx="1131">
                  <c:v>4.8932E-05</c:v>
                </c:pt>
                <c:pt idx="1132">
                  <c:v>4.9017E-05</c:v>
                </c:pt>
                <c:pt idx="1133">
                  <c:v>4.9068E-05</c:v>
                </c:pt>
                <c:pt idx="1134">
                  <c:v>4.9084E-05</c:v>
                </c:pt>
                <c:pt idx="1135">
                  <c:v>4.9066E-05</c:v>
                </c:pt>
                <c:pt idx="1136">
                  <c:v>4.9015E-05</c:v>
                </c:pt>
                <c:pt idx="1137">
                  <c:v>4.893E-05</c:v>
                </c:pt>
                <c:pt idx="1138">
                  <c:v>4.8811E-05</c:v>
                </c:pt>
                <c:pt idx="1139">
                  <c:v>4.8659E-05</c:v>
                </c:pt>
                <c:pt idx="1140">
                  <c:v>4.8474E-05</c:v>
                </c:pt>
                <c:pt idx="1141">
                  <c:v>4.8257E-05</c:v>
                </c:pt>
                <c:pt idx="1142">
                  <c:v>4.8007E-05</c:v>
                </c:pt>
                <c:pt idx="1143">
                  <c:v>4.7725E-05</c:v>
                </c:pt>
                <c:pt idx="1144">
                  <c:v>4.7412E-05</c:v>
                </c:pt>
                <c:pt idx="1145">
                  <c:v>4.7067E-05</c:v>
                </c:pt>
                <c:pt idx="1146">
                  <c:v>4.6692E-05</c:v>
                </c:pt>
                <c:pt idx="1147">
                  <c:v>4.6286E-05</c:v>
                </c:pt>
                <c:pt idx="1148">
                  <c:v>4.585E-05</c:v>
                </c:pt>
                <c:pt idx="1149">
                  <c:v>4.5385E-05</c:v>
                </c:pt>
                <c:pt idx="1150">
                  <c:v>4.489E-05</c:v>
                </c:pt>
                <c:pt idx="1151">
                  <c:v>4.4367E-05</c:v>
                </c:pt>
                <c:pt idx="1152">
                  <c:v>4.3816E-05</c:v>
                </c:pt>
                <c:pt idx="1153">
                  <c:v>4.3238E-05</c:v>
                </c:pt>
                <c:pt idx="1154">
                  <c:v>4.2632E-05</c:v>
                </c:pt>
                <c:pt idx="1155">
                  <c:v>4.2E-05</c:v>
                </c:pt>
                <c:pt idx="1156">
                  <c:v>4.1343E-05</c:v>
                </c:pt>
                <c:pt idx="1157">
                  <c:v>4.066E-05</c:v>
                </c:pt>
                <c:pt idx="1158">
                  <c:v>3.9952E-05</c:v>
                </c:pt>
                <c:pt idx="1159">
                  <c:v>3.922E-05</c:v>
                </c:pt>
                <c:pt idx="1160">
                  <c:v>3.8465E-05</c:v>
                </c:pt>
                <c:pt idx="1161">
                  <c:v>3.7687E-05</c:v>
                </c:pt>
                <c:pt idx="1162">
                  <c:v>3.6887E-05</c:v>
                </c:pt>
                <c:pt idx="1163">
                  <c:v>3.6066E-05</c:v>
                </c:pt>
                <c:pt idx="1164">
                  <c:v>3.5224E-05</c:v>
                </c:pt>
                <c:pt idx="1165">
                  <c:v>3.4361E-05</c:v>
                </c:pt>
                <c:pt idx="1166">
                  <c:v>3.348E-05</c:v>
                </c:pt>
                <c:pt idx="1167">
                  <c:v>3.2579E-05</c:v>
                </c:pt>
                <c:pt idx="1168">
                  <c:v>3.1661E-05</c:v>
                </c:pt>
                <c:pt idx="1169">
                  <c:v>3.0726E-05</c:v>
                </c:pt>
                <c:pt idx="1170">
                  <c:v>2.9774E-05</c:v>
                </c:pt>
                <c:pt idx="1171">
                  <c:v>2.8806E-05</c:v>
                </c:pt>
                <c:pt idx="1172">
                  <c:v>2.7824E-05</c:v>
                </c:pt>
                <c:pt idx="1173">
                  <c:v>2.6827E-05</c:v>
                </c:pt>
                <c:pt idx="1174">
                  <c:v>2.5816E-05</c:v>
                </c:pt>
                <c:pt idx="1175">
                  <c:v>2.4793E-05</c:v>
                </c:pt>
                <c:pt idx="1176">
                  <c:v>2.3759E-05</c:v>
                </c:pt>
                <c:pt idx="1177">
                  <c:v>2.2713E-05</c:v>
                </c:pt>
                <c:pt idx="1178">
                  <c:v>2.1656E-05</c:v>
                </c:pt>
                <c:pt idx="1179">
                  <c:v>2.059E-05</c:v>
                </c:pt>
                <c:pt idx="1180">
                  <c:v>1.9515E-05</c:v>
                </c:pt>
                <c:pt idx="1181">
                  <c:v>1.8433E-05</c:v>
                </c:pt>
                <c:pt idx="1182">
                  <c:v>1.7343E-05</c:v>
                </c:pt>
                <c:pt idx="1183">
                  <c:v>1.6246E-05</c:v>
                </c:pt>
                <c:pt idx="1184">
                  <c:v>1.5145E-05</c:v>
                </c:pt>
                <c:pt idx="1185">
                  <c:v>1.4038E-05</c:v>
                </c:pt>
                <c:pt idx="1186">
                  <c:v>1.2927E-05</c:v>
                </c:pt>
                <c:pt idx="1187">
                  <c:v>1.1813E-05</c:v>
                </c:pt>
                <c:pt idx="1188">
                  <c:v>1.0696E-05</c:v>
                </c:pt>
                <c:pt idx="1189">
                  <c:v>9.578E-06</c:v>
                </c:pt>
                <c:pt idx="1190">
                  <c:v>8.459E-06</c:v>
                </c:pt>
                <c:pt idx="1191">
                  <c:v>7.34E-06</c:v>
                </c:pt>
                <c:pt idx="1192">
                  <c:v>6.221E-06</c:v>
                </c:pt>
                <c:pt idx="1193">
                  <c:v>5.104E-06</c:v>
                </c:pt>
                <c:pt idx="1194">
                  <c:v>3.99E-06</c:v>
                </c:pt>
                <c:pt idx="1195">
                  <c:v>2.878E-06</c:v>
                </c:pt>
                <c:pt idx="1196">
                  <c:v>1.77E-06</c:v>
                </c:pt>
                <c:pt idx="1197">
                  <c:v>6.66E-07</c:v>
                </c:pt>
                <c:pt idx="1198">
                  <c:v>-4.32E-07</c:v>
                </c:pt>
                <c:pt idx="1199">
                  <c:v>-1.525E-06</c:v>
                </c:pt>
                <c:pt idx="1200">
                  <c:v>-2.611E-06</c:v>
                </c:pt>
                <c:pt idx="1201">
                  <c:v>-3.689E-06</c:v>
                </c:pt>
                <c:pt idx="1202">
                  <c:v>-4.759E-06</c:v>
                </c:pt>
                <c:pt idx="1203">
                  <c:v>-5.821E-06</c:v>
                </c:pt>
                <c:pt idx="1204">
                  <c:v>-6.873E-06</c:v>
                </c:pt>
                <c:pt idx="1205">
                  <c:v>-7.915E-06</c:v>
                </c:pt>
                <c:pt idx="1206">
                  <c:v>-8.946E-06</c:v>
                </c:pt>
                <c:pt idx="1207">
                  <c:v>-9.965E-06</c:v>
                </c:pt>
                <c:pt idx="1208">
                  <c:v>-1.0973E-05</c:v>
                </c:pt>
                <c:pt idx="1209">
                  <c:v>-1.1967E-05</c:v>
                </c:pt>
                <c:pt idx="1210">
                  <c:v>-1.2948E-05</c:v>
                </c:pt>
                <c:pt idx="1211">
                  <c:v>-1.3915E-05</c:v>
                </c:pt>
                <c:pt idx="1212">
                  <c:v>-1.4868E-05</c:v>
                </c:pt>
                <c:pt idx="1213">
                  <c:v>-1.5805E-05</c:v>
                </c:pt>
                <c:pt idx="1214">
                  <c:v>-1.6727E-05</c:v>
                </c:pt>
                <c:pt idx="1215">
                  <c:v>-1.7632E-05</c:v>
                </c:pt>
                <c:pt idx="1216">
                  <c:v>-1.852E-05</c:v>
                </c:pt>
                <c:pt idx="1217">
                  <c:v>-1.9391E-05</c:v>
                </c:pt>
                <c:pt idx="1218">
                  <c:v>-2.0244E-05</c:v>
                </c:pt>
                <c:pt idx="1219">
                  <c:v>-2.1079E-05</c:v>
                </c:pt>
                <c:pt idx="1220">
                  <c:v>-2.1894E-05</c:v>
                </c:pt>
                <c:pt idx="1221">
                  <c:v>-2.269E-05</c:v>
                </c:pt>
                <c:pt idx="1222">
                  <c:v>-2.3467E-05</c:v>
                </c:pt>
                <c:pt idx="1223">
                  <c:v>-2.4223E-05</c:v>
                </c:pt>
                <c:pt idx="1224">
                  <c:v>-2.4959E-05</c:v>
                </c:pt>
                <c:pt idx="1225">
                  <c:v>-2.5673E-05</c:v>
                </c:pt>
                <c:pt idx="1226">
                  <c:v>-2.6366E-05</c:v>
                </c:pt>
                <c:pt idx="1227">
                  <c:v>-2.7037E-05</c:v>
                </c:pt>
                <c:pt idx="1228">
                  <c:v>-2.7686E-05</c:v>
                </c:pt>
                <c:pt idx="1229">
                  <c:v>-2.8312E-05</c:v>
                </c:pt>
                <c:pt idx="1230">
                  <c:v>-2.8916E-05</c:v>
                </c:pt>
                <c:pt idx="1231">
                  <c:v>-2.9496E-05</c:v>
                </c:pt>
                <c:pt idx="1232">
                  <c:v>-3.0053E-05</c:v>
                </c:pt>
                <c:pt idx="1233">
                  <c:v>-3.0587E-05</c:v>
                </c:pt>
                <c:pt idx="1234">
                  <c:v>-3.1096E-05</c:v>
                </c:pt>
                <c:pt idx="1235">
                  <c:v>-3.1581E-05</c:v>
                </c:pt>
                <c:pt idx="1236">
                  <c:v>-3.2042E-05</c:v>
                </c:pt>
                <c:pt idx="1237">
                  <c:v>-3.2478E-05</c:v>
                </c:pt>
                <c:pt idx="1238">
                  <c:v>-3.289E-05</c:v>
                </c:pt>
                <c:pt idx="1239">
                  <c:v>-3.3276E-05</c:v>
                </c:pt>
                <c:pt idx="1240">
                  <c:v>-3.3638E-05</c:v>
                </c:pt>
                <c:pt idx="1241">
                  <c:v>-3.3974E-05</c:v>
                </c:pt>
                <c:pt idx="1242">
                  <c:v>-3.4285E-05</c:v>
                </c:pt>
                <c:pt idx="1243">
                  <c:v>-3.4571E-05</c:v>
                </c:pt>
                <c:pt idx="1244">
                  <c:v>-3.4831E-05</c:v>
                </c:pt>
                <c:pt idx="1245">
                  <c:v>-3.5066E-05</c:v>
                </c:pt>
                <c:pt idx="1246">
                  <c:v>-3.5275E-05</c:v>
                </c:pt>
                <c:pt idx="1247">
                  <c:v>-3.5459E-05</c:v>
                </c:pt>
                <c:pt idx="1248">
                  <c:v>-3.5617E-05</c:v>
                </c:pt>
                <c:pt idx="1249">
                  <c:v>-3.575E-05</c:v>
                </c:pt>
                <c:pt idx="1250">
                  <c:v>-3.5857E-05</c:v>
                </c:pt>
                <c:pt idx="1251">
                  <c:v>-3.5939E-05</c:v>
                </c:pt>
                <c:pt idx="1252">
                  <c:v>-3.5995E-05</c:v>
                </c:pt>
                <c:pt idx="1253">
                  <c:v>-3.6027E-05</c:v>
                </c:pt>
                <c:pt idx="1254">
                  <c:v>-3.6033E-05</c:v>
                </c:pt>
                <c:pt idx="1255">
                  <c:v>-3.6014E-05</c:v>
                </c:pt>
                <c:pt idx="1256">
                  <c:v>-3.597E-05</c:v>
                </c:pt>
                <c:pt idx="1257">
                  <c:v>-3.5902E-05</c:v>
                </c:pt>
                <c:pt idx="1258">
                  <c:v>-3.5809E-05</c:v>
                </c:pt>
                <c:pt idx="1259">
                  <c:v>-3.5692E-05</c:v>
                </c:pt>
                <c:pt idx="1260">
                  <c:v>-3.555E-05</c:v>
                </c:pt>
                <c:pt idx="1261">
                  <c:v>-3.5385E-05</c:v>
                </c:pt>
                <c:pt idx="1262">
                  <c:v>-3.5196E-05</c:v>
                </c:pt>
                <c:pt idx="1263">
                  <c:v>-3.4984E-05</c:v>
                </c:pt>
                <c:pt idx="1264">
                  <c:v>-3.4748E-05</c:v>
                </c:pt>
                <c:pt idx="1265">
                  <c:v>-3.449E-05</c:v>
                </c:pt>
                <c:pt idx="1266">
                  <c:v>-3.4209E-05</c:v>
                </c:pt>
                <c:pt idx="1267">
                  <c:v>-3.3905E-05</c:v>
                </c:pt>
                <c:pt idx="1268">
                  <c:v>-3.358E-05</c:v>
                </c:pt>
                <c:pt idx="1269">
                  <c:v>-3.3233E-05</c:v>
                </c:pt>
                <c:pt idx="1270">
                  <c:v>-3.2865E-05</c:v>
                </c:pt>
                <c:pt idx="1271">
                  <c:v>-3.2477E-05</c:v>
                </c:pt>
                <c:pt idx="1272">
                  <c:v>-3.2067E-05</c:v>
                </c:pt>
                <c:pt idx="1273">
                  <c:v>-3.1638E-05</c:v>
                </c:pt>
                <c:pt idx="1274">
                  <c:v>-3.1188E-05</c:v>
                </c:pt>
                <c:pt idx="1275">
                  <c:v>-3.072E-05</c:v>
                </c:pt>
                <c:pt idx="1276">
                  <c:v>-3.0232E-05</c:v>
                </c:pt>
                <c:pt idx="1277">
                  <c:v>-2.9727E-05</c:v>
                </c:pt>
                <c:pt idx="1278">
                  <c:v>-2.9203E-05</c:v>
                </c:pt>
                <c:pt idx="1279">
                  <c:v>-2.8661E-05</c:v>
                </c:pt>
                <c:pt idx="1280">
                  <c:v>-2.8103E-05</c:v>
                </c:pt>
                <c:pt idx="1281">
                  <c:v>-2.7528E-05</c:v>
                </c:pt>
                <c:pt idx="1282">
                  <c:v>-2.6937E-05</c:v>
                </c:pt>
                <c:pt idx="1283">
                  <c:v>-2.633E-05</c:v>
                </c:pt>
                <c:pt idx="1284">
                  <c:v>-2.5708E-05</c:v>
                </c:pt>
                <c:pt idx="1285">
                  <c:v>-2.5072E-05</c:v>
                </c:pt>
                <c:pt idx="1286">
                  <c:v>-2.4421E-05</c:v>
                </c:pt>
                <c:pt idx="1287">
                  <c:v>-2.3757E-05</c:v>
                </c:pt>
                <c:pt idx="1288">
                  <c:v>-2.308E-05</c:v>
                </c:pt>
                <c:pt idx="1289">
                  <c:v>-2.239E-05</c:v>
                </c:pt>
                <c:pt idx="1290">
                  <c:v>-2.1688E-05</c:v>
                </c:pt>
                <c:pt idx="1291">
                  <c:v>-2.0975E-05</c:v>
                </c:pt>
                <c:pt idx="1292">
                  <c:v>-2.0251E-05</c:v>
                </c:pt>
                <c:pt idx="1293">
                  <c:v>-1.9517E-05</c:v>
                </c:pt>
                <c:pt idx="1294">
                  <c:v>-1.8773E-05</c:v>
                </c:pt>
                <c:pt idx="1295">
                  <c:v>-1.802E-05</c:v>
                </c:pt>
                <c:pt idx="1296">
                  <c:v>-1.7258E-05</c:v>
                </c:pt>
                <c:pt idx="1297">
                  <c:v>-1.6488E-05</c:v>
                </c:pt>
                <c:pt idx="1298">
                  <c:v>-1.5711E-05</c:v>
                </c:pt>
                <c:pt idx="1299">
                  <c:v>-1.4927E-05</c:v>
                </c:pt>
                <c:pt idx="1300">
                  <c:v>-1.4136E-05</c:v>
                </c:pt>
                <c:pt idx="1301">
                  <c:v>-1.334E-05</c:v>
                </c:pt>
                <c:pt idx="1302">
                  <c:v>-1.2539E-05</c:v>
                </c:pt>
                <c:pt idx="1303">
                  <c:v>-1.1733E-05</c:v>
                </c:pt>
                <c:pt idx="1304">
                  <c:v>-1.0923E-05</c:v>
                </c:pt>
                <c:pt idx="1305">
                  <c:v>-1.011E-05</c:v>
                </c:pt>
                <c:pt idx="1306">
                  <c:v>-9.294E-06</c:v>
                </c:pt>
                <c:pt idx="1307">
                  <c:v>-8.475E-06</c:v>
                </c:pt>
                <c:pt idx="1308">
                  <c:v>-7.655E-06</c:v>
                </c:pt>
                <c:pt idx="1309">
                  <c:v>-6.834E-06</c:v>
                </c:pt>
                <c:pt idx="1310">
                  <c:v>-6.013E-06</c:v>
                </c:pt>
                <c:pt idx="1311">
                  <c:v>-5.191E-06</c:v>
                </c:pt>
                <c:pt idx="1312">
                  <c:v>-4.371E-06</c:v>
                </c:pt>
                <c:pt idx="1313">
                  <c:v>-3.551E-06</c:v>
                </c:pt>
                <c:pt idx="1314">
                  <c:v>-2.733E-06</c:v>
                </c:pt>
                <c:pt idx="1315">
                  <c:v>-1.918E-06</c:v>
                </c:pt>
                <c:pt idx="1316">
                  <c:v>-1.105E-06</c:v>
                </c:pt>
                <c:pt idx="1317">
                  <c:v>-2.96E-07</c:v>
                </c:pt>
                <c:pt idx="1318">
                  <c:v>5.09E-07</c:v>
                </c:pt>
                <c:pt idx="1319">
                  <c:v>1.31E-06</c:v>
                </c:pt>
                <c:pt idx="1320">
                  <c:v>2.106E-06</c:v>
                </c:pt>
                <c:pt idx="1321">
                  <c:v>2.896E-06</c:v>
                </c:pt>
                <c:pt idx="1322">
                  <c:v>3.68E-06</c:v>
                </c:pt>
                <c:pt idx="1323">
                  <c:v>4.458E-06</c:v>
                </c:pt>
                <c:pt idx="1324">
                  <c:v>5.228E-06</c:v>
                </c:pt>
                <c:pt idx="1325">
                  <c:v>5.991E-06</c:v>
                </c:pt>
                <c:pt idx="1326">
                  <c:v>6.746E-06</c:v>
                </c:pt>
                <c:pt idx="1327">
                  <c:v>7.492E-06</c:v>
                </c:pt>
                <c:pt idx="1328">
                  <c:v>8.229E-06</c:v>
                </c:pt>
                <c:pt idx="1329">
                  <c:v>8.957E-06</c:v>
                </c:pt>
                <c:pt idx="1330">
                  <c:v>9.674E-06</c:v>
                </c:pt>
                <c:pt idx="1331">
                  <c:v>1.0381E-05</c:v>
                </c:pt>
                <c:pt idx="1332">
                  <c:v>1.1078E-05</c:v>
                </c:pt>
                <c:pt idx="1333">
                  <c:v>1.1763E-05</c:v>
                </c:pt>
                <c:pt idx="1334">
                  <c:v>1.2437E-05</c:v>
                </c:pt>
                <c:pt idx="1335">
                  <c:v>1.3098E-05</c:v>
                </c:pt>
                <c:pt idx="1336">
                  <c:v>1.3747E-05</c:v>
                </c:pt>
                <c:pt idx="1337">
                  <c:v>1.4383E-05</c:v>
                </c:pt>
                <c:pt idx="1338">
                  <c:v>1.5006E-05</c:v>
                </c:pt>
                <c:pt idx="1339">
                  <c:v>1.5615E-05</c:v>
                </c:pt>
                <c:pt idx="1340">
                  <c:v>1.621E-05</c:v>
                </c:pt>
                <c:pt idx="1341">
                  <c:v>1.6791E-05</c:v>
                </c:pt>
                <c:pt idx="1342">
                  <c:v>1.7357E-05</c:v>
                </c:pt>
                <c:pt idx="1343">
                  <c:v>1.7909E-05</c:v>
                </c:pt>
                <c:pt idx="1344">
                  <c:v>1.8445E-05</c:v>
                </c:pt>
                <c:pt idx="1345">
                  <c:v>1.8965E-05</c:v>
                </c:pt>
                <c:pt idx="1346">
                  <c:v>1.947E-05</c:v>
                </c:pt>
                <c:pt idx="1347">
                  <c:v>1.9959E-05</c:v>
                </c:pt>
                <c:pt idx="1348">
                  <c:v>2.0431E-05</c:v>
                </c:pt>
                <c:pt idx="1349">
                  <c:v>2.0887E-05</c:v>
                </c:pt>
                <c:pt idx="1350">
                  <c:v>2.1326E-05</c:v>
                </c:pt>
                <c:pt idx="1351">
                  <c:v>2.1747E-05</c:v>
                </c:pt>
                <c:pt idx="1352">
                  <c:v>2.2152E-05</c:v>
                </c:pt>
                <c:pt idx="1353">
                  <c:v>2.2539E-05</c:v>
                </c:pt>
                <c:pt idx="1354">
                  <c:v>2.2909E-05</c:v>
                </c:pt>
                <c:pt idx="1355">
                  <c:v>2.3261E-05</c:v>
                </c:pt>
                <c:pt idx="1356">
                  <c:v>2.3594E-05</c:v>
                </c:pt>
                <c:pt idx="1357">
                  <c:v>2.391E-05</c:v>
                </c:pt>
                <c:pt idx="1358">
                  <c:v>2.4208E-05</c:v>
                </c:pt>
                <c:pt idx="1359">
                  <c:v>2.4487E-05</c:v>
                </c:pt>
                <c:pt idx="1360">
                  <c:v>2.4748E-05</c:v>
                </c:pt>
                <c:pt idx="1361">
                  <c:v>2.499E-05</c:v>
                </c:pt>
                <c:pt idx="1362">
                  <c:v>2.5214E-05</c:v>
                </c:pt>
                <c:pt idx="1363">
                  <c:v>2.5419E-05</c:v>
                </c:pt>
                <c:pt idx="1364">
                  <c:v>2.5606E-05</c:v>
                </c:pt>
                <c:pt idx="1365">
                  <c:v>2.5774E-05</c:v>
                </c:pt>
                <c:pt idx="1366">
                  <c:v>2.5923E-05</c:v>
                </c:pt>
                <c:pt idx="1367">
                  <c:v>2.6053E-05</c:v>
                </c:pt>
                <c:pt idx="1368">
                  <c:v>2.6165E-05</c:v>
                </c:pt>
                <c:pt idx="1369">
                  <c:v>2.6258E-05</c:v>
                </c:pt>
                <c:pt idx="1370">
                  <c:v>2.6332E-05</c:v>
                </c:pt>
                <c:pt idx="1371">
                  <c:v>2.6388E-05</c:v>
                </c:pt>
                <c:pt idx="1372">
                  <c:v>2.6425E-05</c:v>
                </c:pt>
                <c:pt idx="1373">
                  <c:v>2.6444E-05</c:v>
                </c:pt>
                <c:pt idx="1374">
                  <c:v>2.6444E-05</c:v>
                </c:pt>
                <c:pt idx="1375">
                  <c:v>2.6426E-05</c:v>
                </c:pt>
                <c:pt idx="1376">
                  <c:v>2.6389E-05</c:v>
                </c:pt>
                <c:pt idx="1377">
                  <c:v>2.6335E-05</c:v>
                </c:pt>
                <c:pt idx="1378">
                  <c:v>2.6262E-05</c:v>
                </c:pt>
                <c:pt idx="1379">
                  <c:v>2.6172E-05</c:v>
                </c:pt>
                <c:pt idx="1380">
                  <c:v>2.6064E-05</c:v>
                </c:pt>
                <c:pt idx="1381">
                  <c:v>2.5939E-05</c:v>
                </c:pt>
                <c:pt idx="1382">
                  <c:v>2.5796E-05</c:v>
                </c:pt>
                <c:pt idx="1383">
                  <c:v>2.5636E-05</c:v>
                </c:pt>
                <c:pt idx="1384">
                  <c:v>2.5459E-05</c:v>
                </c:pt>
                <c:pt idx="1385">
                  <c:v>2.5266E-05</c:v>
                </c:pt>
                <c:pt idx="1386">
                  <c:v>2.5056E-05</c:v>
                </c:pt>
                <c:pt idx="1387">
                  <c:v>2.4829E-05</c:v>
                </c:pt>
                <c:pt idx="1388">
                  <c:v>2.4587E-05</c:v>
                </c:pt>
                <c:pt idx="1389">
                  <c:v>2.4329E-05</c:v>
                </c:pt>
                <c:pt idx="1390">
                  <c:v>2.4055E-05</c:v>
                </c:pt>
                <c:pt idx="1391">
                  <c:v>2.3766E-05</c:v>
                </c:pt>
                <c:pt idx="1392">
                  <c:v>2.3462E-05</c:v>
                </c:pt>
                <c:pt idx="1393">
                  <c:v>2.3144E-05</c:v>
                </c:pt>
                <c:pt idx="1394">
                  <c:v>2.2811E-05</c:v>
                </c:pt>
                <c:pt idx="1395">
                  <c:v>2.2464E-05</c:v>
                </c:pt>
                <c:pt idx="1396">
                  <c:v>2.2103E-05</c:v>
                </c:pt>
                <c:pt idx="1397">
                  <c:v>2.1728E-05</c:v>
                </c:pt>
                <c:pt idx="1398">
                  <c:v>2.1341E-05</c:v>
                </c:pt>
                <c:pt idx="1399">
                  <c:v>2.0941E-05</c:v>
                </c:pt>
                <c:pt idx="1400">
                  <c:v>2.0528E-05</c:v>
                </c:pt>
                <c:pt idx="1401">
                  <c:v>2.0103E-05</c:v>
                </c:pt>
                <c:pt idx="1402">
                  <c:v>1.9667E-05</c:v>
                </c:pt>
                <c:pt idx="1403">
                  <c:v>1.9219E-05</c:v>
                </c:pt>
                <c:pt idx="1404">
                  <c:v>1.876E-05</c:v>
                </c:pt>
                <c:pt idx="1405">
                  <c:v>1.829E-05</c:v>
                </c:pt>
                <c:pt idx="1406">
                  <c:v>1.781E-05</c:v>
                </c:pt>
                <c:pt idx="1407">
                  <c:v>1.7321E-05</c:v>
                </c:pt>
                <c:pt idx="1408">
                  <c:v>1.6821E-05</c:v>
                </c:pt>
                <c:pt idx="1409">
                  <c:v>1.6313E-05</c:v>
                </c:pt>
                <c:pt idx="1410">
                  <c:v>1.5796E-05</c:v>
                </c:pt>
                <c:pt idx="1411">
                  <c:v>1.5271E-05</c:v>
                </c:pt>
                <c:pt idx="1412">
                  <c:v>1.4738E-05</c:v>
                </c:pt>
                <c:pt idx="1413">
                  <c:v>1.4197E-05</c:v>
                </c:pt>
                <c:pt idx="1414">
                  <c:v>1.365E-05</c:v>
                </c:pt>
                <c:pt idx="1415">
                  <c:v>1.3095E-05</c:v>
                </c:pt>
                <c:pt idx="1416">
                  <c:v>1.2535E-05</c:v>
                </c:pt>
                <c:pt idx="1417">
                  <c:v>1.1969E-05</c:v>
                </c:pt>
                <c:pt idx="1418">
                  <c:v>1.1397E-05</c:v>
                </c:pt>
                <c:pt idx="1419">
                  <c:v>1.082E-05</c:v>
                </c:pt>
                <c:pt idx="1420">
                  <c:v>1.0239E-05</c:v>
                </c:pt>
                <c:pt idx="1421">
                  <c:v>9.654E-06</c:v>
                </c:pt>
                <c:pt idx="1422">
                  <c:v>9.065E-06</c:v>
                </c:pt>
                <c:pt idx="1423">
                  <c:v>8.473E-06</c:v>
                </c:pt>
                <c:pt idx="1424">
                  <c:v>7.878E-06</c:v>
                </c:pt>
                <c:pt idx="1425">
                  <c:v>7.281E-06</c:v>
                </c:pt>
                <c:pt idx="1426">
                  <c:v>6.681E-06</c:v>
                </c:pt>
                <c:pt idx="1427">
                  <c:v>6.08E-06</c:v>
                </c:pt>
                <c:pt idx="1428">
                  <c:v>5.478E-06</c:v>
                </c:pt>
                <c:pt idx="1429">
                  <c:v>4.875E-06</c:v>
                </c:pt>
                <c:pt idx="1430">
                  <c:v>4.272E-06</c:v>
                </c:pt>
                <c:pt idx="1431">
                  <c:v>3.67E-06</c:v>
                </c:pt>
                <c:pt idx="1432">
                  <c:v>3.067E-06</c:v>
                </c:pt>
                <c:pt idx="1433">
                  <c:v>2.466E-06</c:v>
                </c:pt>
                <c:pt idx="1434">
                  <c:v>1.866E-06</c:v>
                </c:pt>
                <c:pt idx="1435">
                  <c:v>1.268E-06</c:v>
                </c:pt>
                <c:pt idx="1436">
                  <c:v>6.72E-07</c:v>
                </c:pt>
                <c:pt idx="1437">
                  <c:v>7.9E-08</c:v>
                </c:pt>
                <c:pt idx="1438">
                  <c:v>-5.12E-07</c:v>
                </c:pt>
                <c:pt idx="1439">
                  <c:v>-1.099E-06</c:v>
                </c:pt>
                <c:pt idx="1440">
                  <c:v>-1.682E-06</c:v>
                </c:pt>
                <c:pt idx="1441">
                  <c:v>-2.261E-06</c:v>
                </c:pt>
                <c:pt idx="1442">
                  <c:v>-2.835E-06</c:v>
                </c:pt>
                <c:pt idx="1443">
                  <c:v>-3.405E-06</c:v>
                </c:pt>
                <c:pt idx="1444">
                  <c:v>-3.969E-06</c:v>
                </c:pt>
                <c:pt idx="1445">
                  <c:v>-4.528E-06</c:v>
                </c:pt>
                <c:pt idx="1446">
                  <c:v>-5.08E-06</c:v>
                </c:pt>
                <c:pt idx="1447">
                  <c:v>-5.626E-06</c:v>
                </c:pt>
                <c:pt idx="1448">
                  <c:v>-6.166E-06</c:v>
                </c:pt>
                <c:pt idx="1449">
                  <c:v>-6.698E-06</c:v>
                </c:pt>
                <c:pt idx="1450">
                  <c:v>-7.223E-06</c:v>
                </c:pt>
                <c:pt idx="1451">
                  <c:v>-7.741E-06</c:v>
                </c:pt>
                <c:pt idx="1452">
                  <c:v>-8.25E-06</c:v>
                </c:pt>
                <c:pt idx="1453">
                  <c:v>-8.751E-06</c:v>
                </c:pt>
                <c:pt idx="1454">
                  <c:v>-9.243E-06</c:v>
                </c:pt>
                <c:pt idx="1455">
                  <c:v>-9.727E-06</c:v>
                </c:pt>
                <c:pt idx="1456">
                  <c:v>-1.0201E-05</c:v>
                </c:pt>
                <c:pt idx="1457">
                  <c:v>-1.0665E-05</c:v>
                </c:pt>
                <c:pt idx="1458">
                  <c:v>-1.112E-05</c:v>
                </c:pt>
                <c:pt idx="1459">
                  <c:v>-1.1565E-05</c:v>
                </c:pt>
                <c:pt idx="1460">
                  <c:v>-1.2E-05</c:v>
                </c:pt>
                <c:pt idx="1461">
                  <c:v>-1.2424E-05</c:v>
                </c:pt>
                <c:pt idx="1462">
                  <c:v>-1.2837E-05</c:v>
                </c:pt>
                <c:pt idx="1463">
                  <c:v>-1.3239E-05</c:v>
                </c:pt>
                <c:pt idx="1464">
                  <c:v>-1.363E-05</c:v>
                </c:pt>
                <c:pt idx="1465">
                  <c:v>-1.4009E-05</c:v>
                </c:pt>
                <c:pt idx="1466">
                  <c:v>-1.4377E-05</c:v>
                </c:pt>
                <c:pt idx="1467">
                  <c:v>-1.4733E-05</c:v>
                </c:pt>
                <c:pt idx="1468">
                  <c:v>-1.5077E-05</c:v>
                </c:pt>
                <c:pt idx="1469">
                  <c:v>-1.5409E-05</c:v>
                </c:pt>
                <c:pt idx="1470">
                  <c:v>-1.5728E-05</c:v>
                </c:pt>
                <c:pt idx="1471">
                  <c:v>-1.6035E-05</c:v>
                </c:pt>
                <c:pt idx="1472">
                  <c:v>-1.6329E-05</c:v>
                </c:pt>
                <c:pt idx="1473">
                  <c:v>-1.661E-05</c:v>
                </c:pt>
                <c:pt idx="1474">
                  <c:v>-1.6878E-05</c:v>
                </c:pt>
                <c:pt idx="1475">
                  <c:v>-1.7133E-05</c:v>
                </c:pt>
                <c:pt idx="1476">
                  <c:v>-1.7375E-05</c:v>
                </c:pt>
                <c:pt idx="1477">
                  <c:v>-1.7604E-05</c:v>
                </c:pt>
                <c:pt idx="1478">
                  <c:v>-1.7819E-05</c:v>
                </c:pt>
                <c:pt idx="1479">
                  <c:v>-1.8021E-05</c:v>
                </c:pt>
                <c:pt idx="1480">
                  <c:v>-1.821E-05</c:v>
                </c:pt>
                <c:pt idx="1481">
                  <c:v>-1.8384E-05</c:v>
                </c:pt>
                <c:pt idx="1482">
                  <c:v>-1.8546E-05</c:v>
                </c:pt>
                <c:pt idx="1483">
                  <c:v>-1.8693E-05</c:v>
                </c:pt>
                <c:pt idx="1484">
                  <c:v>-1.8827E-05</c:v>
                </c:pt>
                <c:pt idx="1485">
                  <c:v>-1.8947E-05</c:v>
                </c:pt>
                <c:pt idx="1486">
                  <c:v>-1.9053E-05</c:v>
                </c:pt>
                <c:pt idx="1487">
                  <c:v>-1.9145E-05</c:v>
                </c:pt>
                <c:pt idx="1488">
                  <c:v>-1.9224E-05</c:v>
                </c:pt>
                <c:pt idx="1489">
                  <c:v>-1.9289E-05</c:v>
                </c:pt>
                <c:pt idx="1490">
                  <c:v>-1.9341E-05</c:v>
                </c:pt>
                <c:pt idx="1491">
                  <c:v>-1.9378E-05</c:v>
                </c:pt>
                <c:pt idx="1492">
                  <c:v>-1.9402E-05</c:v>
                </c:pt>
                <c:pt idx="1493">
                  <c:v>-1.9413E-05</c:v>
                </c:pt>
                <c:pt idx="1494">
                  <c:v>-1.941E-05</c:v>
                </c:pt>
                <c:pt idx="1495">
                  <c:v>-1.9393E-05</c:v>
                </c:pt>
                <c:pt idx="1496">
                  <c:v>-1.9363E-05</c:v>
                </c:pt>
                <c:pt idx="1497">
                  <c:v>-1.932E-05</c:v>
                </c:pt>
                <c:pt idx="1498">
                  <c:v>-1.9264E-05</c:v>
                </c:pt>
                <c:pt idx="1499">
                  <c:v>-1.9195E-05</c:v>
                </c:pt>
                <c:pt idx="1500">
                  <c:v>-1.9112E-05</c:v>
                </c:pt>
                <c:pt idx="1501">
                  <c:v>-1.9017E-05</c:v>
                </c:pt>
                <c:pt idx="1502">
                  <c:v>-1.8909E-05</c:v>
                </c:pt>
                <c:pt idx="1503">
                  <c:v>-1.8789E-05</c:v>
                </c:pt>
                <c:pt idx="1504">
                  <c:v>-1.8656E-05</c:v>
                </c:pt>
                <c:pt idx="1505">
                  <c:v>-1.8511E-05</c:v>
                </c:pt>
                <c:pt idx="1506">
                  <c:v>-1.8354E-05</c:v>
                </c:pt>
                <c:pt idx="1507">
                  <c:v>-1.8185E-05</c:v>
                </c:pt>
                <c:pt idx="1508">
                  <c:v>-1.8005E-05</c:v>
                </c:pt>
                <c:pt idx="1509">
                  <c:v>-1.7812E-05</c:v>
                </c:pt>
                <c:pt idx="1510">
                  <c:v>-1.7609E-05</c:v>
                </c:pt>
                <c:pt idx="1511">
                  <c:v>-1.7394E-05</c:v>
                </c:pt>
                <c:pt idx="1512">
                  <c:v>-1.7168E-05</c:v>
                </c:pt>
                <c:pt idx="1513">
                  <c:v>-1.6932E-05</c:v>
                </c:pt>
                <c:pt idx="1514">
                  <c:v>-1.6685E-05</c:v>
                </c:pt>
                <c:pt idx="1515">
                  <c:v>-1.6428E-05</c:v>
                </c:pt>
                <c:pt idx="1516">
                  <c:v>-1.6161E-05</c:v>
                </c:pt>
                <c:pt idx="1517">
                  <c:v>-1.5883E-05</c:v>
                </c:pt>
                <c:pt idx="1518">
                  <c:v>-1.5597E-05</c:v>
                </c:pt>
                <c:pt idx="1519">
                  <c:v>-1.5301E-05</c:v>
                </c:pt>
                <c:pt idx="1520">
                  <c:v>-1.4996E-05</c:v>
                </c:pt>
                <c:pt idx="1521">
                  <c:v>-1.4682E-05</c:v>
                </c:pt>
                <c:pt idx="1522">
                  <c:v>-1.4359E-05</c:v>
                </c:pt>
                <c:pt idx="1523">
                  <c:v>-1.4028E-05</c:v>
                </c:pt>
                <c:pt idx="1524">
                  <c:v>-1.369E-05</c:v>
                </c:pt>
                <c:pt idx="1525">
                  <c:v>-1.3343E-05</c:v>
                </c:pt>
                <c:pt idx="1526">
                  <c:v>-1.2989E-05</c:v>
                </c:pt>
                <c:pt idx="1527">
                  <c:v>-1.2628E-05</c:v>
                </c:pt>
                <c:pt idx="1528">
                  <c:v>-1.226E-05</c:v>
                </c:pt>
                <c:pt idx="1529">
                  <c:v>-1.1885E-05</c:v>
                </c:pt>
                <c:pt idx="1530">
                  <c:v>-1.1504E-05</c:v>
                </c:pt>
                <c:pt idx="1531">
                  <c:v>-1.1117E-05</c:v>
                </c:pt>
                <c:pt idx="1532">
                  <c:v>-1.0725E-05</c:v>
                </c:pt>
                <c:pt idx="1533">
                  <c:v>-1.0327E-05</c:v>
                </c:pt>
                <c:pt idx="1534">
                  <c:v>-9.923E-06</c:v>
                </c:pt>
                <c:pt idx="1535">
                  <c:v>-9.515E-06</c:v>
                </c:pt>
                <c:pt idx="1536">
                  <c:v>-9.103E-06</c:v>
                </c:pt>
                <c:pt idx="1537">
                  <c:v>-8.686E-06</c:v>
                </c:pt>
                <c:pt idx="1538">
                  <c:v>-8.266E-06</c:v>
                </c:pt>
                <c:pt idx="1539">
                  <c:v>-7.842E-06</c:v>
                </c:pt>
                <c:pt idx="1540">
                  <c:v>-7.414E-06</c:v>
                </c:pt>
                <c:pt idx="1541">
                  <c:v>-6.984E-06</c:v>
                </c:pt>
                <c:pt idx="1542">
                  <c:v>-6.551E-06</c:v>
                </c:pt>
                <c:pt idx="1543">
                  <c:v>-6.116E-06</c:v>
                </c:pt>
                <c:pt idx="1544">
                  <c:v>-5.679E-06</c:v>
                </c:pt>
                <c:pt idx="1545">
                  <c:v>-5.24E-06</c:v>
                </c:pt>
                <c:pt idx="1546">
                  <c:v>-4.799E-06</c:v>
                </c:pt>
                <c:pt idx="1547">
                  <c:v>-4.358E-06</c:v>
                </c:pt>
                <c:pt idx="1548">
                  <c:v>-3.916E-06</c:v>
                </c:pt>
                <c:pt idx="1549">
                  <c:v>-3.474E-06</c:v>
                </c:pt>
                <c:pt idx="1550">
                  <c:v>-3.031E-06</c:v>
                </c:pt>
                <c:pt idx="1551">
                  <c:v>-2.588E-06</c:v>
                </c:pt>
                <c:pt idx="1552">
                  <c:v>-2.147E-06</c:v>
                </c:pt>
                <c:pt idx="1553">
                  <c:v>-1.705E-06</c:v>
                </c:pt>
                <c:pt idx="1554">
                  <c:v>-1.265E-06</c:v>
                </c:pt>
                <c:pt idx="1555">
                  <c:v>-8.27E-07</c:v>
                </c:pt>
                <c:pt idx="1556">
                  <c:v>-3.9E-07</c:v>
                </c:pt>
                <c:pt idx="1557">
                  <c:v>4.5E-08</c:v>
                </c:pt>
                <c:pt idx="1558">
                  <c:v>4.78E-07</c:v>
                </c:pt>
                <c:pt idx="1559">
                  <c:v>9.08E-07</c:v>
                </c:pt>
                <c:pt idx="1560">
                  <c:v>1.336E-06</c:v>
                </c:pt>
                <c:pt idx="1561">
                  <c:v>1.76E-06</c:v>
                </c:pt>
                <c:pt idx="1562">
                  <c:v>2.181E-06</c:v>
                </c:pt>
                <c:pt idx="1563">
                  <c:v>2.598E-06</c:v>
                </c:pt>
                <c:pt idx="1564">
                  <c:v>3.011E-06</c:v>
                </c:pt>
                <c:pt idx="1565">
                  <c:v>3.42E-06</c:v>
                </c:pt>
                <c:pt idx="1566">
                  <c:v>3.824E-06</c:v>
                </c:pt>
                <c:pt idx="1567">
                  <c:v>4.224E-06</c:v>
                </c:pt>
                <c:pt idx="1568">
                  <c:v>4.619E-06</c:v>
                </c:pt>
                <c:pt idx="1569">
                  <c:v>5.008E-06</c:v>
                </c:pt>
                <c:pt idx="1570">
                  <c:v>5.393E-06</c:v>
                </c:pt>
                <c:pt idx="1571">
                  <c:v>5.771E-06</c:v>
                </c:pt>
                <c:pt idx="1572">
                  <c:v>6.143E-06</c:v>
                </c:pt>
                <c:pt idx="1573">
                  <c:v>6.509E-06</c:v>
                </c:pt>
                <c:pt idx="1574">
                  <c:v>6.869E-06</c:v>
                </c:pt>
                <c:pt idx="1575">
                  <c:v>7.222E-06</c:v>
                </c:pt>
                <c:pt idx="1576">
                  <c:v>7.569E-06</c:v>
                </c:pt>
                <c:pt idx="1577">
                  <c:v>7.908E-06</c:v>
                </c:pt>
                <c:pt idx="1578">
                  <c:v>8.24E-06</c:v>
                </c:pt>
                <c:pt idx="1579">
                  <c:v>8.565E-06</c:v>
                </c:pt>
                <c:pt idx="1580">
                  <c:v>8.882E-06</c:v>
                </c:pt>
                <c:pt idx="1581">
                  <c:v>9.191E-06</c:v>
                </c:pt>
                <c:pt idx="1582">
                  <c:v>9.493E-06</c:v>
                </c:pt>
                <c:pt idx="1583">
                  <c:v>9.786E-06</c:v>
                </c:pt>
                <c:pt idx="1584">
                  <c:v>1.0071E-05</c:v>
                </c:pt>
                <c:pt idx="1585">
                  <c:v>1.0347E-05</c:v>
                </c:pt>
                <c:pt idx="1586">
                  <c:v>1.0615E-05</c:v>
                </c:pt>
                <c:pt idx="1587">
                  <c:v>1.0874E-05</c:v>
                </c:pt>
                <c:pt idx="1588">
                  <c:v>1.1125E-05</c:v>
                </c:pt>
                <c:pt idx="1589">
                  <c:v>1.1366E-05</c:v>
                </c:pt>
                <c:pt idx="1590">
                  <c:v>1.1598E-05</c:v>
                </c:pt>
                <c:pt idx="1591">
                  <c:v>1.1821E-05</c:v>
                </c:pt>
                <c:pt idx="1592">
                  <c:v>1.2035E-05</c:v>
                </c:pt>
                <c:pt idx="1593">
                  <c:v>1.2239E-05</c:v>
                </c:pt>
                <c:pt idx="1594">
                  <c:v>1.2433E-05</c:v>
                </c:pt>
                <c:pt idx="1595">
                  <c:v>1.2618E-05</c:v>
                </c:pt>
                <c:pt idx="1596">
                  <c:v>1.2794E-05</c:v>
                </c:pt>
                <c:pt idx="1597">
                  <c:v>1.2959E-05</c:v>
                </c:pt>
                <c:pt idx="1598">
                  <c:v>1.3115E-05</c:v>
                </c:pt>
                <c:pt idx="1599">
                  <c:v>1.3261E-05</c:v>
                </c:pt>
                <c:pt idx="1600">
                  <c:v>1.3397E-05</c:v>
                </c:pt>
                <c:pt idx="1601">
                  <c:v>1.3522E-05</c:v>
                </c:pt>
                <c:pt idx="1602">
                  <c:v>1.3638E-05</c:v>
                </c:pt>
                <c:pt idx="1603">
                  <c:v>1.3744E-05</c:v>
                </c:pt>
                <c:pt idx="1604">
                  <c:v>1.384E-05</c:v>
                </c:pt>
                <c:pt idx="1605">
                  <c:v>1.3926E-05</c:v>
                </c:pt>
                <c:pt idx="1606">
                  <c:v>1.4001E-05</c:v>
                </c:pt>
                <c:pt idx="1607">
                  <c:v>1.4067E-05</c:v>
                </c:pt>
                <c:pt idx="1608">
                  <c:v>1.4122E-05</c:v>
                </c:pt>
                <c:pt idx="1609">
                  <c:v>1.4167E-05</c:v>
                </c:pt>
                <c:pt idx="1610">
                  <c:v>1.4203E-05</c:v>
                </c:pt>
                <c:pt idx="1611">
                  <c:v>1.4228E-05</c:v>
                </c:pt>
                <c:pt idx="1612">
                  <c:v>1.4243E-05</c:v>
                </c:pt>
                <c:pt idx="1613">
                  <c:v>1.4249E-05</c:v>
                </c:pt>
                <c:pt idx="1614">
                  <c:v>1.4244E-05</c:v>
                </c:pt>
                <c:pt idx="1615">
                  <c:v>1.423E-05</c:v>
                </c:pt>
                <c:pt idx="1616">
                  <c:v>1.4205E-05</c:v>
                </c:pt>
                <c:pt idx="1617">
                  <c:v>1.4171E-05</c:v>
                </c:pt>
                <c:pt idx="1618">
                  <c:v>1.4128E-05</c:v>
                </c:pt>
                <c:pt idx="1619">
                  <c:v>1.4075E-05</c:v>
                </c:pt>
                <c:pt idx="1620">
                  <c:v>1.4012E-05</c:v>
                </c:pt>
                <c:pt idx="1621">
                  <c:v>1.394E-05</c:v>
                </c:pt>
                <c:pt idx="1622">
                  <c:v>1.3859E-05</c:v>
                </c:pt>
                <c:pt idx="1623">
                  <c:v>1.3768E-05</c:v>
                </c:pt>
                <c:pt idx="1624">
                  <c:v>1.3669E-05</c:v>
                </c:pt>
                <c:pt idx="1625">
                  <c:v>1.356E-05</c:v>
                </c:pt>
                <c:pt idx="1626">
                  <c:v>1.3443E-05</c:v>
                </c:pt>
                <c:pt idx="1627">
                  <c:v>1.3317E-05</c:v>
                </c:pt>
                <c:pt idx="1628">
                  <c:v>1.3182E-05</c:v>
                </c:pt>
                <c:pt idx="1629">
                  <c:v>1.3039E-05</c:v>
                </c:pt>
                <c:pt idx="1630">
                  <c:v>1.2888E-05</c:v>
                </c:pt>
                <c:pt idx="1631">
                  <c:v>1.2728E-05</c:v>
                </c:pt>
                <c:pt idx="1632">
                  <c:v>1.2561E-05</c:v>
                </c:pt>
                <c:pt idx="1633">
                  <c:v>1.2386E-05</c:v>
                </c:pt>
                <c:pt idx="1634">
                  <c:v>1.2203E-05</c:v>
                </c:pt>
                <c:pt idx="1635">
                  <c:v>1.2012E-05</c:v>
                </c:pt>
                <c:pt idx="1636">
                  <c:v>1.1814E-05</c:v>
                </c:pt>
                <c:pt idx="1637">
                  <c:v>1.1609E-05</c:v>
                </c:pt>
                <c:pt idx="1638">
                  <c:v>1.1397E-05</c:v>
                </c:pt>
                <c:pt idx="1639">
                  <c:v>1.1178E-05</c:v>
                </c:pt>
                <c:pt idx="1640">
                  <c:v>1.0953E-05</c:v>
                </c:pt>
                <c:pt idx="1641">
                  <c:v>1.0721E-05</c:v>
                </c:pt>
                <c:pt idx="1642">
                  <c:v>1.0483E-05</c:v>
                </c:pt>
                <c:pt idx="1643">
                  <c:v>1.0239E-05</c:v>
                </c:pt>
                <c:pt idx="1644">
                  <c:v>9.989E-06</c:v>
                </c:pt>
                <c:pt idx="1645">
                  <c:v>9.733E-06</c:v>
                </c:pt>
                <c:pt idx="1646">
                  <c:v>9.472E-06</c:v>
                </c:pt>
                <c:pt idx="1647">
                  <c:v>9.206E-06</c:v>
                </c:pt>
                <c:pt idx="1648">
                  <c:v>8.934E-06</c:v>
                </c:pt>
                <c:pt idx="1649">
                  <c:v>8.658E-06</c:v>
                </c:pt>
                <c:pt idx="1650">
                  <c:v>8.378E-06</c:v>
                </c:pt>
                <c:pt idx="1651">
                  <c:v>8.093E-06</c:v>
                </c:pt>
                <c:pt idx="1652">
                  <c:v>7.803E-06</c:v>
                </c:pt>
                <c:pt idx="1653">
                  <c:v>7.51E-06</c:v>
                </c:pt>
                <c:pt idx="1654">
                  <c:v>7.214E-06</c:v>
                </c:pt>
                <c:pt idx="1655">
                  <c:v>6.913E-06</c:v>
                </c:pt>
                <c:pt idx="1656">
                  <c:v>6.61E-06</c:v>
                </c:pt>
                <c:pt idx="1657">
                  <c:v>6.303E-06</c:v>
                </c:pt>
                <c:pt idx="1658">
                  <c:v>5.994E-06</c:v>
                </c:pt>
                <c:pt idx="1659">
                  <c:v>5.682E-06</c:v>
                </c:pt>
                <c:pt idx="1660">
                  <c:v>5.368E-06</c:v>
                </c:pt>
                <c:pt idx="1661">
                  <c:v>5.052E-06</c:v>
                </c:pt>
                <c:pt idx="1662">
                  <c:v>4.734E-06</c:v>
                </c:pt>
                <c:pt idx="1663">
                  <c:v>4.414E-06</c:v>
                </c:pt>
                <c:pt idx="1664">
                  <c:v>4.093E-06</c:v>
                </c:pt>
                <c:pt idx="1665">
                  <c:v>3.77E-06</c:v>
                </c:pt>
                <c:pt idx="1666">
                  <c:v>3.447E-06</c:v>
                </c:pt>
                <c:pt idx="1667">
                  <c:v>3.123E-06</c:v>
                </c:pt>
                <c:pt idx="1668">
                  <c:v>2.798E-06</c:v>
                </c:pt>
                <c:pt idx="1669">
                  <c:v>2.473E-06</c:v>
                </c:pt>
                <c:pt idx="1670">
                  <c:v>2.148E-06</c:v>
                </c:pt>
                <c:pt idx="1671">
                  <c:v>1.824E-06</c:v>
                </c:pt>
                <c:pt idx="1672">
                  <c:v>1.499E-06</c:v>
                </c:pt>
                <c:pt idx="1673">
                  <c:v>1.176E-06</c:v>
                </c:pt>
                <c:pt idx="1674">
                  <c:v>8.53E-07</c:v>
                </c:pt>
                <c:pt idx="1675">
                  <c:v>5.31E-07</c:v>
                </c:pt>
                <c:pt idx="1676">
                  <c:v>2.11E-07</c:v>
                </c:pt>
                <c:pt idx="1677">
                  <c:v>-1.08E-07</c:v>
                </c:pt>
                <c:pt idx="1678">
                  <c:v>-4.25E-07</c:v>
                </c:pt>
                <c:pt idx="1679">
                  <c:v>-7.41E-07</c:v>
                </c:pt>
                <c:pt idx="1680">
                  <c:v>-1.054E-06</c:v>
                </c:pt>
                <c:pt idx="1681">
                  <c:v>-1.365E-06</c:v>
                </c:pt>
                <c:pt idx="1682">
                  <c:v>-1.673E-06</c:v>
                </c:pt>
                <c:pt idx="1683">
                  <c:v>-1.978E-06</c:v>
                </c:pt>
                <c:pt idx="1684">
                  <c:v>-2.281E-06</c:v>
                </c:pt>
                <c:pt idx="1685">
                  <c:v>-2.58E-06</c:v>
                </c:pt>
                <c:pt idx="1686">
                  <c:v>-2.876E-06</c:v>
                </c:pt>
                <c:pt idx="1687">
                  <c:v>-3.169E-06</c:v>
                </c:pt>
                <c:pt idx="1688">
                  <c:v>-3.458E-06</c:v>
                </c:pt>
                <c:pt idx="1689">
                  <c:v>-3.743E-06</c:v>
                </c:pt>
                <c:pt idx="1690">
                  <c:v>-4.024E-06</c:v>
                </c:pt>
                <c:pt idx="1691">
                  <c:v>-4.301E-06</c:v>
                </c:pt>
                <c:pt idx="1692">
                  <c:v>-4.573E-06</c:v>
                </c:pt>
                <c:pt idx="1693">
                  <c:v>-4.841E-06</c:v>
                </c:pt>
                <c:pt idx="1694">
                  <c:v>-5.104E-06</c:v>
                </c:pt>
                <c:pt idx="1695">
                  <c:v>-5.362E-06</c:v>
                </c:pt>
                <c:pt idx="1696">
                  <c:v>-5.615E-06</c:v>
                </c:pt>
                <c:pt idx="1697">
                  <c:v>-5.863E-06</c:v>
                </c:pt>
                <c:pt idx="1698">
                  <c:v>-6.105E-06</c:v>
                </c:pt>
                <c:pt idx="1699">
                  <c:v>-6.342E-06</c:v>
                </c:pt>
                <c:pt idx="1700">
                  <c:v>-6.574E-06</c:v>
                </c:pt>
                <c:pt idx="1701">
                  <c:v>-6.799E-06</c:v>
                </c:pt>
                <c:pt idx="1702">
                  <c:v>-7.019E-06</c:v>
                </c:pt>
                <c:pt idx="1703">
                  <c:v>-7.233E-06</c:v>
                </c:pt>
                <c:pt idx="1704">
                  <c:v>-7.441E-06</c:v>
                </c:pt>
                <c:pt idx="1705">
                  <c:v>-7.642E-06</c:v>
                </c:pt>
                <c:pt idx="1706">
                  <c:v>-7.837E-06</c:v>
                </c:pt>
                <c:pt idx="1707">
                  <c:v>-8.026E-06</c:v>
                </c:pt>
                <c:pt idx="1708">
                  <c:v>-8.208E-06</c:v>
                </c:pt>
                <c:pt idx="1709">
                  <c:v>-8.384E-06</c:v>
                </c:pt>
                <c:pt idx="1710">
                  <c:v>-8.552E-06</c:v>
                </c:pt>
                <c:pt idx="1711">
                  <c:v>-8.715E-06</c:v>
                </c:pt>
                <c:pt idx="1712">
                  <c:v>-8.87E-06</c:v>
                </c:pt>
                <c:pt idx="1713">
                  <c:v>-9.018E-06</c:v>
                </c:pt>
                <c:pt idx="1714">
                  <c:v>-9.159E-06</c:v>
                </c:pt>
                <c:pt idx="1715">
                  <c:v>-9.293E-06</c:v>
                </c:pt>
                <c:pt idx="1716">
                  <c:v>-9.42E-06</c:v>
                </c:pt>
                <c:pt idx="1717">
                  <c:v>-9.54E-06</c:v>
                </c:pt>
                <c:pt idx="1718">
                  <c:v>-9.653E-06</c:v>
                </c:pt>
                <c:pt idx="1719">
                  <c:v>-9.758E-06</c:v>
                </c:pt>
                <c:pt idx="1720">
                  <c:v>-9.856E-06</c:v>
                </c:pt>
                <c:pt idx="1721">
                  <c:v>-9.947E-06</c:v>
                </c:pt>
                <c:pt idx="1722">
                  <c:v>-1.003E-05</c:v>
                </c:pt>
                <c:pt idx="1723">
                  <c:v>-1.0106E-05</c:v>
                </c:pt>
                <c:pt idx="1724">
                  <c:v>-1.0175E-05</c:v>
                </c:pt>
                <c:pt idx="1725">
                  <c:v>-1.0236E-05</c:v>
                </c:pt>
                <c:pt idx="1726">
                  <c:v>-1.0289E-05</c:v>
                </c:pt>
                <c:pt idx="1727">
                  <c:v>-1.0336E-05</c:v>
                </c:pt>
                <c:pt idx="1728">
                  <c:v>-1.0375E-05</c:v>
                </c:pt>
                <c:pt idx="1729">
                  <c:v>-1.0406E-05</c:v>
                </c:pt>
                <c:pt idx="1730">
                  <c:v>-1.043E-05</c:v>
                </c:pt>
                <c:pt idx="1731">
                  <c:v>-1.0447E-05</c:v>
                </c:pt>
                <c:pt idx="1732">
                  <c:v>-1.0457E-05</c:v>
                </c:pt>
                <c:pt idx="1733">
                  <c:v>-1.0459E-05</c:v>
                </c:pt>
                <c:pt idx="1734">
                  <c:v>-1.0454E-05</c:v>
                </c:pt>
                <c:pt idx="1735">
                  <c:v>-1.0442E-05</c:v>
                </c:pt>
                <c:pt idx="1736">
                  <c:v>-1.0422E-05</c:v>
                </c:pt>
                <c:pt idx="1737">
                  <c:v>-1.0396E-05</c:v>
                </c:pt>
                <c:pt idx="1738">
                  <c:v>-1.0362E-05</c:v>
                </c:pt>
                <c:pt idx="1739">
                  <c:v>-1.0321E-05</c:v>
                </c:pt>
                <c:pt idx="1740">
                  <c:v>-1.0274E-05</c:v>
                </c:pt>
                <c:pt idx="1741">
                  <c:v>-1.0219E-05</c:v>
                </c:pt>
                <c:pt idx="1742">
                  <c:v>-1.0158E-05</c:v>
                </c:pt>
                <c:pt idx="1743">
                  <c:v>-1.009E-05</c:v>
                </c:pt>
                <c:pt idx="1744">
                  <c:v>-1.0015E-05</c:v>
                </c:pt>
                <c:pt idx="1745">
                  <c:v>-9.934E-06</c:v>
                </c:pt>
                <c:pt idx="1746">
                  <c:v>-9.846E-06</c:v>
                </c:pt>
                <c:pt idx="1747">
                  <c:v>-9.752E-06</c:v>
                </c:pt>
                <c:pt idx="1748">
                  <c:v>-9.652E-06</c:v>
                </c:pt>
                <c:pt idx="1749">
                  <c:v>-9.546E-06</c:v>
                </c:pt>
                <c:pt idx="1750">
                  <c:v>-9.433E-06</c:v>
                </c:pt>
                <c:pt idx="1751">
                  <c:v>-9.315E-06</c:v>
                </c:pt>
                <c:pt idx="1752">
                  <c:v>-9.19E-06</c:v>
                </c:pt>
                <c:pt idx="1753">
                  <c:v>-9.06E-06</c:v>
                </c:pt>
                <c:pt idx="1754">
                  <c:v>-8.925E-06</c:v>
                </c:pt>
                <c:pt idx="1755">
                  <c:v>-8.783E-06</c:v>
                </c:pt>
                <c:pt idx="1756">
                  <c:v>-8.637E-06</c:v>
                </c:pt>
                <c:pt idx="1757">
                  <c:v>-8.485E-06</c:v>
                </c:pt>
                <c:pt idx="1758">
                  <c:v>-8.328E-06</c:v>
                </c:pt>
                <c:pt idx="1759">
                  <c:v>-8.166E-06</c:v>
                </c:pt>
                <c:pt idx="1760">
                  <c:v>-8E-06</c:v>
                </c:pt>
                <c:pt idx="1761">
                  <c:v>-7.829E-06</c:v>
                </c:pt>
                <c:pt idx="1762">
                  <c:v>-7.653E-06</c:v>
                </c:pt>
                <c:pt idx="1763">
                  <c:v>-7.472E-06</c:v>
                </c:pt>
                <c:pt idx="1764">
                  <c:v>-7.288E-06</c:v>
                </c:pt>
                <c:pt idx="1765">
                  <c:v>-7.099E-06</c:v>
                </c:pt>
                <c:pt idx="1766">
                  <c:v>-6.907E-06</c:v>
                </c:pt>
                <c:pt idx="1767">
                  <c:v>-6.71E-06</c:v>
                </c:pt>
                <c:pt idx="1768">
                  <c:v>-6.51E-06</c:v>
                </c:pt>
                <c:pt idx="1769">
                  <c:v>-6.307E-06</c:v>
                </c:pt>
                <c:pt idx="1770">
                  <c:v>-6.1E-06</c:v>
                </c:pt>
                <c:pt idx="1771">
                  <c:v>-5.89E-06</c:v>
                </c:pt>
                <c:pt idx="1772">
                  <c:v>-5.677E-06</c:v>
                </c:pt>
                <c:pt idx="1773">
                  <c:v>-5.461E-06</c:v>
                </c:pt>
                <c:pt idx="1774">
                  <c:v>-5.243E-06</c:v>
                </c:pt>
                <c:pt idx="1775">
                  <c:v>-5.022E-06</c:v>
                </c:pt>
                <c:pt idx="1776">
                  <c:v>-4.799E-06</c:v>
                </c:pt>
                <c:pt idx="1777">
                  <c:v>-4.573E-06</c:v>
                </c:pt>
                <c:pt idx="1778">
                  <c:v>-4.346E-06</c:v>
                </c:pt>
                <c:pt idx="1779">
                  <c:v>-4.116E-06</c:v>
                </c:pt>
                <c:pt idx="1780">
                  <c:v>-3.885E-06</c:v>
                </c:pt>
                <c:pt idx="1781">
                  <c:v>-3.653E-06</c:v>
                </c:pt>
                <c:pt idx="1782">
                  <c:v>-3.419E-06</c:v>
                </c:pt>
                <c:pt idx="1783">
                  <c:v>-3.184E-06</c:v>
                </c:pt>
                <c:pt idx="1784">
                  <c:v>-2.948E-06</c:v>
                </c:pt>
                <c:pt idx="1785">
                  <c:v>-2.711E-06</c:v>
                </c:pt>
                <c:pt idx="1786">
                  <c:v>-2.474E-06</c:v>
                </c:pt>
                <c:pt idx="1787">
                  <c:v>-2.236E-06</c:v>
                </c:pt>
                <c:pt idx="1788">
                  <c:v>-1.997E-06</c:v>
                </c:pt>
                <c:pt idx="1789">
                  <c:v>-1.759E-06</c:v>
                </c:pt>
                <c:pt idx="1790">
                  <c:v>-1.521E-06</c:v>
                </c:pt>
                <c:pt idx="1791">
                  <c:v>-1.282E-06</c:v>
                </c:pt>
                <c:pt idx="1792">
                  <c:v>-1.044E-06</c:v>
                </c:pt>
                <c:pt idx="1793">
                  <c:v>-8.07E-07</c:v>
                </c:pt>
                <c:pt idx="1794">
                  <c:v>-5.7E-07</c:v>
                </c:pt>
                <c:pt idx="1795">
                  <c:v>-3.34E-07</c:v>
                </c:pt>
                <c:pt idx="1796">
                  <c:v>-9.9E-08</c:v>
                </c:pt>
                <c:pt idx="1797">
                  <c:v>1.35E-07</c:v>
                </c:pt>
                <c:pt idx="1798">
                  <c:v>3.67E-07</c:v>
                </c:pt>
                <c:pt idx="1799">
                  <c:v>5.98E-07</c:v>
                </c:pt>
                <c:pt idx="1800">
                  <c:v>8.28E-07</c:v>
                </c:pt>
                <c:pt idx="1801">
                  <c:v>1.055E-06</c:v>
                </c:pt>
                <c:pt idx="1802">
                  <c:v>1.281E-06</c:v>
                </c:pt>
                <c:pt idx="1803">
                  <c:v>1.505E-06</c:v>
                </c:pt>
                <c:pt idx="1804">
                  <c:v>1.726E-06</c:v>
                </c:pt>
                <c:pt idx="1805">
                  <c:v>1.946E-06</c:v>
                </c:pt>
                <c:pt idx="1806">
                  <c:v>2.162E-06</c:v>
                </c:pt>
                <c:pt idx="1807">
                  <c:v>2.377E-06</c:v>
                </c:pt>
                <c:pt idx="1808">
                  <c:v>2.588E-06</c:v>
                </c:pt>
                <c:pt idx="1809">
                  <c:v>2.796E-06</c:v>
                </c:pt>
                <c:pt idx="1810">
                  <c:v>3.002E-06</c:v>
                </c:pt>
                <c:pt idx="1811">
                  <c:v>3.204E-06</c:v>
                </c:pt>
                <c:pt idx="1812">
                  <c:v>3.403E-06</c:v>
                </c:pt>
                <c:pt idx="1813">
                  <c:v>3.599E-06</c:v>
                </c:pt>
                <c:pt idx="1814">
                  <c:v>3.791E-06</c:v>
                </c:pt>
                <c:pt idx="1815">
                  <c:v>3.98E-06</c:v>
                </c:pt>
                <c:pt idx="1816">
                  <c:v>4.165E-06</c:v>
                </c:pt>
                <c:pt idx="1817">
                  <c:v>4.346E-06</c:v>
                </c:pt>
                <c:pt idx="1818">
                  <c:v>4.523E-06</c:v>
                </c:pt>
                <c:pt idx="1819">
                  <c:v>4.696E-06</c:v>
                </c:pt>
                <c:pt idx="1820">
                  <c:v>4.865E-06</c:v>
                </c:pt>
                <c:pt idx="1821">
                  <c:v>5.029E-06</c:v>
                </c:pt>
                <c:pt idx="1822">
                  <c:v>5.189E-06</c:v>
                </c:pt>
                <c:pt idx="1823">
                  <c:v>5.345E-06</c:v>
                </c:pt>
                <c:pt idx="1824">
                  <c:v>5.497E-06</c:v>
                </c:pt>
                <c:pt idx="1825">
                  <c:v>5.644E-06</c:v>
                </c:pt>
                <c:pt idx="1826">
                  <c:v>5.786E-06</c:v>
                </c:pt>
                <c:pt idx="1827">
                  <c:v>5.923E-06</c:v>
                </c:pt>
                <c:pt idx="1828">
                  <c:v>6.056E-06</c:v>
                </c:pt>
                <c:pt idx="1829">
                  <c:v>6.183E-06</c:v>
                </c:pt>
                <c:pt idx="1830">
                  <c:v>6.306E-06</c:v>
                </c:pt>
                <c:pt idx="1831">
                  <c:v>6.424E-06</c:v>
                </c:pt>
                <c:pt idx="1832">
                  <c:v>6.536E-06</c:v>
                </c:pt>
                <c:pt idx="1833">
                  <c:v>6.644E-06</c:v>
                </c:pt>
                <c:pt idx="1834">
                  <c:v>6.746E-06</c:v>
                </c:pt>
                <c:pt idx="1835">
                  <c:v>6.844E-06</c:v>
                </c:pt>
                <c:pt idx="1836">
                  <c:v>6.936E-06</c:v>
                </c:pt>
                <c:pt idx="1837">
                  <c:v>7.022E-06</c:v>
                </c:pt>
                <c:pt idx="1838">
                  <c:v>7.104E-06</c:v>
                </c:pt>
                <c:pt idx="1839">
                  <c:v>7.18E-06</c:v>
                </c:pt>
                <c:pt idx="1840">
                  <c:v>7.25E-06</c:v>
                </c:pt>
                <c:pt idx="1841">
                  <c:v>7.316E-06</c:v>
                </c:pt>
                <c:pt idx="1842">
                  <c:v>7.376E-06</c:v>
                </c:pt>
                <c:pt idx="1843">
                  <c:v>7.43E-06</c:v>
                </c:pt>
                <c:pt idx="1844">
                  <c:v>7.479E-06</c:v>
                </c:pt>
                <c:pt idx="1845">
                  <c:v>7.523E-06</c:v>
                </c:pt>
                <c:pt idx="1846">
                  <c:v>7.561E-06</c:v>
                </c:pt>
                <c:pt idx="1847">
                  <c:v>7.594E-06</c:v>
                </c:pt>
                <c:pt idx="1848">
                  <c:v>7.621E-06</c:v>
                </c:pt>
                <c:pt idx="1849">
                  <c:v>7.643E-06</c:v>
                </c:pt>
                <c:pt idx="1850">
                  <c:v>7.659E-06</c:v>
                </c:pt>
                <c:pt idx="1851">
                  <c:v>7.67E-06</c:v>
                </c:pt>
                <c:pt idx="1852">
                  <c:v>7.676E-06</c:v>
                </c:pt>
                <c:pt idx="1853">
                  <c:v>7.676E-06</c:v>
                </c:pt>
                <c:pt idx="1854">
                  <c:v>7.671E-06</c:v>
                </c:pt>
                <c:pt idx="1855">
                  <c:v>7.661E-06</c:v>
                </c:pt>
                <c:pt idx="1856">
                  <c:v>7.646E-06</c:v>
                </c:pt>
                <c:pt idx="1857">
                  <c:v>7.625E-06</c:v>
                </c:pt>
                <c:pt idx="1858">
                  <c:v>7.599E-06</c:v>
                </c:pt>
                <c:pt idx="1859">
                  <c:v>7.568E-06</c:v>
                </c:pt>
                <c:pt idx="1860">
                  <c:v>7.532E-06</c:v>
                </c:pt>
                <c:pt idx="1861">
                  <c:v>7.491E-06</c:v>
                </c:pt>
                <c:pt idx="1862">
                  <c:v>7.444E-06</c:v>
                </c:pt>
                <c:pt idx="1863">
                  <c:v>7.393E-06</c:v>
                </c:pt>
                <c:pt idx="1864">
                  <c:v>7.337E-06</c:v>
                </c:pt>
                <c:pt idx="1865">
                  <c:v>7.277E-06</c:v>
                </c:pt>
                <c:pt idx="1866">
                  <c:v>7.211E-06</c:v>
                </c:pt>
                <c:pt idx="1867">
                  <c:v>7.141E-06</c:v>
                </c:pt>
                <c:pt idx="1868">
                  <c:v>7.066E-06</c:v>
                </c:pt>
                <c:pt idx="1869">
                  <c:v>6.987E-06</c:v>
                </c:pt>
                <c:pt idx="1870">
                  <c:v>6.904E-06</c:v>
                </c:pt>
                <c:pt idx="1871">
                  <c:v>6.816E-06</c:v>
                </c:pt>
                <c:pt idx="1872">
                  <c:v>6.723E-06</c:v>
                </c:pt>
                <c:pt idx="1873">
                  <c:v>6.627E-06</c:v>
                </c:pt>
                <c:pt idx="1874">
                  <c:v>6.526E-06</c:v>
                </c:pt>
                <c:pt idx="1875">
                  <c:v>6.422E-06</c:v>
                </c:pt>
                <c:pt idx="1876">
                  <c:v>6.313E-06</c:v>
                </c:pt>
                <c:pt idx="1877">
                  <c:v>6.201E-06</c:v>
                </c:pt>
                <c:pt idx="1878">
                  <c:v>6.085E-06</c:v>
                </c:pt>
                <c:pt idx="1879">
                  <c:v>5.966E-06</c:v>
                </c:pt>
                <c:pt idx="1880">
                  <c:v>5.842E-06</c:v>
                </c:pt>
                <c:pt idx="1881">
                  <c:v>5.716E-06</c:v>
                </c:pt>
                <c:pt idx="1882">
                  <c:v>5.586E-06</c:v>
                </c:pt>
                <c:pt idx="1883">
                  <c:v>5.453E-06</c:v>
                </c:pt>
                <c:pt idx="1884">
                  <c:v>5.317E-06</c:v>
                </c:pt>
                <c:pt idx="1885">
                  <c:v>5.178E-06</c:v>
                </c:pt>
                <c:pt idx="1886">
                  <c:v>5.036E-06</c:v>
                </c:pt>
                <c:pt idx="1887">
                  <c:v>4.891E-06</c:v>
                </c:pt>
                <c:pt idx="1888">
                  <c:v>4.744E-06</c:v>
                </c:pt>
                <c:pt idx="1889">
                  <c:v>4.594E-06</c:v>
                </c:pt>
                <c:pt idx="1890">
                  <c:v>4.441E-06</c:v>
                </c:pt>
                <c:pt idx="1891">
                  <c:v>4.287E-06</c:v>
                </c:pt>
                <c:pt idx="1892">
                  <c:v>4.13E-06</c:v>
                </c:pt>
                <c:pt idx="1893">
                  <c:v>3.971E-06</c:v>
                </c:pt>
                <c:pt idx="1894">
                  <c:v>3.81E-06</c:v>
                </c:pt>
                <c:pt idx="1895">
                  <c:v>3.648E-06</c:v>
                </c:pt>
                <c:pt idx="1896">
                  <c:v>3.483E-06</c:v>
                </c:pt>
                <c:pt idx="1897">
                  <c:v>3.318E-06</c:v>
                </c:pt>
                <c:pt idx="1898">
                  <c:v>3.15E-06</c:v>
                </c:pt>
                <c:pt idx="1899">
                  <c:v>2.982E-06</c:v>
                </c:pt>
                <c:pt idx="1900">
                  <c:v>2.812E-06</c:v>
                </c:pt>
                <c:pt idx="1901">
                  <c:v>2.641E-06</c:v>
                </c:pt>
                <c:pt idx="1902">
                  <c:v>2.469E-06</c:v>
                </c:pt>
                <c:pt idx="1903">
                  <c:v>2.296E-06</c:v>
                </c:pt>
                <c:pt idx="1904">
                  <c:v>2.123E-06</c:v>
                </c:pt>
                <c:pt idx="1905">
                  <c:v>1.949E-06</c:v>
                </c:pt>
                <c:pt idx="1906">
                  <c:v>1.775E-06</c:v>
                </c:pt>
                <c:pt idx="1907">
                  <c:v>1.6E-06</c:v>
                </c:pt>
                <c:pt idx="1908">
                  <c:v>1.425E-06</c:v>
                </c:pt>
                <c:pt idx="1909">
                  <c:v>1.25E-06</c:v>
                </c:pt>
                <c:pt idx="1910">
                  <c:v>1.075E-06</c:v>
                </c:pt>
                <c:pt idx="1911">
                  <c:v>9E-07</c:v>
                </c:pt>
                <c:pt idx="1912">
                  <c:v>7.25E-07</c:v>
                </c:pt>
                <c:pt idx="1913">
                  <c:v>5.51E-07</c:v>
                </c:pt>
                <c:pt idx="1914">
                  <c:v>3.78E-07</c:v>
                </c:pt>
                <c:pt idx="1915">
                  <c:v>2.05E-07</c:v>
                </c:pt>
                <c:pt idx="1916">
                  <c:v>3.2E-08</c:v>
                </c:pt>
                <c:pt idx="1917">
                  <c:v>-1.39E-07</c:v>
                </c:pt>
                <c:pt idx="1918">
                  <c:v>-3.09E-07</c:v>
                </c:pt>
                <c:pt idx="1919">
                  <c:v>-4.79E-07</c:v>
                </c:pt>
                <c:pt idx="1920">
                  <c:v>-6.47E-07</c:v>
                </c:pt>
                <c:pt idx="1921">
                  <c:v>-8.14E-07</c:v>
                </c:pt>
                <c:pt idx="1922">
                  <c:v>-9.79E-07</c:v>
                </c:pt>
                <c:pt idx="1923">
                  <c:v>-1.143E-06</c:v>
                </c:pt>
                <c:pt idx="1924">
                  <c:v>-1.305E-06</c:v>
                </c:pt>
                <c:pt idx="1925">
                  <c:v>-1.466E-06</c:v>
                </c:pt>
                <c:pt idx="1926">
                  <c:v>-1.624E-06</c:v>
                </c:pt>
                <c:pt idx="1927">
                  <c:v>-1.781E-06</c:v>
                </c:pt>
                <c:pt idx="1928">
                  <c:v>-1.936E-06</c:v>
                </c:pt>
                <c:pt idx="1929">
                  <c:v>-2.088E-06</c:v>
                </c:pt>
                <c:pt idx="1930">
                  <c:v>-2.239E-06</c:v>
                </c:pt>
                <c:pt idx="1931">
                  <c:v>-2.387E-06</c:v>
                </c:pt>
                <c:pt idx="1932">
                  <c:v>-2.532E-06</c:v>
                </c:pt>
                <c:pt idx="1933">
                  <c:v>-2.675E-06</c:v>
                </c:pt>
                <c:pt idx="1934">
                  <c:v>-2.816E-06</c:v>
                </c:pt>
                <c:pt idx="1935">
                  <c:v>-2.953E-06</c:v>
                </c:pt>
                <c:pt idx="1936">
                  <c:v>-3.088E-06</c:v>
                </c:pt>
                <c:pt idx="1937">
                  <c:v>-3.221E-06</c:v>
                </c:pt>
                <c:pt idx="1938">
                  <c:v>-3.35E-06</c:v>
                </c:pt>
                <c:pt idx="1939">
                  <c:v>-3.476E-06</c:v>
                </c:pt>
                <c:pt idx="1940">
                  <c:v>-3.599E-06</c:v>
                </c:pt>
                <c:pt idx="1941">
                  <c:v>-3.72E-06</c:v>
                </c:pt>
                <c:pt idx="1942">
                  <c:v>-3.836E-06</c:v>
                </c:pt>
                <c:pt idx="1943">
                  <c:v>-3.95E-06</c:v>
                </c:pt>
                <c:pt idx="1944">
                  <c:v>-4.06E-06</c:v>
                </c:pt>
                <c:pt idx="1945">
                  <c:v>-4.167E-06</c:v>
                </c:pt>
                <c:pt idx="1946">
                  <c:v>-4.271E-06</c:v>
                </c:pt>
                <c:pt idx="1947">
                  <c:v>-4.371E-06</c:v>
                </c:pt>
                <c:pt idx="1948">
                  <c:v>-4.467E-06</c:v>
                </c:pt>
                <c:pt idx="1949">
                  <c:v>-4.56E-06</c:v>
                </c:pt>
                <c:pt idx="1950">
                  <c:v>-4.649E-06</c:v>
                </c:pt>
                <c:pt idx="1951">
                  <c:v>-4.735E-06</c:v>
                </c:pt>
                <c:pt idx="1952">
                  <c:v>-4.817E-06</c:v>
                </c:pt>
                <c:pt idx="1953">
                  <c:v>-4.895E-06</c:v>
                </c:pt>
                <c:pt idx="1954">
                  <c:v>-4.969E-06</c:v>
                </c:pt>
                <c:pt idx="1955">
                  <c:v>-5.04E-06</c:v>
                </c:pt>
                <c:pt idx="1956">
                  <c:v>-5.106E-06</c:v>
                </c:pt>
                <c:pt idx="1957">
                  <c:v>-5.169E-06</c:v>
                </c:pt>
                <c:pt idx="1958">
                  <c:v>-5.228E-06</c:v>
                </c:pt>
                <c:pt idx="1959">
                  <c:v>-5.283E-06</c:v>
                </c:pt>
                <c:pt idx="1960">
                  <c:v>-5.334E-06</c:v>
                </c:pt>
                <c:pt idx="1961">
                  <c:v>-5.381E-06</c:v>
                </c:pt>
                <c:pt idx="1962">
                  <c:v>-5.424E-06</c:v>
                </c:pt>
                <c:pt idx="1963">
                  <c:v>-5.463E-06</c:v>
                </c:pt>
                <c:pt idx="1964">
                  <c:v>-5.498E-06</c:v>
                </c:pt>
                <c:pt idx="1965">
                  <c:v>-5.529E-06</c:v>
                </c:pt>
                <c:pt idx="1966">
                  <c:v>-5.556E-06</c:v>
                </c:pt>
                <c:pt idx="1967">
                  <c:v>-5.579E-06</c:v>
                </c:pt>
                <c:pt idx="1968">
                  <c:v>-5.598E-06</c:v>
                </c:pt>
                <c:pt idx="1969">
                  <c:v>-5.613E-06</c:v>
                </c:pt>
                <c:pt idx="1970">
                  <c:v>-5.624E-06</c:v>
                </c:pt>
                <c:pt idx="1971">
                  <c:v>-5.631E-06</c:v>
                </c:pt>
                <c:pt idx="1972">
                  <c:v>-5.635E-06</c:v>
                </c:pt>
                <c:pt idx="1973">
                  <c:v>-5.634E-06</c:v>
                </c:pt>
                <c:pt idx="1974">
                  <c:v>-5.629E-06</c:v>
                </c:pt>
                <c:pt idx="1975">
                  <c:v>-5.621E-06</c:v>
                </c:pt>
                <c:pt idx="1976">
                  <c:v>-5.609E-06</c:v>
                </c:pt>
                <c:pt idx="1977">
                  <c:v>-5.593E-06</c:v>
                </c:pt>
                <c:pt idx="1978">
                  <c:v>-5.573E-06</c:v>
                </c:pt>
                <c:pt idx="1979">
                  <c:v>-5.549E-06</c:v>
                </c:pt>
                <c:pt idx="1980">
                  <c:v>-5.522E-06</c:v>
                </c:pt>
                <c:pt idx="1981">
                  <c:v>-5.491E-06</c:v>
                </c:pt>
                <c:pt idx="1982">
                  <c:v>-5.456E-06</c:v>
                </c:pt>
                <c:pt idx="1983">
                  <c:v>-5.418E-06</c:v>
                </c:pt>
                <c:pt idx="1984">
                  <c:v>-5.376E-06</c:v>
                </c:pt>
                <c:pt idx="1985">
                  <c:v>-5.33E-06</c:v>
                </c:pt>
                <c:pt idx="1986">
                  <c:v>-5.281E-06</c:v>
                </c:pt>
                <c:pt idx="1987">
                  <c:v>-5.229E-06</c:v>
                </c:pt>
                <c:pt idx="1988">
                  <c:v>-5.174E-06</c:v>
                </c:pt>
                <c:pt idx="1989">
                  <c:v>-5.115E-06</c:v>
                </c:pt>
                <c:pt idx="1990">
                  <c:v>-5.052E-06</c:v>
                </c:pt>
                <c:pt idx="1991">
                  <c:v>-4.987E-06</c:v>
                </c:pt>
                <c:pt idx="1992">
                  <c:v>-4.919E-06</c:v>
                </c:pt>
                <c:pt idx="1993">
                  <c:v>-4.847E-06</c:v>
                </c:pt>
                <c:pt idx="1994">
                  <c:v>-4.773E-06</c:v>
                </c:pt>
                <c:pt idx="1995">
                  <c:v>-4.695E-06</c:v>
                </c:pt>
                <c:pt idx="1996">
                  <c:v>-4.615E-06</c:v>
                </c:pt>
                <c:pt idx="1997">
                  <c:v>-4.532E-06</c:v>
                </c:pt>
                <c:pt idx="1998">
                  <c:v>-4.446E-06</c:v>
                </c:pt>
                <c:pt idx="1999">
                  <c:v>-4.358E-06</c:v>
                </c:pt>
                <c:pt idx="2000">
                  <c:v>-4.267E-06</c:v>
                </c:pt>
                <c:pt idx="2001">
                  <c:v>-4.173E-06</c:v>
                </c:pt>
                <c:pt idx="2002">
                  <c:v>-4.077E-06</c:v>
                </c:pt>
                <c:pt idx="2003">
                  <c:v>-3.979E-06</c:v>
                </c:pt>
                <c:pt idx="2004">
                  <c:v>-3.879E-06</c:v>
                </c:pt>
                <c:pt idx="2005">
                  <c:v>-3.776E-06</c:v>
                </c:pt>
                <c:pt idx="2006">
                  <c:v>-3.671E-06</c:v>
                </c:pt>
                <c:pt idx="2007">
                  <c:v>-3.565E-06</c:v>
                </c:pt>
                <c:pt idx="2008">
                  <c:v>-3.456E-06</c:v>
                </c:pt>
                <c:pt idx="2009">
                  <c:v>-3.346E-06</c:v>
                </c:pt>
                <c:pt idx="2010">
                  <c:v>-3.233E-06</c:v>
                </c:pt>
                <c:pt idx="2011">
                  <c:v>-3.119E-06</c:v>
                </c:pt>
                <c:pt idx="2012">
                  <c:v>-3.004E-06</c:v>
                </c:pt>
                <c:pt idx="2013">
                  <c:v>-2.887E-06</c:v>
                </c:pt>
                <c:pt idx="2014">
                  <c:v>-2.769E-06</c:v>
                </c:pt>
                <c:pt idx="2015">
                  <c:v>-2.649E-06</c:v>
                </c:pt>
                <c:pt idx="2016">
                  <c:v>-2.528E-06</c:v>
                </c:pt>
                <c:pt idx="2017">
                  <c:v>-2.406E-06</c:v>
                </c:pt>
                <c:pt idx="2018">
                  <c:v>-2.283E-06</c:v>
                </c:pt>
                <c:pt idx="2019">
                  <c:v>-2.159E-06</c:v>
                </c:pt>
                <c:pt idx="2020">
                  <c:v>-2.034E-06</c:v>
                </c:pt>
                <c:pt idx="2021">
                  <c:v>-1.909E-06</c:v>
                </c:pt>
                <c:pt idx="2022">
                  <c:v>-1.782E-06</c:v>
                </c:pt>
                <c:pt idx="2023">
                  <c:v>-1.656E-06</c:v>
                </c:pt>
                <c:pt idx="2024">
                  <c:v>-1.528E-06</c:v>
                </c:pt>
                <c:pt idx="2025">
                  <c:v>-1.4E-06</c:v>
                </c:pt>
                <c:pt idx="2026">
                  <c:v>-1.272E-06</c:v>
                </c:pt>
                <c:pt idx="2027">
                  <c:v>-1.144E-06</c:v>
                </c:pt>
                <c:pt idx="2028">
                  <c:v>-1.016E-06</c:v>
                </c:pt>
                <c:pt idx="2029">
                  <c:v>-8.87E-07</c:v>
                </c:pt>
                <c:pt idx="2030">
                  <c:v>-7.59E-07</c:v>
                </c:pt>
                <c:pt idx="2031">
                  <c:v>-6.3E-07</c:v>
                </c:pt>
                <c:pt idx="2032">
                  <c:v>-5.02E-07</c:v>
                </c:pt>
                <c:pt idx="2033">
                  <c:v>-3.74E-07</c:v>
                </c:pt>
                <c:pt idx="2034">
                  <c:v>-2.47E-07</c:v>
                </c:pt>
                <c:pt idx="2035">
                  <c:v>-1.2E-07</c:v>
                </c:pt>
                <c:pt idx="2036">
                  <c:v>6E-09</c:v>
                </c:pt>
                <c:pt idx="2037">
                  <c:v>1.32E-07</c:v>
                </c:pt>
                <c:pt idx="2038">
                  <c:v>2.57E-07</c:v>
                </c:pt>
                <c:pt idx="2039">
                  <c:v>3.81E-07</c:v>
                </c:pt>
                <c:pt idx="2040">
                  <c:v>5.04E-07</c:v>
                </c:pt>
                <c:pt idx="2041">
                  <c:v>6.26E-07</c:v>
                </c:pt>
                <c:pt idx="2042">
                  <c:v>7.47E-07</c:v>
                </c:pt>
                <c:pt idx="2043">
                  <c:v>8.67E-07</c:v>
                </c:pt>
                <c:pt idx="2044">
                  <c:v>9.86E-07</c:v>
                </c:pt>
                <c:pt idx="2045">
                  <c:v>1.104E-06</c:v>
                </c:pt>
                <c:pt idx="2046">
                  <c:v>1.22E-06</c:v>
                </c:pt>
                <c:pt idx="2047">
                  <c:v>1.334E-06</c:v>
                </c:pt>
                <c:pt idx="2048">
                  <c:v>1.447E-06</c:v>
                </c:pt>
                <c:pt idx="2049">
                  <c:v>1.559E-06</c:v>
                </c:pt>
                <c:pt idx="2050">
                  <c:v>1.669E-06</c:v>
                </c:pt>
                <c:pt idx="2051">
                  <c:v>1.777E-06</c:v>
                </c:pt>
                <c:pt idx="2052">
                  <c:v>1.884E-06</c:v>
                </c:pt>
                <c:pt idx="2053">
                  <c:v>1.988E-06</c:v>
                </c:pt>
                <c:pt idx="2054">
                  <c:v>2.091E-06</c:v>
                </c:pt>
                <c:pt idx="2055">
                  <c:v>2.191E-06</c:v>
                </c:pt>
                <c:pt idx="2056">
                  <c:v>2.29E-06</c:v>
                </c:pt>
                <c:pt idx="2057">
                  <c:v>2.387E-06</c:v>
                </c:pt>
                <c:pt idx="2058">
                  <c:v>2.481E-06</c:v>
                </c:pt>
                <c:pt idx="2059">
                  <c:v>2.573E-06</c:v>
                </c:pt>
                <c:pt idx="2060">
                  <c:v>2.663E-06</c:v>
                </c:pt>
                <c:pt idx="2061">
                  <c:v>2.751E-06</c:v>
                </c:pt>
                <c:pt idx="2062">
                  <c:v>2.836E-06</c:v>
                </c:pt>
                <c:pt idx="2063">
                  <c:v>2.919E-06</c:v>
                </c:pt>
                <c:pt idx="2064">
                  <c:v>2.999E-06</c:v>
                </c:pt>
                <c:pt idx="2065">
                  <c:v>3.077E-06</c:v>
                </c:pt>
                <c:pt idx="2066">
                  <c:v>3.152E-06</c:v>
                </c:pt>
                <c:pt idx="2067">
                  <c:v>3.225E-06</c:v>
                </c:pt>
                <c:pt idx="2068">
                  <c:v>3.295E-06</c:v>
                </c:pt>
                <c:pt idx="2069">
                  <c:v>3.363E-06</c:v>
                </c:pt>
                <c:pt idx="2070">
                  <c:v>3.428E-06</c:v>
                </c:pt>
                <c:pt idx="2071">
                  <c:v>3.49E-06</c:v>
                </c:pt>
                <c:pt idx="2072">
                  <c:v>3.549E-06</c:v>
                </c:pt>
                <c:pt idx="2073">
                  <c:v>3.606E-06</c:v>
                </c:pt>
                <c:pt idx="2074">
                  <c:v>3.66E-06</c:v>
                </c:pt>
                <c:pt idx="2075">
                  <c:v>3.711E-06</c:v>
                </c:pt>
                <c:pt idx="2076">
                  <c:v>3.759E-06</c:v>
                </c:pt>
                <c:pt idx="2077">
                  <c:v>3.804E-06</c:v>
                </c:pt>
                <c:pt idx="2078">
                  <c:v>3.847E-06</c:v>
                </c:pt>
                <c:pt idx="2079">
                  <c:v>3.887E-06</c:v>
                </c:pt>
                <c:pt idx="2080">
                  <c:v>3.923E-06</c:v>
                </c:pt>
                <c:pt idx="2081">
                  <c:v>3.957E-06</c:v>
                </c:pt>
                <c:pt idx="2082">
                  <c:v>3.988E-06</c:v>
                </c:pt>
                <c:pt idx="2083">
                  <c:v>4.016E-06</c:v>
                </c:pt>
                <c:pt idx="2084">
                  <c:v>4.041E-06</c:v>
                </c:pt>
                <c:pt idx="2085">
                  <c:v>4.063E-06</c:v>
                </c:pt>
                <c:pt idx="2086">
                  <c:v>4.082E-06</c:v>
                </c:pt>
                <c:pt idx="2087">
                  <c:v>4.098E-06</c:v>
                </c:pt>
                <c:pt idx="2088">
                  <c:v>4.112E-06</c:v>
                </c:pt>
                <c:pt idx="2089">
                  <c:v>4.122E-06</c:v>
                </c:pt>
                <c:pt idx="2090">
                  <c:v>4.13E-06</c:v>
                </c:pt>
                <c:pt idx="2091">
                  <c:v>4.134E-06</c:v>
                </c:pt>
                <c:pt idx="2092">
                  <c:v>4.136E-06</c:v>
                </c:pt>
                <c:pt idx="2093">
                  <c:v>4.135E-06</c:v>
                </c:pt>
                <c:pt idx="2094">
                  <c:v>4.131E-06</c:v>
                </c:pt>
                <c:pt idx="2095">
                  <c:v>4.124E-06</c:v>
                </c:pt>
                <c:pt idx="2096">
                  <c:v>4.114E-06</c:v>
                </c:pt>
                <c:pt idx="2097">
                  <c:v>4.102E-06</c:v>
                </c:pt>
                <c:pt idx="2098">
                  <c:v>4.087E-06</c:v>
                </c:pt>
                <c:pt idx="2099">
                  <c:v>4.068E-06</c:v>
                </c:pt>
                <c:pt idx="2100">
                  <c:v>4.048E-06</c:v>
                </c:pt>
                <c:pt idx="2101">
                  <c:v>4.024E-06</c:v>
                </c:pt>
                <c:pt idx="2102">
                  <c:v>3.998E-06</c:v>
                </c:pt>
                <c:pt idx="2103">
                  <c:v>3.969E-06</c:v>
                </c:pt>
                <c:pt idx="2104">
                  <c:v>3.938E-06</c:v>
                </c:pt>
                <c:pt idx="2105">
                  <c:v>3.904E-06</c:v>
                </c:pt>
                <c:pt idx="2106">
                  <c:v>3.868E-06</c:v>
                </c:pt>
                <c:pt idx="2107">
                  <c:v>3.829E-06</c:v>
                </c:pt>
                <c:pt idx="2108">
                  <c:v>3.787E-06</c:v>
                </c:pt>
                <c:pt idx="2109">
                  <c:v>3.744E-06</c:v>
                </c:pt>
                <c:pt idx="2110">
                  <c:v>3.697E-06</c:v>
                </c:pt>
                <c:pt idx="2111">
                  <c:v>3.649E-06</c:v>
                </c:pt>
                <c:pt idx="2112">
                  <c:v>3.598E-06</c:v>
                </c:pt>
                <c:pt idx="2113">
                  <c:v>3.545E-06</c:v>
                </c:pt>
                <c:pt idx="2114">
                  <c:v>3.49E-06</c:v>
                </c:pt>
                <c:pt idx="2115">
                  <c:v>3.433E-06</c:v>
                </c:pt>
                <c:pt idx="2116">
                  <c:v>3.373E-06</c:v>
                </c:pt>
                <c:pt idx="2117">
                  <c:v>3.312E-06</c:v>
                </c:pt>
                <c:pt idx="2118">
                  <c:v>3.248E-06</c:v>
                </c:pt>
                <c:pt idx="2119">
                  <c:v>3.183E-06</c:v>
                </c:pt>
                <c:pt idx="2120">
                  <c:v>3.116E-06</c:v>
                </c:pt>
                <c:pt idx="2121">
                  <c:v>3.047E-06</c:v>
                </c:pt>
                <c:pt idx="2122">
                  <c:v>2.976E-06</c:v>
                </c:pt>
                <c:pt idx="2123">
                  <c:v>2.904E-06</c:v>
                </c:pt>
                <c:pt idx="2124">
                  <c:v>2.829E-06</c:v>
                </c:pt>
                <c:pt idx="2125">
                  <c:v>2.754E-06</c:v>
                </c:pt>
                <c:pt idx="2126">
                  <c:v>2.676E-06</c:v>
                </c:pt>
                <c:pt idx="2127">
                  <c:v>2.598E-06</c:v>
                </c:pt>
                <c:pt idx="2128">
                  <c:v>2.518E-06</c:v>
                </c:pt>
                <c:pt idx="2129">
                  <c:v>2.436E-06</c:v>
                </c:pt>
                <c:pt idx="2130">
                  <c:v>2.354E-06</c:v>
                </c:pt>
                <c:pt idx="2131">
                  <c:v>2.27E-06</c:v>
                </c:pt>
                <c:pt idx="2132">
                  <c:v>2.185E-06</c:v>
                </c:pt>
                <c:pt idx="2133">
                  <c:v>2.099E-06</c:v>
                </c:pt>
                <c:pt idx="2134">
                  <c:v>2.012E-06</c:v>
                </c:pt>
                <c:pt idx="2135">
                  <c:v>1.924E-06</c:v>
                </c:pt>
                <c:pt idx="2136">
                  <c:v>1.835E-06</c:v>
                </c:pt>
                <c:pt idx="2137">
                  <c:v>1.745E-06</c:v>
                </c:pt>
                <c:pt idx="2138">
                  <c:v>1.654E-06</c:v>
                </c:pt>
                <c:pt idx="2139">
                  <c:v>1.563E-06</c:v>
                </c:pt>
                <c:pt idx="2140">
                  <c:v>1.472E-06</c:v>
                </c:pt>
                <c:pt idx="2141">
                  <c:v>1.379E-06</c:v>
                </c:pt>
                <c:pt idx="2142">
                  <c:v>1.286E-06</c:v>
                </c:pt>
                <c:pt idx="2143">
                  <c:v>1.193E-06</c:v>
                </c:pt>
                <c:pt idx="2144">
                  <c:v>1.1E-06</c:v>
                </c:pt>
                <c:pt idx="2145">
                  <c:v>1.006E-06</c:v>
                </c:pt>
                <c:pt idx="2146">
                  <c:v>9.12E-07</c:v>
                </c:pt>
                <c:pt idx="2147">
                  <c:v>8.17E-07</c:v>
                </c:pt>
                <c:pt idx="2148">
                  <c:v>7.23E-07</c:v>
                </c:pt>
                <c:pt idx="2149">
                  <c:v>6.29E-07</c:v>
                </c:pt>
                <c:pt idx="2150">
                  <c:v>5.35E-07</c:v>
                </c:pt>
                <c:pt idx="2151">
                  <c:v>4.4E-07</c:v>
                </c:pt>
                <c:pt idx="2152">
                  <c:v>3.47E-07</c:v>
                </c:pt>
                <c:pt idx="2153">
                  <c:v>2.53E-07</c:v>
                </c:pt>
                <c:pt idx="2154">
                  <c:v>1.59E-07</c:v>
                </c:pt>
                <c:pt idx="2155">
                  <c:v>6.6E-08</c:v>
                </c:pt>
                <c:pt idx="2156">
                  <c:v>-2.6E-08</c:v>
                </c:pt>
                <c:pt idx="2157">
                  <c:v>-1.18E-07</c:v>
                </c:pt>
                <c:pt idx="2158">
                  <c:v>-2.1E-07</c:v>
                </c:pt>
                <c:pt idx="2159">
                  <c:v>-3.01E-07</c:v>
                </c:pt>
                <c:pt idx="2160">
                  <c:v>-3.91E-07</c:v>
                </c:pt>
                <c:pt idx="2161">
                  <c:v>-4.81E-07</c:v>
                </c:pt>
                <c:pt idx="2162">
                  <c:v>-5.69E-07</c:v>
                </c:pt>
                <c:pt idx="2163">
                  <c:v>-6.57E-07</c:v>
                </c:pt>
                <c:pt idx="2164">
                  <c:v>-7.44E-07</c:v>
                </c:pt>
                <c:pt idx="2165">
                  <c:v>-8.3E-07</c:v>
                </c:pt>
                <c:pt idx="2166">
                  <c:v>-9.15E-07</c:v>
                </c:pt>
                <c:pt idx="2167">
                  <c:v>-9.99E-07</c:v>
                </c:pt>
                <c:pt idx="2168">
                  <c:v>-1.082E-06</c:v>
                </c:pt>
                <c:pt idx="2169">
                  <c:v>-1.163E-06</c:v>
                </c:pt>
                <c:pt idx="2170">
                  <c:v>-1.244E-06</c:v>
                </c:pt>
                <c:pt idx="2171">
                  <c:v>-1.323E-06</c:v>
                </c:pt>
                <c:pt idx="2172">
                  <c:v>-1.401E-06</c:v>
                </c:pt>
                <c:pt idx="2173">
                  <c:v>-1.477E-06</c:v>
                </c:pt>
                <c:pt idx="2174">
                  <c:v>-1.552E-06</c:v>
                </c:pt>
                <c:pt idx="2175">
                  <c:v>-1.626E-06</c:v>
                </c:pt>
                <c:pt idx="2176">
                  <c:v>-1.698E-06</c:v>
                </c:pt>
                <c:pt idx="2177">
                  <c:v>-1.768E-06</c:v>
                </c:pt>
                <c:pt idx="2178">
                  <c:v>-1.837E-06</c:v>
                </c:pt>
                <c:pt idx="2179">
                  <c:v>-1.904E-06</c:v>
                </c:pt>
                <c:pt idx="2180">
                  <c:v>-1.97E-06</c:v>
                </c:pt>
                <c:pt idx="2181">
                  <c:v>-2.034E-06</c:v>
                </c:pt>
                <c:pt idx="2182">
                  <c:v>-2.096E-06</c:v>
                </c:pt>
                <c:pt idx="2183">
                  <c:v>-2.156E-06</c:v>
                </c:pt>
                <c:pt idx="2184">
                  <c:v>-2.215E-06</c:v>
                </c:pt>
                <c:pt idx="2185">
                  <c:v>-2.272E-06</c:v>
                </c:pt>
                <c:pt idx="2186">
                  <c:v>-2.327E-06</c:v>
                </c:pt>
                <c:pt idx="2187">
                  <c:v>-2.38E-06</c:v>
                </c:pt>
                <c:pt idx="2188">
                  <c:v>-2.431E-06</c:v>
                </c:pt>
                <c:pt idx="2189">
                  <c:v>-2.48E-06</c:v>
                </c:pt>
                <c:pt idx="2190">
                  <c:v>-2.527E-06</c:v>
                </c:pt>
                <c:pt idx="2191">
                  <c:v>-2.572E-06</c:v>
                </c:pt>
                <c:pt idx="2192">
                  <c:v>-2.615E-06</c:v>
                </c:pt>
                <c:pt idx="2193">
                  <c:v>-2.656E-06</c:v>
                </c:pt>
                <c:pt idx="2194">
                  <c:v>-2.695E-06</c:v>
                </c:pt>
                <c:pt idx="2195">
                  <c:v>-2.732E-06</c:v>
                </c:pt>
                <c:pt idx="2196">
                  <c:v>-2.767E-06</c:v>
                </c:pt>
                <c:pt idx="2197">
                  <c:v>-2.8E-06</c:v>
                </c:pt>
                <c:pt idx="2198">
                  <c:v>-2.831E-06</c:v>
                </c:pt>
                <c:pt idx="2199">
                  <c:v>-2.859E-06</c:v>
                </c:pt>
                <c:pt idx="2200">
                  <c:v>-2.886E-06</c:v>
                </c:pt>
                <c:pt idx="2201">
                  <c:v>-2.91E-06</c:v>
                </c:pt>
                <c:pt idx="2202">
                  <c:v>-2.932E-06</c:v>
                </c:pt>
                <c:pt idx="2203">
                  <c:v>-2.952E-06</c:v>
                </c:pt>
                <c:pt idx="2204">
                  <c:v>-2.97E-06</c:v>
                </c:pt>
                <c:pt idx="2205">
                  <c:v>-2.986E-06</c:v>
                </c:pt>
                <c:pt idx="2206">
                  <c:v>-2.999E-06</c:v>
                </c:pt>
                <c:pt idx="2207">
                  <c:v>-3.011E-06</c:v>
                </c:pt>
                <c:pt idx="2208">
                  <c:v>-3.02E-06</c:v>
                </c:pt>
                <c:pt idx="2209">
                  <c:v>-3.027E-06</c:v>
                </c:pt>
                <c:pt idx="2210">
                  <c:v>-3.032E-06</c:v>
                </c:pt>
                <c:pt idx="2211">
                  <c:v>-3.035E-06</c:v>
                </c:pt>
                <c:pt idx="2212">
                  <c:v>-3.036E-06</c:v>
                </c:pt>
                <c:pt idx="2213">
                  <c:v>-3.035E-06</c:v>
                </c:pt>
                <c:pt idx="2214">
                  <c:v>-3.031E-06</c:v>
                </c:pt>
                <c:pt idx="2215">
                  <c:v>-3.026E-06</c:v>
                </c:pt>
                <c:pt idx="2216">
                  <c:v>-3.018E-06</c:v>
                </c:pt>
                <c:pt idx="2217">
                  <c:v>-3.008E-06</c:v>
                </c:pt>
                <c:pt idx="2218">
                  <c:v>-2.997E-06</c:v>
                </c:pt>
                <c:pt idx="2219">
                  <c:v>-2.983E-06</c:v>
                </c:pt>
                <c:pt idx="2220">
                  <c:v>-2.967E-06</c:v>
                </c:pt>
                <c:pt idx="2221">
                  <c:v>-2.95E-06</c:v>
                </c:pt>
                <c:pt idx="2222">
                  <c:v>-2.93E-06</c:v>
                </c:pt>
                <c:pt idx="2223">
                  <c:v>-2.908E-06</c:v>
                </c:pt>
                <c:pt idx="2224">
                  <c:v>-2.885E-06</c:v>
                </c:pt>
                <c:pt idx="2225">
                  <c:v>-2.86E-06</c:v>
                </c:pt>
                <c:pt idx="2226">
                  <c:v>-2.832E-06</c:v>
                </c:pt>
                <c:pt idx="2227">
                  <c:v>-2.803E-06</c:v>
                </c:pt>
                <c:pt idx="2228">
                  <c:v>-2.773E-06</c:v>
                </c:pt>
                <c:pt idx="2229">
                  <c:v>-2.74E-06</c:v>
                </c:pt>
                <c:pt idx="2230">
                  <c:v>-2.706E-06</c:v>
                </c:pt>
                <c:pt idx="2231">
                  <c:v>-2.67E-06</c:v>
                </c:pt>
                <c:pt idx="2232">
                  <c:v>-2.632E-06</c:v>
                </c:pt>
                <c:pt idx="2233">
                  <c:v>-2.593E-06</c:v>
                </c:pt>
                <c:pt idx="2234">
                  <c:v>-2.552E-06</c:v>
                </c:pt>
                <c:pt idx="2235">
                  <c:v>-2.509E-06</c:v>
                </c:pt>
                <c:pt idx="2236">
                  <c:v>-2.465E-06</c:v>
                </c:pt>
                <c:pt idx="2237">
                  <c:v>-2.42E-06</c:v>
                </c:pt>
                <c:pt idx="2238">
                  <c:v>-2.373E-06</c:v>
                </c:pt>
                <c:pt idx="2239">
                  <c:v>-2.325E-06</c:v>
                </c:pt>
                <c:pt idx="2240">
                  <c:v>-2.275E-06</c:v>
                </c:pt>
                <c:pt idx="2241">
                  <c:v>-2.224E-06</c:v>
                </c:pt>
                <c:pt idx="2242">
                  <c:v>-2.172E-06</c:v>
                </c:pt>
                <c:pt idx="2243">
                  <c:v>-2.118E-06</c:v>
                </c:pt>
                <c:pt idx="2244">
                  <c:v>-2.064E-06</c:v>
                </c:pt>
                <c:pt idx="2245">
                  <c:v>-2.008E-06</c:v>
                </c:pt>
                <c:pt idx="2246">
                  <c:v>-1.951E-06</c:v>
                </c:pt>
                <c:pt idx="2247">
                  <c:v>-1.893E-06</c:v>
                </c:pt>
                <c:pt idx="2248">
                  <c:v>-1.834E-06</c:v>
                </c:pt>
                <c:pt idx="2249">
                  <c:v>-1.774E-06</c:v>
                </c:pt>
                <c:pt idx="2250">
                  <c:v>-1.713E-06</c:v>
                </c:pt>
              </c:numCache>
            </c:numRef>
          </c:yVal>
          <c:smooth val="0"/>
          <c:extLst>
            <c:ext uri="{C3380CC4-5D6E-409C-BE32-E72D297353CC}">
              <ns2:uniqueId val="{00000001-B854-405C-9F68-568E07CEE2EE}"/>
            </c:ext>
          </c:extLst>
        </c:ser>
        <c:ser>
          <c:idx val="2"/>
          <c:order val="2"/>
          <c:tx>
            <c:v>Zero</c:v>
          </c:tx>
          <c:spPr>
            <a:ln w="9525">
              <a:solidFill>
                <a:srgbClr val="536873"/>
              </a:solidFill>
              <a:prstDash val="dash"/>
            </a:ln>
          </c:spPr>
          <c:marker>
            <c:symbol val="none"/>
          </c:marker>
          <c:xVal>
            <c:numRef>
              <c:f>'Chart Data'!$E$2:$E$3</c:f>
              <c:numCache>
                <c:formatCode>General</c:formatCode>
                <c:ptCount val="2"/>
                <c:pt idx="0">
                  <c:v>0</c:v>
                </c:pt>
                <c:pt idx="1">
                  <c:v>45</c:v>
                </c:pt>
              </c:numCache>
            </c:numRef>
          </c:xVal>
          <c:yVal>
            <c:numRef>
              <c:f>'Chart Data'!$F$2:$F$3</c:f>
              <c:numCache>
                <c:formatCode>0.000</c:formatCode>
                <c:ptCount val="2"/>
                <c:pt idx="0">
                  <c:v>0</c:v>
                </c:pt>
                <c:pt idx="1">
                  <c:v>0</c:v>
                </c:pt>
              </c:numCache>
            </c:numRef>
          </c:yVal>
          <c:smooth val="0"/>
          <c:extLst>
            <c:ext uri="{C3380CC4-5D6E-409C-BE32-E72D297353CC}">
              <ns2:uniqueId val="{00000002-B854-405C-9F68-568E07CEE2EE}"/>
            </c:ext>
          </c:extLst>
        </c:ser>
        <c:dLbls>
          <c:showLegendKey val="0"/>
          <c:showVal val="0"/>
          <c:showCatName val="0"/>
          <c:showSerName val="0"/>
          <c:showPercent val="0"/>
          <c:showBubbleSize val="0"/>
        </c:dLbls>
        <c:axId val="48650112"/>
        <c:axId val="48672768"/>
      </c:scatterChart>
      <c:valAx>
        <c:axId val="48672768"/>
        <c:scaling>
          <c:orientation val="minMax"/>
          <c:max val="0.0022"/>
          <c:min val="-2E-3"/>
        </c:scaling>
        <c:delete val="0"/>
        <c:axPos val="l"/>
        <c:majorGridlines>
          <c:spPr>
            <a:ln w="7620">
              <a:solidFill>
                <a:srgbClr val="D8DFDE"/>
              </a:solidFill>
            </a:ln>
          </c:spPr>
        </c:majorGridlines>
        <c:numFmt formatCode="0.000" sourceLinked="1"/>
        <c:majorTickMark val="none"/>
        <c:minorTickMark val="none"/>
        <c:tickLblPos val="low"/>
        <c:spPr>
          <a:ln w="9525">
            <a:solidFill>
              <a:srgbClr val="D4D4D4"/>
            </a:solidFill>
            <a:prstDash val="solid"/>
          </a:ln>
        </c:spPr>
        <c:txPr>
          <a:bodyPr anchorCtr="1"/>
          <a:lstStyle/>
          <a:p>
            <a:pPr>
              <a:defRPr sz="1425">
                <a:solidFill>
                  <a:srgbClr val="536873"/>
                </a:solidFill>
                <a:latin typeface="Arial"/>
                <a:ea typeface="Arial"/>
                <a:cs typeface="Arial"/>
              </a:defRPr>
            </a:pPr>
            <a:endParaRPr lang="zh-CN"/>
          </a:p>
        </c:txPr>
        <c:crossAx val="48650112"/>
        <c:crosses val="autoZero"/>
        <c:crossBetween val="midCat"/>
        <c:majorUnit val="1E-3"/>
      </c:valAx>
      <c:valAx>
        <c:axId val="48650112"/>
        <c:scaling>
          <c:orientation val="minMax"/>
          <c:max val="45"/>
          <c:min val="0"/>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425">
                <a:solidFill>
                  <a:srgbClr val="536873"/>
                </a:solidFill>
                <a:latin typeface="Arial"/>
                <a:ea typeface="Arial"/>
                <a:cs typeface="Arial"/>
              </a:defRPr>
            </a:pPr>
            <a:endParaRPr lang="zh-CN"/>
          </a:p>
        </c:txPr>
        <c:crossAx val="48672768"/>
        <c:crosses val="autoZero"/>
        <c:crossBetween val="midCat"/>
        <c:majorUnit val="15"/>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charts/chart6.xml><?xml version="1.0" encoding="utf-8"?>
<c:chartSpace xmlns:a="http://schemas.openxmlformats.org/drawingml/2006/main" xmlns:c="http://schemas.openxmlformats.org/drawingml/2006/chart" xmlns:ns2="http://schemas.microsoft.com/office/drawing/2014/chart" xmlns:r="http://schemas.openxmlformats.org/officeDocument/2006/relationships">
  <c:date1904 val="1"/>
  <c:lang val="zh-CN"/>
  <c:roundedCorners val="1"/>
  <c:style val="2"/>
  <c:chart>
    <c:autoTitleDeleted val="1"/>
    <c:plotArea>
      <c:layout/>
      <c:scatterChart>
        <c:scatterStyle val="lineMarker"/>
        <c:varyColors val="0"/>
        <c:ser>
          <c:idx val="0"/>
          <c:order val="0"/>
          <c:tx>
            <c:v>ATP</c:v>
          </c:tx>
          <c:spPr>
            <a:ln w="28575">
              <a:solidFill>
                <a:srgbClr val="087F8C"/>
              </a:solidFill>
              <a:prstDash val="solid"/>
            </a:ln>
          </c:spPr>
          <c:marker>
            <c:symbol val="none"/>
          </c:marker>
          <c:xVal>
            <c:numRef>
              <c:f>'Chart Data'!$A$2:$A$1502</c:f>
              <c:numCache>
                <c:formatCode>General</c:formatCode>
                <c:ptCount val="15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0.64</c:v>
                </c:pt>
                <c:pt idx="17">
                  <c:v>0.68</c:v>
                </c:pt>
                <c:pt idx="18">
                  <c:v>0.72</c:v>
                </c:pt>
                <c:pt idx="19">
                  <c:v>0.76</c:v>
                </c:pt>
                <c:pt idx="20">
                  <c:v>0.8</c:v>
                </c:pt>
                <c:pt idx="21">
                  <c:v>0.84</c:v>
                </c:pt>
                <c:pt idx="22">
                  <c:v>0.88</c:v>
                </c:pt>
                <c:pt idx="23">
                  <c:v>0.92</c:v>
                </c:pt>
                <c:pt idx="24">
                  <c:v>0.96</c:v>
                </c:pt>
                <c:pt idx="25">
                  <c:v>1</c:v>
                </c:pt>
                <c:pt idx="26">
                  <c:v>1.04</c:v>
                </c:pt>
                <c:pt idx="27">
                  <c:v>1.08</c:v>
                </c:pt>
                <c:pt idx="28">
                  <c:v>1.12</c:v>
                </c:pt>
                <c:pt idx="29">
                  <c:v>1.16</c:v>
                </c:pt>
                <c:pt idx="30">
                  <c:v>1.2</c:v>
                </c:pt>
                <c:pt idx="31">
                  <c:v>1.24</c:v>
                </c:pt>
                <c:pt idx="32">
                  <c:v>1.28</c:v>
                </c:pt>
                <c:pt idx="33">
                  <c:v>1.32</c:v>
                </c:pt>
                <c:pt idx="34">
                  <c:v>1.36</c:v>
                </c:pt>
                <c:pt idx="35">
                  <c:v>1.4</c:v>
                </c:pt>
                <c:pt idx="36">
                  <c:v>1.44</c:v>
                </c:pt>
                <c:pt idx="37">
                  <c:v>1.48</c:v>
                </c:pt>
                <c:pt idx="38">
                  <c:v>1.52</c:v>
                </c:pt>
                <c:pt idx="39">
                  <c:v>1.56</c:v>
                </c:pt>
                <c:pt idx="40">
                  <c:v>1.6</c:v>
                </c:pt>
                <c:pt idx="41">
                  <c:v>1.64</c:v>
                </c:pt>
                <c:pt idx="42">
                  <c:v>1.68</c:v>
                </c:pt>
                <c:pt idx="43">
                  <c:v>1.72</c:v>
                </c:pt>
                <c:pt idx="44">
                  <c:v>1.76</c:v>
                </c:pt>
                <c:pt idx="45">
                  <c:v>1.8</c:v>
                </c:pt>
                <c:pt idx="46">
                  <c:v>1.84</c:v>
                </c:pt>
                <c:pt idx="47">
                  <c:v>1.88</c:v>
                </c:pt>
                <c:pt idx="48">
                  <c:v>1.92</c:v>
                </c:pt>
                <c:pt idx="49">
                  <c:v>1.96</c:v>
                </c:pt>
                <c:pt idx="50">
                  <c:v>2</c:v>
                </c:pt>
                <c:pt idx="51">
                  <c:v>2.04</c:v>
                </c:pt>
                <c:pt idx="52">
                  <c:v>2.08</c:v>
                </c:pt>
                <c:pt idx="53">
                  <c:v>2.12</c:v>
                </c:pt>
                <c:pt idx="54">
                  <c:v>2.16</c:v>
                </c:pt>
                <c:pt idx="55">
                  <c:v>2.2</c:v>
                </c:pt>
                <c:pt idx="56">
                  <c:v>2.24</c:v>
                </c:pt>
                <c:pt idx="57">
                  <c:v>2.28</c:v>
                </c:pt>
                <c:pt idx="58">
                  <c:v>2.32</c:v>
                </c:pt>
                <c:pt idx="59">
                  <c:v>2.36</c:v>
                </c:pt>
                <c:pt idx="60">
                  <c:v>2.4</c:v>
                </c:pt>
                <c:pt idx="61">
                  <c:v>2.44</c:v>
                </c:pt>
                <c:pt idx="62">
                  <c:v>2.48</c:v>
                </c:pt>
                <c:pt idx="63">
                  <c:v>2.52</c:v>
                </c:pt>
                <c:pt idx="64">
                  <c:v>2.56</c:v>
                </c:pt>
                <c:pt idx="65">
                  <c:v>2.6</c:v>
                </c:pt>
                <c:pt idx="66">
                  <c:v>2.64</c:v>
                </c:pt>
                <c:pt idx="67">
                  <c:v>2.68</c:v>
                </c:pt>
                <c:pt idx="68">
                  <c:v>2.72</c:v>
                </c:pt>
                <c:pt idx="69">
                  <c:v>2.76</c:v>
                </c:pt>
                <c:pt idx="70">
                  <c:v>2.8</c:v>
                </c:pt>
                <c:pt idx="71">
                  <c:v>2.84</c:v>
                </c:pt>
                <c:pt idx="72">
                  <c:v>2.88</c:v>
                </c:pt>
                <c:pt idx="73">
                  <c:v>2.92</c:v>
                </c:pt>
                <c:pt idx="74">
                  <c:v>2.96</c:v>
                </c:pt>
                <c:pt idx="75">
                  <c:v>3</c:v>
                </c:pt>
                <c:pt idx="76">
                  <c:v>3.04</c:v>
                </c:pt>
                <c:pt idx="77">
                  <c:v>3.08</c:v>
                </c:pt>
                <c:pt idx="78">
                  <c:v>3.12</c:v>
                </c:pt>
                <c:pt idx="79">
                  <c:v>3.16</c:v>
                </c:pt>
                <c:pt idx="80">
                  <c:v>3.2</c:v>
                </c:pt>
                <c:pt idx="81">
                  <c:v>3.24</c:v>
                </c:pt>
                <c:pt idx="82">
                  <c:v>3.28</c:v>
                </c:pt>
                <c:pt idx="83">
                  <c:v>3.32</c:v>
                </c:pt>
                <c:pt idx="84">
                  <c:v>3.36</c:v>
                </c:pt>
                <c:pt idx="85">
                  <c:v>3.4</c:v>
                </c:pt>
                <c:pt idx="86">
                  <c:v>3.44</c:v>
                </c:pt>
                <c:pt idx="87">
                  <c:v>3.48</c:v>
                </c:pt>
                <c:pt idx="88">
                  <c:v>3.52</c:v>
                </c:pt>
                <c:pt idx="89">
                  <c:v>3.56</c:v>
                </c:pt>
                <c:pt idx="90">
                  <c:v>3.6</c:v>
                </c:pt>
                <c:pt idx="91">
                  <c:v>3.64</c:v>
                </c:pt>
                <c:pt idx="92">
                  <c:v>3.68</c:v>
                </c:pt>
                <c:pt idx="93">
                  <c:v>3.72</c:v>
                </c:pt>
                <c:pt idx="94">
                  <c:v>3.76</c:v>
                </c:pt>
                <c:pt idx="95">
                  <c:v>3.8</c:v>
                </c:pt>
                <c:pt idx="96">
                  <c:v>3.84</c:v>
                </c:pt>
                <c:pt idx="97">
                  <c:v>3.88</c:v>
                </c:pt>
                <c:pt idx="98">
                  <c:v>3.92</c:v>
                </c:pt>
                <c:pt idx="99">
                  <c:v>3.96</c:v>
                </c:pt>
                <c:pt idx="100">
                  <c:v>4</c:v>
                </c:pt>
                <c:pt idx="101">
                  <c:v>4.04</c:v>
                </c:pt>
                <c:pt idx="102">
                  <c:v>4.08</c:v>
                </c:pt>
                <c:pt idx="103">
                  <c:v>4.12</c:v>
                </c:pt>
                <c:pt idx="104">
                  <c:v>4.16</c:v>
                </c:pt>
                <c:pt idx="105">
                  <c:v>4.2</c:v>
                </c:pt>
                <c:pt idx="106">
                  <c:v>4.24</c:v>
                </c:pt>
                <c:pt idx="107">
                  <c:v>4.28</c:v>
                </c:pt>
                <c:pt idx="108">
                  <c:v>4.32</c:v>
                </c:pt>
                <c:pt idx="109">
                  <c:v>4.36</c:v>
                </c:pt>
                <c:pt idx="110">
                  <c:v>4.4</c:v>
                </c:pt>
                <c:pt idx="111">
                  <c:v>4.44</c:v>
                </c:pt>
                <c:pt idx="112">
                  <c:v>4.48</c:v>
                </c:pt>
                <c:pt idx="113">
                  <c:v>4.52</c:v>
                </c:pt>
                <c:pt idx="114">
                  <c:v>4.56</c:v>
                </c:pt>
                <c:pt idx="115">
                  <c:v>4.6</c:v>
                </c:pt>
                <c:pt idx="116">
                  <c:v>4.64</c:v>
                </c:pt>
                <c:pt idx="117">
                  <c:v>4.68</c:v>
                </c:pt>
                <c:pt idx="118">
                  <c:v>4.72</c:v>
                </c:pt>
                <c:pt idx="119">
                  <c:v>4.76</c:v>
                </c:pt>
                <c:pt idx="120">
                  <c:v>4.8</c:v>
                </c:pt>
                <c:pt idx="121">
                  <c:v>4.84</c:v>
                </c:pt>
                <c:pt idx="122">
                  <c:v>4.88</c:v>
                </c:pt>
                <c:pt idx="123">
                  <c:v>4.92</c:v>
                </c:pt>
                <c:pt idx="124">
                  <c:v>4.96</c:v>
                </c:pt>
                <c:pt idx="125">
                  <c:v>5</c:v>
                </c:pt>
                <c:pt idx="126">
                  <c:v>5.04</c:v>
                </c:pt>
                <c:pt idx="127">
                  <c:v>5.08</c:v>
                </c:pt>
                <c:pt idx="128">
                  <c:v>5.12</c:v>
                </c:pt>
                <c:pt idx="129">
                  <c:v>5.16</c:v>
                </c:pt>
                <c:pt idx="130">
                  <c:v>5.2</c:v>
                </c:pt>
                <c:pt idx="131">
                  <c:v>5.24</c:v>
                </c:pt>
                <c:pt idx="132">
                  <c:v>5.28</c:v>
                </c:pt>
                <c:pt idx="133">
                  <c:v>5.32</c:v>
                </c:pt>
                <c:pt idx="134">
                  <c:v>5.36</c:v>
                </c:pt>
                <c:pt idx="135">
                  <c:v>5.4</c:v>
                </c:pt>
                <c:pt idx="136">
                  <c:v>5.44</c:v>
                </c:pt>
                <c:pt idx="137">
                  <c:v>5.48</c:v>
                </c:pt>
                <c:pt idx="138">
                  <c:v>5.52</c:v>
                </c:pt>
                <c:pt idx="139">
                  <c:v>5.56</c:v>
                </c:pt>
                <c:pt idx="140">
                  <c:v>5.6</c:v>
                </c:pt>
                <c:pt idx="141">
                  <c:v>5.64</c:v>
                </c:pt>
                <c:pt idx="142">
                  <c:v>5.68</c:v>
                </c:pt>
                <c:pt idx="143">
                  <c:v>5.72</c:v>
                </c:pt>
                <c:pt idx="144">
                  <c:v>5.76</c:v>
                </c:pt>
                <c:pt idx="145">
                  <c:v>5.8</c:v>
                </c:pt>
                <c:pt idx="146">
                  <c:v>5.84</c:v>
                </c:pt>
                <c:pt idx="147">
                  <c:v>5.88</c:v>
                </c:pt>
                <c:pt idx="148">
                  <c:v>5.92</c:v>
                </c:pt>
                <c:pt idx="149">
                  <c:v>5.96</c:v>
                </c:pt>
                <c:pt idx="150">
                  <c:v>6</c:v>
                </c:pt>
                <c:pt idx="151">
                  <c:v>6.04</c:v>
                </c:pt>
                <c:pt idx="152">
                  <c:v>6.08</c:v>
                </c:pt>
                <c:pt idx="153">
                  <c:v>6.12</c:v>
                </c:pt>
                <c:pt idx="154">
                  <c:v>6.16</c:v>
                </c:pt>
                <c:pt idx="155">
                  <c:v>6.2</c:v>
                </c:pt>
                <c:pt idx="156">
                  <c:v>6.24</c:v>
                </c:pt>
                <c:pt idx="157">
                  <c:v>6.28</c:v>
                </c:pt>
                <c:pt idx="158">
                  <c:v>6.32</c:v>
                </c:pt>
                <c:pt idx="159">
                  <c:v>6.36</c:v>
                </c:pt>
                <c:pt idx="160">
                  <c:v>6.4</c:v>
                </c:pt>
                <c:pt idx="161">
                  <c:v>6.44</c:v>
                </c:pt>
                <c:pt idx="162">
                  <c:v>6.48</c:v>
                </c:pt>
                <c:pt idx="163">
                  <c:v>6.52</c:v>
                </c:pt>
                <c:pt idx="164">
                  <c:v>6.56</c:v>
                </c:pt>
                <c:pt idx="165">
                  <c:v>6.6</c:v>
                </c:pt>
                <c:pt idx="166">
                  <c:v>6.64</c:v>
                </c:pt>
                <c:pt idx="167">
                  <c:v>6.68</c:v>
                </c:pt>
                <c:pt idx="168">
                  <c:v>6.72</c:v>
                </c:pt>
                <c:pt idx="169">
                  <c:v>6.76</c:v>
                </c:pt>
                <c:pt idx="170">
                  <c:v>6.8</c:v>
                </c:pt>
                <c:pt idx="171">
                  <c:v>6.84</c:v>
                </c:pt>
                <c:pt idx="172">
                  <c:v>6.88</c:v>
                </c:pt>
                <c:pt idx="173">
                  <c:v>6.92</c:v>
                </c:pt>
                <c:pt idx="174">
                  <c:v>6.96</c:v>
                </c:pt>
                <c:pt idx="175">
                  <c:v>7</c:v>
                </c:pt>
                <c:pt idx="176">
                  <c:v>7.04</c:v>
                </c:pt>
                <c:pt idx="177">
                  <c:v>7.08</c:v>
                </c:pt>
                <c:pt idx="178">
                  <c:v>7.12</c:v>
                </c:pt>
                <c:pt idx="179">
                  <c:v>7.16</c:v>
                </c:pt>
                <c:pt idx="180">
                  <c:v>7.2</c:v>
                </c:pt>
                <c:pt idx="181">
                  <c:v>7.24</c:v>
                </c:pt>
                <c:pt idx="182">
                  <c:v>7.28</c:v>
                </c:pt>
                <c:pt idx="183">
                  <c:v>7.32</c:v>
                </c:pt>
                <c:pt idx="184">
                  <c:v>7.36</c:v>
                </c:pt>
                <c:pt idx="185">
                  <c:v>7.4</c:v>
                </c:pt>
                <c:pt idx="186">
                  <c:v>7.44</c:v>
                </c:pt>
                <c:pt idx="187">
                  <c:v>7.48</c:v>
                </c:pt>
                <c:pt idx="188">
                  <c:v>7.52</c:v>
                </c:pt>
                <c:pt idx="189">
                  <c:v>7.56</c:v>
                </c:pt>
                <c:pt idx="190">
                  <c:v>7.6</c:v>
                </c:pt>
                <c:pt idx="191">
                  <c:v>7.64</c:v>
                </c:pt>
                <c:pt idx="192">
                  <c:v>7.68</c:v>
                </c:pt>
                <c:pt idx="193">
                  <c:v>7.72</c:v>
                </c:pt>
                <c:pt idx="194">
                  <c:v>7.76</c:v>
                </c:pt>
                <c:pt idx="195">
                  <c:v>7.8</c:v>
                </c:pt>
                <c:pt idx="196">
                  <c:v>7.84</c:v>
                </c:pt>
                <c:pt idx="197">
                  <c:v>7.88</c:v>
                </c:pt>
                <c:pt idx="198">
                  <c:v>7.92</c:v>
                </c:pt>
                <c:pt idx="199">
                  <c:v>7.96</c:v>
                </c:pt>
                <c:pt idx="200">
                  <c:v>8</c:v>
                </c:pt>
                <c:pt idx="201">
                  <c:v>8.04</c:v>
                </c:pt>
                <c:pt idx="202">
                  <c:v>8.08</c:v>
                </c:pt>
                <c:pt idx="203">
                  <c:v>8.12</c:v>
                </c:pt>
                <c:pt idx="204">
                  <c:v>8.16</c:v>
                </c:pt>
                <c:pt idx="205">
                  <c:v>8.2</c:v>
                </c:pt>
                <c:pt idx="206">
                  <c:v>8.24</c:v>
                </c:pt>
                <c:pt idx="207">
                  <c:v>8.28</c:v>
                </c:pt>
                <c:pt idx="208">
                  <c:v>8.32</c:v>
                </c:pt>
                <c:pt idx="209">
                  <c:v>8.36</c:v>
                </c:pt>
                <c:pt idx="210">
                  <c:v>8.4</c:v>
                </c:pt>
                <c:pt idx="211">
                  <c:v>8.44</c:v>
                </c:pt>
                <c:pt idx="212">
                  <c:v>8.48</c:v>
                </c:pt>
                <c:pt idx="213">
                  <c:v>8.52</c:v>
                </c:pt>
                <c:pt idx="214">
                  <c:v>8.56</c:v>
                </c:pt>
                <c:pt idx="215">
                  <c:v>8.6</c:v>
                </c:pt>
                <c:pt idx="216">
                  <c:v>8.64</c:v>
                </c:pt>
                <c:pt idx="217">
                  <c:v>8.68</c:v>
                </c:pt>
                <c:pt idx="218">
                  <c:v>8.72</c:v>
                </c:pt>
                <c:pt idx="219">
                  <c:v>8.76</c:v>
                </c:pt>
                <c:pt idx="220">
                  <c:v>8.8</c:v>
                </c:pt>
                <c:pt idx="221">
                  <c:v>8.84</c:v>
                </c:pt>
                <c:pt idx="222">
                  <c:v>8.88</c:v>
                </c:pt>
                <c:pt idx="223">
                  <c:v>8.92</c:v>
                </c:pt>
                <c:pt idx="224">
                  <c:v>8.96</c:v>
                </c:pt>
                <c:pt idx="225">
                  <c:v>9</c:v>
                </c:pt>
                <c:pt idx="226">
                  <c:v>9.04</c:v>
                </c:pt>
                <c:pt idx="227">
                  <c:v>9.08</c:v>
                </c:pt>
                <c:pt idx="228">
                  <c:v>9.12</c:v>
                </c:pt>
                <c:pt idx="229">
                  <c:v>9.16</c:v>
                </c:pt>
                <c:pt idx="230">
                  <c:v>9.2</c:v>
                </c:pt>
                <c:pt idx="231">
                  <c:v>9.24</c:v>
                </c:pt>
                <c:pt idx="232">
                  <c:v>9.28</c:v>
                </c:pt>
                <c:pt idx="233">
                  <c:v>9.32</c:v>
                </c:pt>
                <c:pt idx="234">
                  <c:v>9.36</c:v>
                </c:pt>
                <c:pt idx="235">
                  <c:v>9.4</c:v>
                </c:pt>
                <c:pt idx="236">
                  <c:v>9.44</c:v>
                </c:pt>
                <c:pt idx="237">
                  <c:v>9.48</c:v>
                </c:pt>
                <c:pt idx="238">
                  <c:v>9.52</c:v>
                </c:pt>
                <c:pt idx="239">
                  <c:v>9.56</c:v>
                </c:pt>
                <c:pt idx="240">
                  <c:v>9.6</c:v>
                </c:pt>
                <c:pt idx="241">
                  <c:v>9.64</c:v>
                </c:pt>
                <c:pt idx="242">
                  <c:v>9.68</c:v>
                </c:pt>
                <c:pt idx="243">
                  <c:v>9.72</c:v>
                </c:pt>
                <c:pt idx="244">
                  <c:v>9.76</c:v>
                </c:pt>
                <c:pt idx="245">
                  <c:v>9.8</c:v>
                </c:pt>
                <c:pt idx="246">
                  <c:v>9.84</c:v>
                </c:pt>
                <c:pt idx="247">
                  <c:v>9.88</c:v>
                </c:pt>
                <c:pt idx="248">
                  <c:v>9.92</c:v>
                </c:pt>
                <c:pt idx="249">
                  <c:v>9.96</c:v>
                </c:pt>
                <c:pt idx="250">
                  <c:v>10</c:v>
                </c:pt>
                <c:pt idx="251">
                  <c:v>10.04</c:v>
                </c:pt>
                <c:pt idx="252">
                  <c:v>10.08</c:v>
                </c:pt>
                <c:pt idx="253">
                  <c:v>10.12</c:v>
                </c:pt>
                <c:pt idx="254">
                  <c:v>10.16</c:v>
                </c:pt>
                <c:pt idx="255">
                  <c:v>10.2</c:v>
                </c:pt>
                <c:pt idx="256">
                  <c:v>10.24</c:v>
                </c:pt>
                <c:pt idx="257">
                  <c:v>10.28</c:v>
                </c:pt>
                <c:pt idx="258">
                  <c:v>10.32</c:v>
                </c:pt>
                <c:pt idx="259">
                  <c:v>10.36</c:v>
                </c:pt>
                <c:pt idx="260">
                  <c:v>10.4</c:v>
                </c:pt>
                <c:pt idx="261">
                  <c:v>10.44</c:v>
                </c:pt>
                <c:pt idx="262">
                  <c:v>10.48</c:v>
                </c:pt>
                <c:pt idx="263">
                  <c:v>10.52</c:v>
                </c:pt>
                <c:pt idx="264">
                  <c:v>10.56</c:v>
                </c:pt>
                <c:pt idx="265">
                  <c:v>10.6</c:v>
                </c:pt>
                <c:pt idx="266">
                  <c:v>10.64</c:v>
                </c:pt>
                <c:pt idx="267">
                  <c:v>10.68</c:v>
                </c:pt>
                <c:pt idx="268">
                  <c:v>10.72</c:v>
                </c:pt>
                <c:pt idx="269">
                  <c:v>10.76</c:v>
                </c:pt>
                <c:pt idx="270">
                  <c:v>10.8</c:v>
                </c:pt>
                <c:pt idx="271">
                  <c:v>10.84</c:v>
                </c:pt>
                <c:pt idx="272">
                  <c:v>10.88</c:v>
                </c:pt>
                <c:pt idx="273">
                  <c:v>10.92</c:v>
                </c:pt>
                <c:pt idx="274">
                  <c:v>10.96</c:v>
                </c:pt>
                <c:pt idx="275">
                  <c:v>11</c:v>
                </c:pt>
                <c:pt idx="276">
                  <c:v>11.04</c:v>
                </c:pt>
                <c:pt idx="277">
                  <c:v>11.08</c:v>
                </c:pt>
                <c:pt idx="278">
                  <c:v>11.12</c:v>
                </c:pt>
                <c:pt idx="279">
                  <c:v>11.16</c:v>
                </c:pt>
                <c:pt idx="280">
                  <c:v>11.2</c:v>
                </c:pt>
                <c:pt idx="281">
                  <c:v>11.24</c:v>
                </c:pt>
                <c:pt idx="282">
                  <c:v>11.28</c:v>
                </c:pt>
                <c:pt idx="283">
                  <c:v>11.32</c:v>
                </c:pt>
                <c:pt idx="284">
                  <c:v>11.36</c:v>
                </c:pt>
                <c:pt idx="285">
                  <c:v>11.4</c:v>
                </c:pt>
                <c:pt idx="286">
                  <c:v>11.44</c:v>
                </c:pt>
                <c:pt idx="287">
                  <c:v>11.48</c:v>
                </c:pt>
                <c:pt idx="288">
                  <c:v>11.52</c:v>
                </c:pt>
                <c:pt idx="289">
                  <c:v>11.56</c:v>
                </c:pt>
                <c:pt idx="290">
                  <c:v>11.6</c:v>
                </c:pt>
                <c:pt idx="291">
                  <c:v>11.64</c:v>
                </c:pt>
                <c:pt idx="292">
                  <c:v>11.68</c:v>
                </c:pt>
                <c:pt idx="293">
                  <c:v>11.72</c:v>
                </c:pt>
                <c:pt idx="294">
                  <c:v>11.76</c:v>
                </c:pt>
                <c:pt idx="295">
                  <c:v>11.8</c:v>
                </c:pt>
                <c:pt idx="296">
                  <c:v>11.84</c:v>
                </c:pt>
                <c:pt idx="297">
                  <c:v>11.88</c:v>
                </c:pt>
                <c:pt idx="298">
                  <c:v>11.92</c:v>
                </c:pt>
                <c:pt idx="299">
                  <c:v>11.96</c:v>
                </c:pt>
                <c:pt idx="300">
                  <c:v>12</c:v>
                </c:pt>
                <c:pt idx="301">
                  <c:v>12.04</c:v>
                </c:pt>
                <c:pt idx="302">
                  <c:v>12.08</c:v>
                </c:pt>
                <c:pt idx="303">
                  <c:v>12.12</c:v>
                </c:pt>
                <c:pt idx="304">
                  <c:v>12.16</c:v>
                </c:pt>
                <c:pt idx="305">
                  <c:v>12.2</c:v>
                </c:pt>
                <c:pt idx="306">
                  <c:v>12.24</c:v>
                </c:pt>
                <c:pt idx="307">
                  <c:v>12.28</c:v>
                </c:pt>
                <c:pt idx="308">
                  <c:v>12.32</c:v>
                </c:pt>
                <c:pt idx="309">
                  <c:v>12.36</c:v>
                </c:pt>
                <c:pt idx="310">
                  <c:v>12.4</c:v>
                </c:pt>
                <c:pt idx="311">
                  <c:v>12.44</c:v>
                </c:pt>
                <c:pt idx="312">
                  <c:v>12.48</c:v>
                </c:pt>
                <c:pt idx="313">
                  <c:v>12.52</c:v>
                </c:pt>
                <c:pt idx="314">
                  <c:v>12.56</c:v>
                </c:pt>
                <c:pt idx="315">
                  <c:v>12.6</c:v>
                </c:pt>
                <c:pt idx="316">
                  <c:v>12.64</c:v>
                </c:pt>
                <c:pt idx="317">
                  <c:v>12.68</c:v>
                </c:pt>
                <c:pt idx="318">
                  <c:v>12.72</c:v>
                </c:pt>
                <c:pt idx="319">
                  <c:v>12.76</c:v>
                </c:pt>
                <c:pt idx="320">
                  <c:v>12.8</c:v>
                </c:pt>
                <c:pt idx="321">
                  <c:v>12.84</c:v>
                </c:pt>
                <c:pt idx="322">
                  <c:v>12.88</c:v>
                </c:pt>
                <c:pt idx="323">
                  <c:v>12.92</c:v>
                </c:pt>
                <c:pt idx="324">
                  <c:v>12.96</c:v>
                </c:pt>
                <c:pt idx="325">
                  <c:v>13</c:v>
                </c:pt>
                <c:pt idx="326">
                  <c:v>13.04</c:v>
                </c:pt>
                <c:pt idx="327">
                  <c:v>13.08</c:v>
                </c:pt>
                <c:pt idx="328">
                  <c:v>13.12</c:v>
                </c:pt>
                <c:pt idx="329">
                  <c:v>13.16</c:v>
                </c:pt>
                <c:pt idx="330">
                  <c:v>13.2</c:v>
                </c:pt>
                <c:pt idx="331">
                  <c:v>13.24</c:v>
                </c:pt>
                <c:pt idx="332">
                  <c:v>13.28</c:v>
                </c:pt>
                <c:pt idx="333">
                  <c:v>13.32</c:v>
                </c:pt>
                <c:pt idx="334">
                  <c:v>13.36</c:v>
                </c:pt>
                <c:pt idx="335">
                  <c:v>13.4</c:v>
                </c:pt>
                <c:pt idx="336">
                  <c:v>13.44</c:v>
                </c:pt>
                <c:pt idx="337">
                  <c:v>13.48</c:v>
                </c:pt>
                <c:pt idx="338">
                  <c:v>13.52</c:v>
                </c:pt>
                <c:pt idx="339">
                  <c:v>13.56</c:v>
                </c:pt>
                <c:pt idx="340">
                  <c:v>13.6</c:v>
                </c:pt>
                <c:pt idx="341">
                  <c:v>13.64</c:v>
                </c:pt>
                <c:pt idx="342">
                  <c:v>13.68</c:v>
                </c:pt>
                <c:pt idx="343">
                  <c:v>13.72</c:v>
                </c:pt>
                <c:pt idx="344">
                  <c:v>13.76</c:v>
                </c:pt>
                <c:pt idx="345">
                  <c:v>13.8</c:v>
                </c:pt>
                <c:pt idx="346">
                  <c:v>13.84</c:v>
                </c:pt>
                <c:pt idx="347">
                  <c:v>13.88</c:v>
                </c:pt>
                <c:pt idx="348">
                  <c:v>13.92</c:v>
                </c:pt>
                <c:pt idx="349">
                  <c:v>13.96</c:v>
                </c:pt>
                <c:pt idx="350">
                  <c:v>14</c:v>
                </c:pt>
                <c:pt idx="351">
                  <c:v>14.04</c:v>
                </c:pt>
                <c:pt idx="352">
                  <c:v>14.08</c:v>
                </c:pt>
                <c:pt idx="353">
                  <c:v>14.12</c:v>
                </c:pt>
                <c:pt idx="354">
                  <c:v>14.16</c:v>
                </c:pt>
                <c:pt idx="355">
                  <c:v>14.2</c:v>
                </c:pt>
                <c:pt idx="356">
                  <c:v>14.24</c:v>
                </c:pt>
                <c:pt idx="357">
                  <c:v>14.28</c:v>
                </c:pt>
                <c:pt idx="358">
                  <c:v>14.32</c:v>
                </c:pt>
                <c:pt idx="359">
                  <c:v>14.36</c:v>
                </c:pt>
                <c:pt idx="360">
                  <c:v>14.4</c:v>
                </c:pt>
                <c:pt idx="361">
                  <c:v>14.44</c:v>
                </c:pt>
                <c:pt idx="362">
                  <c:v>14.48</c:v>
                </c:pt>
                <c:pt idx="363">
                  <c:v>14.52</c:v>
                </c:pt>
                <c:pt idx="364">
                  <c:v>14.56</c:v>
                </c:pt>
                <c:pt idx="365">
                  <c:v>14.6</c:v>
                </c:pt>
                <c:pt idx="366">
                  <c:v>14.64</c:v>
                </c:pt>
                <c:pt idx="367">
                  <c:v>14.68</c:v>
                </c:pt>
                <c:pt idx="368">
                  <c:v>14.72</c:v>
                </c:pt>
                <c:pt idx="369">
                  <c:v>14.76</c:v>
                </c:pt>
                <c:pt idx="370">
                  <c:v>14.8</c:v>
                </c:pt>
                <c:pt idx="371">
                  <c:v>14.84</c:v>
                </c:pt>
                <c:pt idx="372">
                  <c:v>14.88</c:v>
                </c:pt>
                <c:pt idx="373">
                  <c:v>14.92</c:v>
                </c:pt>
                <c:pt idx="374">
                  <c:v>14.96</c:v>
                </c:pt>
                <c:pt idx="375">
                  <c:v>15</c:v>
                </c:pt>
                <c:pt idx="376">
                  <c:v>15.04</c:v>
                </c:pt>
                <c:pt idx="377">
                  <c:v>15.08</c:v>
                </c:pt>
                <c:pt idx="378">
                  <c:v>15.12</c:v>
                </c:pt>
                <c:pt idx="379">
                  <c:v>15.16</c:v>
                </c:pt>
                <c:pt idx="380">
                  <c:v>15.2</c:v>
                </c:pt>
                <c:pt idx="381">
                  <c:v>15.24</c:v>
                </c:pt>
                <c:pt idx="382">
                  <c:v>15.28</c:v>
                </c:pt>
                <c:pt idx="383">
                  <c:v>15.32</c:v>
                </c:pt>
                <c:pt idx="384">
                  <c:v>15.36</c:v>
                </c:pt>
                <c:pt idx="385">
                  <c:v>15.4</c:v>
                </c:pt>
                <c:pt idx="386">
                  <c:v>15.44</c:v>
                </c:pt>
                <c:pt idx="387">
                  <c:v>15.48</c:v>
                </c:pt>
                <c:pt idx="388">
                  <c:v>15.52</c:v>
                </c:pt>
                <c:pt idx="389">
                  <c:v>15.56</c:v>
                </c:pt>
                <c:pt idx="390">
                  <c:v>15.6</c:v>
                </c:pt>
                <c:pt idx="391">
                  <c:v>15.64</c:v>
                </c:pt>
                <c:pt idx="392">
                  <c:v>15.68</c:v>
                </c:pt>
                <c:pt idx="393">
                  <c:v>15.72</c:v>
                </c:pt>
                <c:pt idx="394">
                  <c:v>15.76</c:v>
                </c:pt>
                <c:pt idx="395">
                  <c:v>15.8</c:v>
                </c:pt>
                <c:pt idx="396">
                  <c:v>15.84</c:v>
                </c:pt>
                <c:pt idx="397">
                  <c:v>15.88</c:v>
                </c:pt>
                <c:pt idx="398">
                  <c:v>15.92</c:v>
                </c:pt>
                <c:pt idx="399">
                  <c:v>15.96</c:v>
                </c:pt>
                <c:pt idx="400">
                  <c:v>16</c:v>
                </c:pt>
                <c:pt idx="401">
                  <c:v>16.04</c:v>
                </c:pt>
                <c:pt idx="402">
                  <c:v>16.08</c:v>
                </c:pt>
                <c:pt idx="403">
                  <c:v>16.12</c:v>
                </c:pt>
                <c:pt idx="404">
                  <c:v>16.16</c:v>
                </c:pt>
                <c:pt idx="405">
                  <c:v>16.2</c:v>
                </c:pt>
                <c:pt idx="406">
                  <c:v>16.24</c:v>
                </c:pt>
                <c:pt idx="407">
                  <c:v>16.28</c:v>
                </c:pt>
                <c:pt idx="408">
                  <c:v>16.32</c:v>
                </c:pt>
                <c:pt idx="409">
                  <c:v>16.36</c:v>
                </c:pt>
                <c:pt idx="410">
                  <c:v>16.4</c:v>
                </c:pt>
                <c:pt idx="411">
                  <c:v>16.44</c:v>
                </c:pt>
                <c:pt idx="412">
                  <c:v>16.48</c:v>
                </c:pt>
                <c:pt idx="413">
                  <c:v>16.52</c:v>
                </c:pt>
                <c:pt idx="414">
                  <c:v>16.56</c:v>
                </c:pt>
                <c:pt idx="415">
                  <c:v>16.6</c:v>
                </c:pt>
                <c:pt idx="416">
                  <c:v>16.64</c:v>
                </c:pt>
                <c:pt idx="417">
                  <c:v>16.68</c:v>
                </c:pt>
                <c:pt idx="418">
                  <c:v>16.72</c:v>
                </c:pt>
                <c:pt idx="419">
                  <c:v>16.76</c:v>
                </c:pt>
                <c:pt idx="420">
                  <c:v>16.8</c:v>
                </c:pt>
                <c:pt idx="421">
                  <c:v>16.84</c:v>
                </c:pt>
                <c:pt idx="422">
                  <c:v>16.88</c:v>
                </c:pt>
                <c:pt idx="423">
                  <c:v>16.92</c:v>
                </c:pt>
                <c:pt idx="424">
                  <c:v>16.96</c:v>
                </c:pt>
                <c:pt idx="425">
                  <c:v>17</c:v>
                </c:pt>
                <c:pt idx="426">
                  <c:v>17.04</c:v>
                </c:pt>
                <c:pt idx="427">
                  <c:v>17.08</c:v>
                </c:pt>
                <c:pt idx="428">
                  <c:v>17.12</c:v>
                </c:pt>
                <c:pt idx="429">
                  <c:v>17.16</c:v>
                </c:pt>
                <c:pt idx="430">
                  <c:v>17.2</c:v>
                </c:pt>
                <c:pt idx="431">
                  <c:v>17.24</c:v>
                </c:pt>
                <c:pt idx="432">
                  <c:v>17.28</c:v>
                </c:pt>
                <c:pt idx="433">
                  <c:v>17.32</c:v>
                </c:pt>
                <c:pt idx="434">
                  <c:v>17.36</c:v>
                </c:pt>
                <c:pt idx="435">
                  <c:v>17.4</c:v>
                </c:pt>
                <c:pt idx="436">
                  <c:v>17.44</c:v>
                </c:pt>
                <c:pt idx="437">
                  <c:v>17.48</c:v>
                </c:pt>
                <c:pt idx="438">
                  <c:v>17.52</c:v>
                </c:pt>
                <c:pt idx="439">
                  <c:v>17.56</c:v>
                </c:pt>
                <c:pt idx="440">
                  <c:v>17.6</c:v>
                </c:pt>
                <c:pt idx="441">
                  <c:v>17.64</c:v>
                </c:pt>
                <c:pt idx="442">
                  <c:v>17.68</c:v>
                </c:pt>
                <c:pt idx="443">
                  <c:v>17.72</c:v>
                </c:pt>
                <c:pt idx="444">
                  <c:v>17.76</c:v>
                </c:pt>
                <c:pt idx="445">
                  <c:v>17.8</c:v>
                </c:pt>
                <c:pt idx="446">
                  <c:v>17.84</c:v>
                </c:pt>
                <c:pt idx="447">
                  <c:v>17.88</c:v>
                </c:pt>
                <c:pt idx="448">
                  <c:v>17.92</c:v>
                </c:pt>
                <c:pt idx="449">
                  <c:v>17.96</c:v>
                </c:pt>
                <c:pt idx="450">
                  <c:v>18</c:v>
                </c:pt>
                <c:pt idx="451">
                  <c:v>18.04</c:v>
                </c:pt>
                <c:pt idx="452">
                  <c:v>18.08</c:v>
                </c:pt>
                <c:pt idx="453">
                  <c:v>18.12</c:v>
                </c:pt>
                <c:pt idx="454">
                  <c:v>18.16</c:v>
                </c:pt>
                <c:pt idx="455">
                  <c:v>18.2</c:v>
                </c:pt>
                <c:pt idx="456">
                  <c:v>18.24</c:v>
                </c:pt>
                <c:pt idx="457">
                  <c:v>18.28</c:v>
                </c:pt>
                <c:pt idx="458">
                  <c:v>18.32</c:v>
                </c:pt>
                <c:pt idx="459">
                  <c:v>18.36</c:v>
                </c:pt>
                <c:pt idx="460">
                  <c:v>18.4</c:v>
                </c:pt>
                <c:pt idx="461">
                  <c:v>18.44</c:v>
                </c:pt>
                <c:pt idx="462">
                  <c:v>18.48</c:v>
                </c:pt>
                <c:pt idx="463">
                  <c:v>18.52</c:v>
                </c:pt>
                <c:pt idx="464">
                  <c:v>18.56</c:v>
                </c:pt>
                <c:pt idx="465">
                  <c:v>18.6</c:v>
                </c:pt>
                <c:pt idx="466">
                  <c:v>18.64</c:v>
                </c:pt>
                <c:pt idx="467">
                  <c:v>18.68</c:v>
                </c:pt>
                <c:pt idx="468">
                  <c:v>18.72</c:v>
                </c:pt>
                <c:pt idx="469">
                  <c:v>18.76</c:v>
                </c:pt>
                <c:pt idx="470">
                  <c:v>18.8</c:v>
                </c:pt>
                <c:pt idx="471">
                  <c:v>18.84</c:v>
                </c:pt>
                <c:pt idx="472">
                  <c:v>18.88</c:v>
                </c:pt>
                <c:pt idx="473">
                  <c:v>18.92</c:v>
                </c:pt>
                <c:pt idx="474">
                  <c:v>18.96</c:v>
                </c:pt>
                <c:pt idx="475">
                  <c:v>19</c:v>
                </c:pt>
                <c:pt idx="476">
                  <c:v>19.04</c:v>
                </c:pt>
                <c:pt idx="477">
                  <c:v>19.08</c:v>
                </c:pt>
                <c:pt idx="478">
                  <c:v>19.12</c:v>
                </c:pt>
                <c:pt idx="479">
                  <c:v>19.16</c:v>
                </c:pt>
                <c:pt idx="480">
                  <c:v>19.2</c:v>
                </c:pt>
                <c:pt idx="481">
                  <c:v>19.24</c:v>
                </c:pt>
                <c:pt idx="482">
                  <c:v>19.28</c:v>
                </c:pt>
                <c:pt idx="483">
                  <c:v>19.32</c:v>
                </c:pt>
                <c:pt idx="484">
                  <c:v>19.36</c:v>
                </c:pt>
                <c:pt idx="485">
                  <c:v>19.4</c:v>
                </c:pt>
                <c:pt idx="486">
                  <c:v>19.44</c:v>
                </c:pt>
                <c:pt idx="487">
                  <c:v>19.48</c:v>
                </c:pt>
                <c:pt idx="488">
                  <c:v>19.52</c:v>
                </c:pt>
                <c:pt idx="489">
                  <c:v>19.56</c:v>
                </c:pt>
                <c:pt idx="490">
                  <c:v>19.6</c:v>
                </c:pt>
                <c:pt idx="491">
                  <c:v>19.64</c:v>
                </c:pt>
                <c:pt idx="492">
                  <c:v>19.68</c:v>
                </c:pt>
                <c:pt idx="493">
                  <c:v>19.72</c:v>
                </c:pt>
                <c:pt idx="494">
                  <c:v>19.76</c:v>
                </c:pt>
                <c:pt idx="495">
                  <c:v>19.8</c:v>
                </c:pt>
                <c:pt idx="496">
                  <c:v>19.84</c:v>
                </c:pt>
                <c:pt idx="497">
                  <c:v>19.88</c:v>
                </c:pt>
                <c:pt idx="498">
                  <c:v>19.92</c:v>
                </c:pt>
                <c:pt idx="499">
                  <c:v>19.96</c:v>
                </c:pt>
                <c:pt idx="500">
                  <c:v>20</c:v>
                </c:pt>
                <c:pt idx="501">
                  <c:v>20.04</c:v>
                </c:pt>
                <c:pt idx="502">
                  <c:v>20.08</c:v>
                </c:pt>
                <c:pt idx="503">
                  <c:v>20.12</c:v>
                </c:pt>
                <c:pt idx="504">
                  <c:v>20.16</c:v>
                </c:pt>
                <c:pt idx="505">
                  <c:v>20.2</c:v>
                </c:pt>
                <c:pt idx="506">
                  <c:v>20.24</c:v>
                </c:pt>
                <c:pt idx="507">
                  <c:v>20.28</c:v>
                </c:pt>
                <c:pt idx="508">
                  <c:v>20.32</c:v>
                </c:pt>
                <c:pt idx="509">
                  <c:v>20.36</c:v>
                </c:pt>
                <c:pt idx="510">
                  <c:v>20.4</c:v>
                </c:pt>
                <c:pt idx="511">
                  <c:v>20.44</c:v>
                </c:pt>
                <c:pt idx="512">
                  <c:v>20.48</c:v>
                </c:pt>
                <c:pt idx="513">
                  <c:v>20.52</c:v>
                </c:pt>
                <c:pt idx="514">
                  <c:v>20.56</c:v>
                </c:pt>
                <c:pt idx="515">
                  <c:v>20.6</c:v>
                </c:pt>
                <c:pt idx="516">
                  <c:v>20.64</c:v>
                </c:pt>
                <c:pt idx="517">
                  <c:v>20.68</c:v>
                </c:pt>
                <c:pt idx="518">
                  <c:v>20.72</c:v>
                </c:pt>
                <c:pt idx="519">
                  <c:v>20.76</c:v>
                </c:pt>
                <c:pt idx="520">
                  <c:v>20.8</c:v>
                </c:pt>
                <c:pt idx="521">
                  <c:v>20.84</c:v>
                </c:pt>
                <c:pt idx="522">
                  <c:v>20.88</c:v>
                </c:pt>
                <c:pt idx="523">
                  <c:v>20.92</c:v>
                </c:pt>
                <c:pt idx="524">
                  <c:v>20.96</c:v>
                </c:pt>
                <c:pt idx="525">
                  <c:v>21</c:v>
                </c:pt>
                <c:pt idx="526">
                  <c:v>21.04</c:v>
                </c:pt>
                <c:pt idx="527">
                  <c:v>21.08</c:v>
                </c:pt>
                <c:pt idx="528">
                  <c:v>21.12</c:v>
                </c:pt>
                <c:pt idx="529">
                  <c:v>21.16</c:v>
                </c:pt>
                <c:pt idx="530">
                  <c:v>21.2</c:v>
                </c:pt>
                <c:pt idx="531">
                  <c:v>21.24</c:v>
                </c:pt>
                <c:pt idx="532">
                  <c:v>21.28</c:v>
                </c:pt>
                <c:pt idx="533">
                  <c:v>21.32</c:v>
                </c:pt>
                <c:pt idx="534">
                  <c:v>21.36</c:v>
                </c:pt>
                <c:pt idx="535">
                  <c:v>21.4</c:v>
                </c:pt>
                <c:pt idx="536">
                  <c:v>21.44</c:v>
                </c:pt>
                <c:pt idx="537">
                  <c:v>21.48</c:v>
                </c:pt>
                <c:pt idx="538">
                  <c:v>21.52</c:v>
                </c:pt>
                <c:pt idx="539">
                  <c:v>21.56</c:v>
                </c:pt>
                <c:pt idx="540">
                  <c:v>21.6</c:v>
                </c:pt>
                <c:pt idx="541">
                  <c:v>21.64</c:v>
                </c:pt>
                <c:pt idx="542">
                  <c:v>21.68</c:v>
                </c:pt>
                <c:pt idx="543">
                  <c:v>21.72</c:v>
                </c:pt>
                <c:pt idx="544">
                  <c:v>21.76</c:v>
                </c:pt>
                <c:pt idx="545">
                  <c:v>21.8</c:v>
                </c:pt>
                <c:pt idx="546">
                  <c:v>21.84</c:v>
                </c:pt>
                <c:pt idx="547">
                  <c:v>21.88</c:v>
                </c:pt>
                <c:pt idx="548">
                  <c:v>21.92</c:v>
                </c:pt>
                <c:pt idx="549">
                  <c:v>21.96</c:v>
                </c:pt>
                <c:pt idx="550">
                  <c:v>22</c:v>
                </c:pt>
                <c:pt idx="551">
                  <c:v>22.04</c:v>
                </c:pt>
                <c:pt idx="552">
                  <c:v>22.08</c:v>
                </c:pt>
                <c:pt idx="553">
                  <c:v>22.12</c:v>
                </c:pt>
                <c:pt idx="554">
                  <c:v>22.16</c:v>
                </c:pt>
                <c:pt idx="555">
                  <c:v>22.2</c:v>
                </c:pt>
                <c:pt idx="556">
                  <c:v>22.24</c:v>
                </c:pt>
                <c:pt idx="557">
                  <c:v>22.28</c:v>
                </c:pt>
                <c:pt idx="558">
                  <c:v>22.32</c:v>
                </c:pt>
                <c:pt idx="559">
                  <c:v>22.36</c:v>
                </c:pt>
                <c:pt idx="560">
                  <c:v>22.4</c:v>
                </c:pt>
                <c:pt idx="561">
                  <c:v>22.44</c:v>
                </c:pt>
                <c:pt idx="562">
                  <c:v>22.48</c:v>
                </c:pt>
                <c:pt idx="563">
                  <c:v>22.52</c:v>
                </c:pt>
                <c:pt idx="564">
                  <c:v>22.56</c:v>
                </c:pt>
                <c:pt idx="565">
                  <c:v>22.6</c:v>
                </c:pt>
                <c:pt idx="566">
                  <c:v>22.64</c:v>
                </c:pt>
                <c:pt idx="567">
                  <c:v>22.68</c:v>
                </c:pt>
                <c:pt idx="568">
                  <c:v>22.72</c:v>
                </c:pt>
                <c:pt idx="569">
                  <c:v>22.76</c:v>
                </c:pt>
                <c:pt idx="570">
                  <c:v>22.8</c:v>
                </c:pt>
                <c:pt idx="571">
                  <c:v>22.84</c:v>
                </c:pt>
                <c:pt idx="572">
                  <c:v>22.88</c:v>
                </c:pt>
                <c:pt idx="573">
                  <c:v>22.92</c:v>
                </c:pt>
                <c:pt idx="574">
                  <c:v>22.96</c:v>
                </c:pt>
                <c:pt idx="575">
                  <c:v>23</c:v>
                </c:pt>
                <c:pt idx="576">
                  <c:v>23.04</c:v>
                </c:pt>
                <c:pt idx="577">
                  <c:v>23.08</c:v>
                </c:pt>
                <c:pt idx="578">
                  <c:v>23.12</c:v>
                </c:pt>
                <c:pt idx="579">
                  <c:v>23.16</c:v>
                </c:pt>
                <c:pt idx="580">
                  <c:v>23.2</c:v>
                </c:pt>
                <c:pt idx="581">
                  <c:v>23.24</c:v>
                </c:pt>
                <c:pt idx="582">
                  <c:v>23.28</c:v>
                </c:pt>
                <c:pt idx="583">
                  <c:v>23.32</c:v>
                </c:pt>
                <c:pt idx="584">
                  <c:v>23.36</c:v>
                </c:pt>
                <c:pt idx="585">
                  <c:v>23.4</c:v>
                </c:pt>
                <c:pt idx="586">
                  <c:v>23.44</c:v>
                </c:pt>
                <c:pt idx="587">
                  <c:v>23.48</c:v>
                </c:pt>
                <c:pt idx="588">
                  <c:v>23.52</c:v>
                </c:pt>
                <c:pt idx="589">
                  <c:v>23.56</c:v>
                </c:pt>
                <c:pt idx="590">
                  <c:v>23.6</c:v>
                </c:pt>
                <c:pt idx="591">
                  <c:v>23.64</c:v>
                </c:pt>
                <c:pt idx="592">
                  <c:v>23.68</c:v>
                </c:pt>
                <c:pt idx="593">
                  <c:v>23.72</c:v>
                </c:pt>
                <c:pt idx="594">
                  <c:v>23.76</c:v>
                </c:pt>
                <c:pt idx="595">
                  <c:v>23.8</c:v>
                </c:pt>
                <c:pt idx="596">
                  <c:v>23.84</c:v>
                </c:pt>
                <c:pt idx="597">
                  <c:v>23.88</c:v>
                </c:pt>
                <c:pt idx="598">
                  <c:v>23.92</c:v>
                </c:pt>
                <c:pt idx="599">
                  <c:v>23.96</c:v>
                </c:pt>
                <c:pt idx="600">
                  <c:v>24</c:v>
                </c:pt>
                <c:pt idx="601">
                  <c:v>24.04</c:v>
                </c:pt>
                <c:pt idx="602">
                  <c:v>24.08</c:v>
                </c:pt>
                <c:pt idx="603">
                  <c:v>24.12</c:v>
                </c:pt>
                <c:pt idx="604">
                  <c:v>24.16</c:v>
                </c:pt>
                <c:pt idx="605">
                  <c:v>24.2</c:v>
                </c:pt>
                <c:pt idx="606">
                  <c:v>24.24</c:v>
                </c:pt>
                <c:pt idx="607">
                  <c:v>24.28</c:v>
                </c:pt>
                <c:pt idx="608">
                  <c:v>24.32</c:v>
                </c:pt>
                <c:pt idx="609">
                  <c:v>24.36</c:v>
                </c:pt>
                <c:pt idx="610">
                  <c:v>24.4</c:v>
                </c:pt>
                <c:pt idx="611">
                  <c:v>24.44</c:v>
                </c:pt>
                <c:pt idx="612">
                  <c:v>24.48</c:v>
                </c:pt>
                <c:pt idx="613">
                  <c:v>24.52</c:v>
                </c:pt>
                <c:pt idx="614">
                  <c:v>24.56</c:v>
                </c:pt>
                <c:pt idx="615">
                  <c:v>24.6</c:v>
                </c:pt>
                <c:pt idx="616">
                  <c:v>24.64</c:v>
                </c:pt>
                <c:pt idx="617">
                  <c:v>24.68</c:v>
                </c:pt>
                <c:pt idx="618">
                  <c:v>24.72</c:v>
                </c:pt>
                <c:pt idx="619">
                  <c:v>24.76</c:v>
                </c:pt>
                <c:pt idx="620">
                  <c:v>24.8</c:v>
                </c:pt>
                <c:pt idx="621">
                  <c:v>24.84</c:v>
                </c:pt>
                <c:pt idx="622">
                  <c:v>24.88</c:v>
                </c:pt>
                <c:pt idx="623">
                  <c:v>24.92</c:v>
                </c:pt>
                <c:pt idx="624">
                  <c:v>24.96</c:v>
                </c:pt>
                <c:pt idx="625">
                  <c:v>25</c:v>
                </c:pt>
                <c:pt idx="626">
                  <c:v>25.04</c:v>
                </c:pt>
                <c:pt idx="627">
                  <c:v>25.08</c:v>
                </c:pt>
                <c:pt idx="628">
                  <c:v>25.12</c:v>
                </c:pt>
                <c:pt idx="629">
                  <c:v>25.16</c:v>
                </c:pt>
                <c:pt idx="630">
                  <c:v>25.2</c:v>
                </c:pt>
                <c:pt idx="631">
                  <c:v>25.24</c:v>
                </c:pt>
                <c:pt idx="632">
                  <c:v>25.28</c:v>
                </c:pt>
                <c:pt idx="633">
                  <c:v>25.32</c:v>
                </c:pt>
                <c:pt idx="634">
                  <c:v>25.36</c:v>
                </c:pt>
                <c:pt idx="635">
                  <c:v>25.4</c:v>
                </c:pt>
                <c:pt idx="636">
                  <c:v>25.44</c:v>
                </c:pt>
                <c:pt idx="637">
                  <c:v>25.48</c:v>
                </c:pt>
                <c:pt idx="638">
                  <c:v>25.52</c:v>
                </c:pt>
                <c:pt idx="639">
                  <c:v>25.56</c:v>
                </c:pt>
                <c:pt idx="640">
                  <c:v>25.6</c:v>
                </c:pt>
                <c:pt idx="641">
                  <c:v>25.64</c:v>
                </c:pt>
                <c:pt idx="642">
                  <c:v>25.68</c:v>
                </c:pt>
                <c:pt idx="643">
                  <c:v>25.72</c:v>
                </c:pt>
                <c:pt idx="644">
                  <c:v>25.76</c:v>
                </c:pt>
                <c:pt idx="645">
                  <c:v>25.8</c:v>
                </c:pt>
                <c:pt idx="646">
                  <c:v>25.84</c:v>
                </c:pt>
                <c:pt idx="647">
                  <c:v>25.88</c:v>
                </c:pt>
                <c:pt idx="648">
                  <c:v>25.92</c:v>
                </c:pt>
                <c:pt idx="649">
                  <c:v>25.96</c:v>
                </c:pt>
                <c:pt idx="650">
                  <c:v>26</c:v>
                </c:pt>
                <c:pt idx="651">
                  <c:v>26.04</c:v>
                </c:pt>
                <c:pt idx="652">
                  <c:v>26.08</c:v>
                </c:pt>
                <c:pt idx="653">
                  <c:v>26.12</c:v>
                </c:pt>
                <c:pt idx="654">
                  <c:v>26.16</c:v>
                </c:pt>
                <c:pt idx="655">
                  <c:v>26.2</c:v>
                </c:pt>
                <c:pt idx="656">
                  <c:v>26.24</c:v>
                </c:pt>
                <c:pt idx="657">
                  <c:v>26.28</c:v>
                </c:pt>
                <c:pt idx="658">
                  <c:v>26.32</c:v>
                </c:pt>
                <c:pt idx="659">
                  <c:v>26.36</c:v>
                </c:pt>
                <c:pt idx="660">
                  <c:v>26.4</c:v>
                </c:pt>
                <c:pt idx="661">
                  <c:v>26.44</c:v>
                </c:pt>
                <c:pt idx="662">
                  <c:v>26.48</c:v>
                </c:pt>
                <c:pt idx="663">
                  <c:v>26.52</c:v>
                </c:pt>
                <c:pt idx="664">
                  <c:v>26.56</c:v>
                </c:pt>
                <c:pt idx="665">
                  <c:v>26.6</c:v>
                </c:pt>
                <c:pt idx="666">
                  <c:v>26.64</c:v>
                </c:pt>
                <c:pt idx="667">
                  <c:v>26.68</c:v>
                </c:pt>
                <c:pt idx="668">
                  <c:v>26.72</c:v>
                </c:pt>
                <c:pt idx="669">
                  <c:v>26.76</c:v>
                </c:pt>
                <c:pt idx="670">
                  <c:v>26.8</c:v>
                </c:pt>
                <c:pt idx="671">
                  <c:v>26.84</c:v>
                </c:pt>
                <c:pt idx="672">
                  <c:v>26.88</c:v>
                </c:pt>
                <c:pt idx="673">
                  <c:v>26.92</c:v>
                </c:pt>
                <c:pt idx="674">
                  <c:v>26.96</c:v>
                </c:pt>
                <c:pt idx="675">
                  <c:v>27</c:v>
                </c:pt>
                <c:pt idx="676">
                  <c:v>27.04</c:v>
                </c:pt>
                <c:pt idx="677">
                  <c:v>27.08</c:v>
                </c:pt>
                <c:pt idx="678">
                  <c:v>27.12</c:v>
                </c:pt>
                <c:pt idx="679">
                  <c:v>27.16</c:v>
                </c:pt>
                <c:pt idx="680">
                  <c:v>27.2</c:v>
                </c:pt>
                <c:pt idx="681">
                  <c:v>27.24</c:v>
                </c:pt>
                <c:pt idx="682">
                  <c:v>27.28</c:v>
                </c:pt>
                <c:pt idx="683">
                  <c:v>27.32</c:v>
                </c:pt>
                <c:pt idx="684">
                  <c:v>27.36</c:v>
                </c:pt>
                <c:pt idx="685">
                  <c:v>27.4</c:v>
                </c:pt>
                <c:pt idx="686">
                  <c:v>27.44</c:v>
                </c:pt>
                <c:pt idx="687">
                  <c:v>27.48</c:v>
                </c:pt>
                <c:pt idx="688">
                  <c:v>27.52</c:v>
                </c:pt>
                <c:pt idx="689">
                  <c:v>27.56</c:v>
                </c:pt>
                <c:pt idx="690">
                  <c:v>27.6</c:v>
                </c:pt>
                <c:pt idx="691">
                  <c:v>27.64</c:v>
                </c:pt>
                <c:pt idx="692">
                  <c:v>27.68</c:v>
                </c:pt>
                <c:pt idx="693">
                  <c:v>27.72</c:v>
                </c:pt>
                <c:pt idx="694">
                  <c:v>27.76</c:v>
                </c:pt>
                <c:pt idx="695">
                  <c:v>27.8</c:v>
                </c:pt>
                <c:pt idx="696">
                  <c:v>27.84</c:v>
                </c:pt>
                <c:pt idx="697">
                  <c:v>27.88</c:v>
                </c:pt>
                <c:pt idx="698">
                  <c:v>27.92</c:v>
                </c:pt>
                <c:pt idx="699">
                  <c:v>27.96</c:v>
                </c:pt>
                <c:pt idx="700">
                  <c:v>28</c:v>
                </c:pt>
                <c:pt idx="701">
                  <c:v>28.04</c:v>
                </c:pt>
                <c:pt idx="702">
                  <c:v>28.08</c:v>
                </c:pt>
                <c:pt idx="703">
                  <c:v>28.12</c:v>
                </c:pt>
                <c:pt idx="704">
                  <c:v>28.16</c:v>
                </c:pt>
                <c:pt idx="705">
                  <c:v>28.2</c:v>
                </c:pt>
                <c:pt idx="706">
                  <c:v>28.24</c:v>
                </c:pt>
                <c:pt idx="707">
                  <c:v>28.28</c:v>
                </c:pt>
                <c:pt idx="708">
                  <c:v>28.32</c:v>
                </c:pt>
                <c:pt idx="709">
                  <c:v>28.36</c:v>
                </c:pt>
                <c:pt idx="710">
                  <c:v>28.4</c:v>
                </c:pt>
                <c:pt idx="711">
                  <c:v>28.44</c:v>
                </c:pt>
                <c:pt idx="712">
                  <c:v>28.48</c:v>
                </c:pt>
                <c:pt idx="713">
                  <c:v>28.52</c:v>
                </c:pt>
                <c:pt idx="714">
                  <c:v>28.56</c:v>
                </c:pt>
                <c:pt idx="715">
                  <c:v>28.6</c:v>
                </c:pt>
                <c:pt idx="716">
                  <c:v>28.64</c:v>
                </c:pt>
                <c:pt idx="717">
                  <c:v>28.68</c:v>
                </c:pt>
                <c:pt idx="718">
                  <c:v>28.72</c:v>
                </c:pt>
                <c:pt idx="719">
                  <c:v>28.76</c:v>
                </c:pt>
                <c:pt idx="720">
                  <c:v>28.8</c:v>
                </c:pt>
                <c:pt idx="721">
                  <c:v>28.84</c:v>
                </c:pt>
                <c:pt idx="722">
                  <c:v>28.88</c:v>
                </c:pt>
                <c:pt idx="723">
                  <c:v>28.92</c:v>
                </c:pt>
                <c:pt idx="724">
                  <c:v>28.96</c:v>
                </c:pt>
                <c:pt idx="725">
                  <c:v>29</c:v>
                </c:pt>
                <c:pt idx="726">
                  <c:v>29.04</c:v>
                </c:pt>
                <c:pt idx="727">
                  <c:v>29.08</c:v>
                </c:pt>
                <c:pt idx="728">
                  <c:v>29.12</c:v>
                </c:pt>
                <c:pt idx="729">
                  <c:v>29.16</c:v>
                </c:pt>
                <c:pt idx="730">
                  <c:v>29.2</c:v>
                </c:pt>
                <c:pt idx="731">
                  <c:v>29.24</c:v>
                </c:pt>
                <c:pt idx="732">
                  <c:v>29.28</c:v>
                </c:pt>
                <c:pt idx="733">
                  <c:v>29.32</c:v>
                </c:pt>
                <c:pt idx="734">
                  <c:v>29.36</c:v>
                </c:pt>
                <c:pt idx="735">
                  <c:v>29.4</c:v>
                </c:pt>
                <c:pt idx="736">
                  <c:v>29.44</c:v>
                </c:pt>
                <c:pt idx="737">
                  <c:v>29.48</c:v>
                </c:pt>
                <c:pt idx="738">
                  <c:v>29.52</c:v>
                </c:pt>
                <c:pt idx="739">
                  <c:v>29.56</c:v>
                </c:pt>
                <c:pt idx="740">
                  <c:v>29.6</c:v>
                </c:pt>
                <c:pt idx="741">
                  <c:v>29.64</c:v>
                </c:pt>
                <c:pt idx="742">
                  <c:v>29.68</c:v>
                </c:pt>
                <c:pt idx="743">
                  <c:v>29.72</c:v>
                </c:pt>
                <c:pt idx="744">
                  <c:v>29.76</c:v>
                </c:pt>
                <c:pt idx="745">
                  <c:v>29.8</c:v>
                </c:pt>
                <c:pt idx="746">
                  <c:v>29.84</c:v>
                </c:pt>
                <c:pt idx="747">
                  <c:v>29.88</c:v>
                </c:pt>
                <c:pt idx="748">
                  <c:v>29.92</c:v>
                </c:pt>
                <c:pt idx="749">
                  <c:v>29.96</c:v>
                </c:pt>
                <c:pt idx="750">
                  <c:v>30</c:v>
                </c:pt>
                <c:pt idx="751">
                  <c:v>30.04</c:v>
                </c:pt>
                <c:pt idx="752">
                  <c:v>30.08</c:v>
                </c:pt>
                <c:pt idx="753">
                  <c:v>30.12</c:v>
                </c:pt>
                <c:pt idx="754">
                  <c:v>30.16</c:v>
                </c:pt>
                <c:pt idx="755">
                  <c:v>30.2</c:v>
                </c:pt>
                <c:pt idx="756">
                  <c:v>30.24</c:v>
                </c:pt>
                <c:pt idx="757">
                  <c:v>30.28</c:v>
                </c:pt>
                <c:pt idx="758">
                  <c:v>30.32</c:v>
                </c:pt>
                <c:pt idx="759">
                  <c:v>30.36</c:v>
                </c:pt>
                <c:pt idx="760">
                  <c:v>30.4</c:v>
                </c:pt>
                <c:pt idx="761">
                  <c:v>30.44</c:v>
                </c:pt>
                <c:pt idx="762">
                  <c:v>30.48</c:v>
                </c:pt>
                <c:pt idx="763">
                  <c:v>30.52</c:v>
                </c:pt>
                <c:pt idx="764">
                  <c:v>30.56</c:v>
                </c:pt>
                <c:pt idx="765">
                  <c:v>30.6</c:v>
                </c:pt>
                <c:pt idx="766">
                  <c:v>30.64</c:v>
                </c:pt>
                <c:pt idx="767">
                  <c:v>30.68</c:v>
                </c:pt>
                <c:pt idx="768">
                  <c:v>30.72</c:v>
                </c:pt>
                <c:pt idx="769">
                  <c:v>30.76</c:v>
                </c:pt>
                <c:pt idx="770">
                  <c:v>30.8</c:v>
                </c:pt>
                <c:pt idx="771">
                  <c:v>30.84</c:v>
                </c:pt>
                <c:pt idx="772">
                  <c:v>30.88</c:v>
                </c:pt>
                <c:pt idx="773">
                  <c:v>30.92</c:v>
                </c:pt>
                <c:pt idx="774">
                  <c:v>30.96</c:v>
                </c:pt>
                <c:pt idx="775">
                  <c:v>31</c:v>
                </c:pt>
                <c:pt idx="776">
                  <c:v>31.04</c:v>
                </c:pt>
                <c:pt idx="777">
                  <c:v>31.08</c:v>
                </c:pt>
                <c:pt idx="778">
                  <c:v>31.12</c:v>
                </c:pt>
                <c:pt idx="779">
                  <c:v>31.16</c:v>
                </c:pt>
                <c:pt idx="780">
                  <c:v>31.2</c:v>
                </c:pt>
                <c:pt idx="781">
                  <c:v>31.24</c:v>
                </c:pt>
                <c:pt idx="782">
                  <c:v>31.28</c:v>
                </c:pt>
                <c:pt idx="783">
                  <c:v>31.32</c:v>
                </c:pt>
                <c:pt idx="784">
                  <c:v>31.36</c:v>
                </c:pt>
                <c:pt idx="785">
                  <c:v>31.4</c:v>
                </c:pt>
                <c:pt idx="786">
                  <c:v>31.44</c:v>
                </c:pt>
                <c:pt idx="787">
                  <c:v>31.48</c:v>
                </c:pt>
                <c:pt idx="788">
                  <c:v>31.52</c:v>
                </c:pt>
                <c:pt idx="789">
                  <c:v>31.56</c:v>
                </c:pt>
                <c:pt idx="790">
                  <c:v>31.6</c:v>
                </c:pt>
                <c:pt idx="791">
                  <c:v>31.64</c:v>
                </c:pt>
                <c:pt idx="792">
                  <c:v>31.68</c:v>
                </c:pt>
                <c:pt idx="793">
                  <c:v>31.72</c:v>
                </c:pt>
                <c:pt idx="794">
                  <c:v>31.76</c:v>
                </c:pt>
                <c:pt idx="795">
                  <c:v>31.8</c:v>
                </c:pt>
                <c:pt idx="796">
                  <c:v>31.84</c:v>
                </c:pt>
                <c:pt idx="797">
                  <c:v>31.88</c:v>
                </c:pt>
                <c:pt idx="798">
                  <c:v>31.92</c:v>
                </c:pt>
                <c:pt idx="799">
                  <c:v>31.96</c:v>
                </c:pt>
                <c:pt idx="800">
                  <c:v>32</c:v>
                </c:pt>
                <c:pt idx="801">
                  <c:v>32.04</c:v>
                </c:pt>
                <c:pt idx="802">
                  <c:v>32.08</c:v>
                </c:pt>
                <c:pt idx="803">
                  <c:v>32.12</c:v>
                </c:pt>
                <c:pt idx="804">
                  <c:v>32.16</c:v>
                </c:pt>
                <c:pt idx="805">
                  <c:v>32.2</c:v>
                </c:pt>
                <c:pt idx="806">
                  <c:v>32.24</c:v>
                </c:pt>
                <c:pt idx="807">
                  <c:v>32.28</c:v>
                </c:pt>
                <c:pt idx="808">
                  <c:v>32.32</c:v>
                </c:pt>
                <c:pt idx="809">
                  <c:v>32.36</c:v>
                </c:pt>
                <c:pt idx="810">
                  <c:v>32.4</c:v>
                </c:pt>
                <c:pt idx="811">
                  <c:v>32.44</c:v>
                </c:pt>
                <c:pt idx="812">
                  <c:v>32.48</c:v>
                </c:pt>
                <c:pt idx="813">
                  <c:v>32.52</c:v>
                </c:pt>
                <c:pt idx="814">
                  <c:v>32.56</c:v>
                </c:pt>
                <c:pt idx="815">
                  <c:v>32.6</c:v>
                </c:pt>
                <c:pt idx="816">
                  <c:v>32.64</c:v>
                </c:pt>
                <c:pt idx="817">
                  <c:v>32.68</c:v>
                </c:pt>
                <c:pt idx="818">
                  <c:v>32.72</c:v>
                </c:pt>
                <c:pt idx="819">
                  <c:v>32.76</c:v>
                </c:pt>
                <c:pt idx="820">
                  <c:v>32.8</c:v>
                </c:pt>
                <c:pt idx="821">
                  <c:v>32.84</c:v>
                </c:pt>
                <c:pt idx="822">
                  <c:v>32.88</c:v>
                </c:pt>
                <c:pt idx="823">
                  <c:v>32.92</c:v>
                </c:pt>
                <c:pt idx="824">
                  <c:v>32.96</c:v>
                </c:pt>
                <c:pt idx="825">
                  <c:v>33</c:v>
                </c:pt>
                <c:pt idx="826">
                  <c:v>33.04</c:v>
                </c:pt>
                <c:pt idx="827">
                  <c:v>33.08</c:v>
                </c:pt>
                <c:pt idx="828">
                  <c:v>33.12</c:v>
                </c:pt>
                <c:pt idx="829">
                  <c:v>33.16</c:v>
                </c:pt>
                <c:pt idx="830">
                  <c:v>33.2</c:v>
                </c:pt>
                <c:pt idx="831">
                  <c:v>33.24</c:v>
                </c:pt>
                <c:pt idx="832">
                  <c:v>33.28</c:v>
                </c:pt>
                <c:pt idx="833">
                  <c:v>33.32</c:v>
                </c:pt>
                <c:pt idx="834">
                  <c:v>33.36</c:v>
                </c:pt>
                <c:pt idx="835">
                  <c:v>33.4</c:v>
                </c:pt>
                <c:pt idx="836">
                  <c:v>33.44</c:v>
                </c:pt>
                <c:pt idx="837">
                  <c:v>33.48</c:v>
                </c:pt>
                <c:pt idx="838">
                  <c:v>33.52</c:v>
                </c:pt>
                <c:pt idx="839">
                  <c:v>33.56</c:v>
                </c:pt>
                <c:pt idx="840">
                  <c:v>33.6</c:v>
                </c:pt>
                <c:pt idx="841">
                  <c:v>33.64</c:v>
                </c:pt>
                <c:pt idx="842">
                  <c:v>33.68</c:v>
                </c:pt>
                <c:pt idx="843">
                  <c:v>33.72</c:v>
                </c:pt>
                <c:pt idx="844">
                  <c:v>33.76</c:v>
                </c:pt>
                <c:pt idx="845">
                  <c:v>33.8</c:v>
                </c:pt>
                <c:pt idx="846">
                  <c:v>33.84</c:v>
                </c:pt>
                <c:pt idx="847">
                  <c:v>33.88</c:v>
                </c:pt>
                <c:pt idx="848">
                  <c:v>33.92</c:v>
                </c:pt>
                <c:pt idx="849">
                  <c:v>33.96</c:v>
                </c:pt>
                <c:pt idx="850">
                  <c:v>34</c:v>
                </c:pt>
                <c:pt idx="851">
                  <c:v>34.04</c:v>
                </c:pt>
                <c:pt idx="852">
                  <c:v>34.08</c:v>
                </c:pt>
                <c:pt idx="853">
                  <c:v>34.12</c:v>
                </c:pt>
                <c:pt idx="854">
                  <c:v>34.16</c:v>
                </c:pt>
                <c:pt idx="855">
                  <c:v>34.2</c:v>
                </c:pt>
                <c:pt idx="856">
                  <c:v>34.24</c:v>
                </c:pt>
                <c:pt idx="857">
                  <c:v>34.28</c:v>
                </c:pt>
                <c:pt idx="858">
                  <c:v>34.32</c:v>
                </c:pt>
                <c:pt idx="859">
                  <c:v>34.36</c:v>
                </c:pt>
                <c:pt idx="860">
                  <c:v>34.4</c:v>
                </c:pt>
                <c:pt idx="861">
                  <c:v>34.44</c:v>
                </c:pt>
                <c:pt idx="862">
                  <c:v>34.48</c:v>
                </c:pt>
                <c:pt idx="863">
                  <c:v>34.52</c:v>
                </c:pt>
                <c:pt idx="864">
                  <c:v>34.56</c:v>
                </c:pt>
                <c:pt idx="865">
                  <c:v>34.6</c:v>
                </c:pt>
                <c:pt idx="866">
                  <c:v>34.64</c:v>
                </c:pt>
                <c:pt idx="867">
                  <c:v>34.68</c:v>
                </c:pt>
                <c:pt idx="868">
                  <c:v>34.72</c:v>
                </c:pt>
                <c:pt idx="869">
                  <c:v>34.76</c:v>
                </c:pt>
                <c:pt idx="870">
                  <c:v>34.8</c:v>
                </c:pt>
                <c:pt idx="871">
                  <c:v>34.84</c:v>
                </c:pt>
                <c:pt idx="872">
                  <c:v>34.88</c:v>
                </c:pt>
                <c:pt idx="873">
                  <c:v>34.92</c:v>
                </c:pt>
                <c:pt idx="874">
                  <c:v>34.96</c:v>
                </c:pt>
                <c:pt idx="875">
                  <c:v>35</c:v>
                </c:pt>
                <c:pt idx="876">
                  <c:v>35.04</c:v>
                </c:pt>
                <c:pt idx="877">
                  <c:v>35.08</c:v>
                </c:pt>
                <c:pt idx="878">
                  <c:v>35.12</c:v>
                </c:pt>
                <c:pt idx="879">
                  <c:v>35.16</c:v>
                </c:pt>
                <c:pt idx="880">
                  <c:v>35.2</c:v>
                </c:pt>
                <c:pt idx="881">
                  <c:v>35.24</c:v>
                </c:pt>
                <c:pt idx="882">
                  <c:v>35.28</c:v>
                </c:pt>
                <c:pt idx="883">
                  <c:v>35.32</c:v>
                </c:pt>
                <c:pt idx="884">
                  <c:v>35.36</c:v>
                </c:pt>
                <c:pt idx="885">
                  <c:v>35.4</c:v>
                </c:pt>
                <c:pt idx="886">
                  <c:v>35.44</c:v>
                </c:pt>
                <c:pt idx="887">
                  <c:v>35.48</c:v>
                </c:pt>
                <c:pt idx="888">
                  <c:v>35.52</c:v>
                </c:pt>
                <c:pt idx="889">
                  <c:v>35.56</c:v>
                </c:pt>
                <c:pt idx="890">
                  <c:v>35.6</c:v>
                </c:pt>
                <c:pt idx="891">
                  <c:v>35.64</c:v>
                </c:pt>
                <c:pt idx="892">
                  <c:v>35.68</c:v>
                </c:pt>
                <c:pt idx="893">
                  <c:v>35.72</c:v>
                </c:pt>
                <c:pt idx="894">
                  <c:v>35.76</c:v>
                </c:pt>
                <c:pt idx="895">
                  <c:v>35.8</c:v>
                </c:pt>
                <c:pt idx="896">
                  <c:v>35.84</c:v>
                </c:pt>
                <c:pt idx="897">
                  <c:v>35.88</c:v>
                </c:pt>
                <c:pt idx="898">
                  <c:v>35.92</c:v>
                </c:pt>
                <c:pt idx="899">
                  <c:v>35.96</c:v>
                </c:pt>
                <c:pt idx="900">
                  <c:v>36</c:v>
                </c:pt>
                <c:pt idx="901">
                  <c:v>36.04</c:v>
                </c:pt>
                <c:pt idx="902">
                  <c:v>36.08</c:v>
                </c:pt>
                <c:pt idx="903">
                  <c:v>36.12</c:v>
                </c:pt>
                <c:pt idx="904">
                  <c:v>36.16</c:v>
                </c:pt>
                <c:pt idx="905">
                  <c:v>36.2</c:v>
                </c:pt>
                <c:pt idx="906">
                  <c:v>36.24</c:v>
                </c:pt>
                <c:pt idx="907">
                  <c:v>36.28</c:v>
                </c:pt>
                <c:pt idx="908">
                  <c:v>36.32</c:v>
                </c:pt>
                <c:pt idx="909">
                  <c:v>36.36</c:v>
                </c:pt>
                <c:pt idx="910">
                  <c:v>36.4</c:v>
                </c:pt>
                <c:pt idx="911">
                  <c:v>36.44</c:v>
                </c:pt>
                <c:pt idx="912">
                  <c:v>36.48</c:v>
                </c:pt>
                <c:pt idx="913">
                  <c:v>36.52</c:v>
                </c:pt>
                <c:pt idx="914">
                  <c:v>36.56</c:v>
                </c:pt>
                <c:pt idx="915">
                  <c:v>36.6</c:v>
                </c:pt>
                <c:pt idx="916">
                  <c:v>36.64</c:v>
                </c:pt>
                <c:pt idx="917">
                  <c:v>36.68</c:v>
                </c:pt>
                <c:pt idx="918">
                  <c:v>36.72</c:v>
                </c:pt>
                <c:pt idx="919">
                  <c:v>36.76</c:v>
                </c:pt>
                <c:pt idx="920">
                  <c:v>36.8</c:v>
                </c:pt>
                <c:pt idx="921">
                  <c:v>36.84</c:v>
                </c:pt>
                <c:pt idx="922">
                  <c:v>36.88</c:v>
                </c:pt>
                <c:pt idx="923">
                  <c:v>36.92</c:v>
                </c:pt>
                <c:pt idx="924">
                  <c:v>36.96</c:v>
                </c:pt>
                <c:pt idx="925">
                  <c:v>37</c:v>
                </c:pt>
                <c:pt idx="926">
                  <c:v>37.04</c:v>
                </c:pt>
                <c:pt idx="927">
                  <c:v>37.08</c:v>
                </c:pt>
                <c:pt idx="928">
                  <c:v>37.12</c:v>
                </c:pt>
                <c:pt idx="929">
                  <c:v>37.16</c:v>
                </c:pt>
                <c:pt idx="930">
                  <c:v>37.2</c:v>
                </c:pt>
                <c:pt idx="931">
                  <c:v>37.24</c:v>
                </c:pt>
                <c:pt idx="932">
                  <c:v>37.28</c:v>
                </c:pt>
                <c:pt idx="933">
                  <c:v>37.32</c:v>
                </c:pt>
                <c:pt idx="934">
                  <c:v>37.36</c:v>
                </c:pt>
                <c:pt idx="935">
                  <c:v>37.4</c:v>
                </c:pt>
                <c:pt idx="936">
                  <c:v>37.44</c:v>
                </c:pt>
                <c:pt idx="937">
                  <c:v>37.48</c:v>
                </c:pt>
                <c:pt idx="938">
                  <c:v>37.52</c:v>
                </c:pt>
                <c:pt idx="939">
                  <c:v>37.56</c:v>
                </c:pt>
                <c:pt idx="940">
                  <c:v>37.6</c:v>
                </c:pt>
                <c:pt idx="941">
                  <c:v>37.64</c:v>
                </c:pt>
                <c:pt idx="942">
                  <c:v>37.68</c:v>
                </c:pt>
                <c:pt idx="943">
                  <c:v>37.72</c:v>
                </c:pt>
                <c:pt idx="944">
                  <c:v>37.76</c:v>
                </c:pt>
                <c:pt idx="945">
                  <c:v>37.8</c:v>
                </c:pt>
                <c:pt idx="946">
                  <c:v>37.84</c:v>
                </c:pt>
                <c:pt idx="947">
                  <c:v>37.88</c:v>
                </c:pt>
                <c:pt idx="948">
                  <c:v>37.92</c:v>
                </c:pt>
                <c:pt idx="949">
                  <c:v>37.96</c:v>
                </c:pt>
                <c:pt idx="950">
                  <c:v>38</c:v>
                </c:pt>
                <c:pt idx="951">
                  <c:v>38.04</c:v>
                </c:pt>
                <c:pt idx="952">
                  <c:v>38.08</c:v>
                </c:pt>
                <c:pt idx="953">
                  <c:v>38.12</c:v>
                </c:pt>
                <c:pt idx="954">
                  <c:v>38.16</c:v>
                </c:pt>
                <c:pt idx="955">
                  <c:v>38.2</c:v>
                </c:pt>
                <c:pt idx="956">
                  <c:v>38.24</c:v>
                </c:pt>
                <c:pt idx="957">
                  <c:v>38.28</c:v>
                </c:pt>
                <c:pt idx="958">
                  <c:v>38.32</c:v>
                </c:pt>
                <c:pt idx="959">
                  <c:v>38.36</c:v>
                </c:pt>
                <c:pt idx="960">
                  <c:v>38.4</c:v>
                </c:pt>
                <c:pt idx="961">
                  <c:v>38.44</c:v>
                </c:pt>
                <c:pt idx="962">
                  <c:v>38.48</c:v>
                </c:pt>
                <c:pt idx="963">
                  <c:v>38.52</c:v>
                </c:pt>
                <c:pt idx="964">
                  <c:v>38.56</c:v>
                </c:pt>
                <c:pt idx="965">
                  <c:v>38.6</c:v>
                </c:pt>
                <c:pt idx="966">
                  <c:v>38.64</c:v>
                </c:pt>
                <c:pt idx="967">
                  <c:v>38.68</c:v>
                </c:pt>
                <c:pt idx="968">
                  <c:v>38.72</c:v>
                </c:pt>
                <c:pt idx="969">
                  <c:v>38.76</c:v>
                </c:pt>
                <c:pt idx="970">
                  <c:v>38.8</c:v>
                </c:pt>
                <c:pt idx="971">
                  <c:v>38.84</c:v>
                </c:pt>
                <c:pt idx="972">
                  <c:v>38.88</c:v>
                </c:pt>
                <c:pt idx="973">
                  <c:v>38.92</c:v>
                </c:pt>
                <c:pt idx="974">
                  <c:v>38.96</c:v>
                </c:pt>
                <c:pt idx="975">
                  <c:v>39</c:v>
                </c:pt>
                <c:pt idx="976">
                  <c:v>39.04</c:v>
                </c:pt>
                <c:pt idx="977">
                  <c:v>39.08</c:v>
                </c:pt>
                <c:pt idx="978">
                  <c:v>39.12</c:v>
                </c:pt>
                <c:pt idx="979">
                  <c:v>39.16</c:v>
                </c:pt>
                <c:pt idx="980">
                  <c:v>39.2</c:v>
                </c:pt>
                <c:pt idx="981">
                  <c:v>39.24</c:v>
                </c:pt>
                <c:pt idx="982">
                  <c:v>39.28</c:v>
                </c:pt>
                <c:pt idx="983">
                  <c:v>39.32</c:v>
                </c:pt>
                <c:pt idx="984">
                  <c:v>39.36</c:v>
                </c:pt>
                <c:pt idx="985">
                  <c:v>39.4</c:v>
                </c:pt>
                <c:pt idx="986">
                  <c:v>39.44</c:v>
                </c:pt>
                <c:pt idx="987">
                  <c:v>39.48</c:v>
                </c:pt>
                <c:pt idx="988">
                  <c:v>39.52</c:v>
                </c:pt>
                <c:pt idx="989">
                  <c:v>39.56</c:v>
                </c:pt>
                <c:pt idx="990">
                  <c:v>39.6</c:v>
                </c:pt>
                <c:pt idx="991">
                  <c:v>39.64</c:v>
                </c:pt>
                <c:pt idx="992">
                  <c:v>39.68</c:v>
                </c:pt>
                <c:pt idx="993">
                  <c:v>39.72</c:v>
                </c:pt>
                <c:pt idx="994">
                  <c:v>39.76</c:v>
                </c:pt>
                <c:pt idx="995">
                  <c:v>39.8</c:v>
                </c:pt>
                <c:pt idx="996">
                  <c:v>39.84</c:v>
                </c:pt>
                <c:pt idx="997">
                  <c:v>39.88</c:v>
                </c:pt>
                <c:pt idx="998">
                  <c:v>39.92</c:v>
                </c:pt>
                <c:pt idx="999">
                  <c:v>39.96</c:v>
                </c:pt>
                <c:pt idx="1000">
                  <c:v>40</c:v>
                </c:pt>
                <c:pt idx="1001">
                  <c:v>40.04</c:v>
                </c:pt>
                <c:pt idx="1002">
                  <c:v>40.08</c:v>
                </c:pt>
                <c:pt idx="1003">
                  <c:v>40.12</c:v>
                </c:pt>
                <c:pt idx="1004">
                  <c:v>40.16</c:v>
                </c:pt>
                <c:pt idx="1005">
                  <c:v>40.2</c:v>
                </c:pt>
                <c:pt idx="1006">
                  <c:v>40.24</c:v>
                </c:pt>
                <c:pt idx="1007">
                  <c:v>40.28</c:v>
                </c:pt>
                <c:pt idx="1008">
                  <c:v>40.32</c:v>
                </c:pt>
                <c:pt idx="1009">
                  <c:v>40.36</c:v>
                </c:pt>
                <c:pt idx="1010">
                  <c:v>40.4</c:v>
                </c:pt>
                <c:pt idx="1011">
                  <c:v>40.44</c:v>
                </c:pt>
                <c:pt idx="1012">
                  <c:v>40.48</c:v>
                </c:pt>
                <c:pt idx="1013">
                  <c:v>40.52</c:v>
                </c:pt>
                <c:pt idx="1014">
                  <c:v>40.56</c:v>
                </c:pt>
                <c:pt idx="1015">
                  <c:v>40.6</c:v>
                </c:pt>
                <c:pt idx="1016">
                  <c:v>40.64</c:v>
                </c:pt>
                <c:pt idx="1017">
                  <c:v>40.68</c:v>
                </c:pt>
                <c:pt idx="1018">
                  <c:v>40.72</c:v>
                </c:pt>
                <c:pt idx="1019">
                  <c:v>40.76</c:v>
                </c:pt>
                <c:pt idx="1020">
                  <c:v>40.8</c:v>
                </c:pt>
                <c:pt idx="1021">
                  <c:v>40.84</c:v>
                </c:pt>
                <c:pt idx="1022">
                  <c:v>40.88</c:v>
                </c:pt>
                <c:pt idx="1023">
                  <c:v>40.92</c:v>
                </c:pt>
                <c:pt idx="1024">
                  <c:v>40.96</c:v>
                </c:pt>
                <c:pt idx="1025">
                  <c:v>41</c:v>
                </c:pt>
                <c:pt idx="1026">
                  <c:v>41.04</c:v>
                </c:pt>
                <c:pt idx="1027">
                  <c:v>41.08</c:v>
                </c:pt>
                <c:pt idx="1028">
                  <c:v>41.12</c:v>
                </c:pt>
                <c:pt idx="1029">
                  <c:v>41.16</c:v>
                </c:pt>
                <c:pt idx="1030">
                  <c:v>41.2</c:v>
                </c:pt>
                <c:pt idx="1031">
                  <c:v>41.24</c:v>
                </c:pt>
                <c:pt idx="1032">
                  <c:v>41.28</c:v>
                </c:pt>
                <c:pt idx="1033">
                  <c:v>41.32</c:v>
                </c:pt>
                <c:pt idx="1034">
                  <c:v>41.36</c:v>
                </c:pt>
                <c:pt idx="1035">
                  <c:v>41.4</c:v>
                </c:pt>
                <c:pt idx="1036">
                  <c:v>41.44</c:v>
                </c:pt>
                <c:pt idx="1037">
                  <c:v>41.48</c:v>
                </c:pt>
                <c:pt idx="1038">
                  <c:v>41.52</c:v>
                </c:pt>
                <c:pt idx="1039">
                  <c:v>41.56</c:v>
                </c:pt>
                <c:pt idx="1040">
                  <c:v>41.6</c:v>
                </c:pt>
                <c:pt idx="1041">
                  <c:v>41.64</c:v>
                </c:pt>
                <c:pt idx="1042">
                  <c:v>41.68</c:v>
                </c:pt>
                <c:pt idx="1043">
                  <c:v>41.72</c:v>
                </c:pt>
                <c:pt idx="1044">
                  <c:v>41.76</c:v>
                </c:pt>
                <c:pt idx="1045">
                  <c:v>41.8</c:v>
                </c:pt>
                <c:pt idx="1046">
                  <c:v>41.84</c:v>
                </c:pt>
                <c:pt idx="1047">
                  <c:v>41.88</c:v>
                </c:pt>
                <c:pt idx="1048">
                  <c:v>41.92</c:v>
                </c:pt>
                <c:pt idx="1049">
                  <c:v>41.96</c:v>
                </c:pt>
                <c:pt idx="1050">
                  <c:v>42</c:v>
                </c:pt>
                <c:pt idx="1051">
                  <c:v>42.04</c:v>
                </c:pt>
                <c:pt idx="1052">
                  <c:v>42.08</c:v>
                </c:pt>
                <c:pt idx="1053">
                  <c:v>42.12</c:v>
                </c:pt>
                <c:pt idx="1054">
                  <c:v>42.16</c:v>
                </c:pt>
                <c:pt idx="1055">
                  <c:v>42.2</c:v>
                </c:pt>
                <c:pt idx="1056">
                  <c:v>42.24</c:v>
                </c:pt>
                <c:pt idx="1057">
                  <c:v>42.28</c:v>
                </c:pt>
                <c:pt idx="1058">
                  <c:v>42.32</c:v>
                </c:pt>
                <c:pt idx="1059">
                  <c:v>42.36</c:v>
                </c:pt>
                <c:pt idx="1060">
                  <c:v>42.4</c:v>
                </c:pt>
                <c:pt idx="1061">
                  <c:v>42.44</c:v>
                </c:pt>
                <c:pt idx="1062">
                  <c:v>42.48</c:v>
                </c:pt>
                <c:pt idx="1063">
                  <c:v>42.52</c:v>
                </c:pt>
                <c:pt idx="1064">
                  <c:v>42.56</c:v>
                </c:pt>
                <c:pt idx="1065">
                  <c:v>42.6</c:v>
                </c:pt>
                <c:pt idx="1066">
                  <c:v>42.64</c:v>
                </c:pt>
                <c:pt idx="1067">
                  <c:v>42.68</c:v>
                </c:pt>
                <c:pt idx="1068">
                  <c:v>42.72</c:v>
                </c:pt>
                <c:pt idx="1069">
                  <c:v>42.76</c:v>
                </c:pt>
                <c:pt idx="1070">
                  <c:v>42.8</c:v>
                </c:pt>
                <c:pt idx="1071">
                  <c:v>42.84</c:v>
                </c:pt>
                <c:pt idx="1072">
                  <c:v>42.88</c:v>
                </c:pt>
                <c:pt idx="1073">
                  <c:v>42.92</c:v>
                </c:pt>
                <c:pt idx="1074">
                  <c:v>42.96</c:v>
                </c:pt>
                <c:pt idx="1075">
                  <c:v>43</c:v>
                </c:pt>
                <c:pt idx="1076">
                  <c:v>43.04</c:v>
                </c:pt>
                <c:pt idx="1077">
                  <c:v>43.08</c:v>
                </c:pt>
                <c:pt idx="1078">
                  <c:v>43.12</c:v>
                </c:pt>
                <c:pt idx="1079">
                  <c:v>43.16</c:v>
                </c:pt>
                <c:pt idx="1080">
                  <c:v>43.2</c:v>
                </c:pt>
                <c:pt idx="1081">
                  <c:v>43.24</c:v>
                </c:pt>
                <c:pt idx="1082">
                  <c:v>43.28</c:v>
                </c:pt>
                <c:pt idx="1083">
                  <c:v>43.32</c:v>
                </c:pt>
                <c:pt idx="1084">
                  <c:v>43.36</c:v>
                </c:pt>
                <c:pt idx="1085">
                  <c:v>43.4</c:v>
                </c:pt>
                <c:pt idx="1086">
                  <c:v>43.44</c:v>
                </c:pt>
                <c:pt idx="1087">
                  <c:v>43.48</c:v>
                </c:pt>
                <c:pt idx="1088">
                  <c:v>43.52</c:v>
                </c:pt>
                <c:pt idx="1089">
                  <c:v>43.56</c:v>
                </c:pt>
                <c:pt idx="1090">
                  <c:v>43.6</c:v>
                </c:pt>
                <c:pt idx="1091">
                  <c:v>43.64</c:v>
                </c:pt>
                <c:pt idx="1092">
                  <c:v>43.68</c:v>
                </c:pt>
                <c:pt idx="1093">
                  <c:v>43.72</c:v>
                </c:pt>
                <c:pt idx="1094">
                  <c:v>43.76</c:v>
                </c:pt>
                <c:pt idx="1095">
                  <c:v>43.8</c:v>
                </c:pt>
                <c:pt idx="1096">
                  <c:v>43.84</c:v>
                </c:pt>
                <c:pt idx="1097">
                  <c:v>43.88</c:v>
                </c:pt>
                <c:pt idx="1098">
                  <c:v>43.92</c:v>
                </c:pt>
                <c:pt idx="1099">
                  <c:v>43.96</c:v>
                </c:pt>
                <c:pt idx="1100">
                  <c:v>44</c:v>
                </c:pt>
                <c:pt idx="1101">
                  <c:v>44.04</c:v>
                </c:pt>
                <c:pt idx="1102">
                  <c:v>44.08</c:v>
                </c:pt>
                <c:pt idx="1103">
                  <c:v>44.12</c:v>
                </c:pt>
                <c:pt idx="1104">
                  <c:v>44.16</c:v>
                </c:pt>
                <c:pt idx="1105">
                  <c:v>44.2</c:v>
                </c:pt>
                <c:pt idx="1106">
                  <c:v>44.24</c:v>
                </c:pt>
                <c:pt idx="1107">
                  <c:v>44.28</c:v>
                </c:pt>
                <c:pt idx="1108">
                  <c:v>44.32</c:v>
                </c:pt>
                <c:pt idx="1109">
                  <c:v>44.36</c:v>
                </c:pt>
                <c:pt idx="1110">
                  <c:v>44.4</c:v>
                </c:pt>
                <c:pt idx="1111">
                  <c:v>44.44</c:v>
                </c:pt>
                <c:pt idx="1112">
                  <c:v>44.48</c:v>
                </c:pt>
                <c:pt idx="1113">
                  <c:v>44.52</c:v>
                </c:pt>
                <c:pt idx="1114">
                  <c:v>44.56</c:v>
                </c:pt>
                <c:pt idx="1115">
                  <c:v>44.6</c:v>
                </c:pt>
                <c:pt idx="1116">
                  <c:v>44.64</c:v>
                </c:pt>
                <c:pt idx="1117">
                  <c:v>44.68</c:v>
                </c:pt>
                <c:pt idx="1118">
                  <c:v>44.72</c:v>
                </c:pt>
                <c:pt idx="1119">
                  <c:v>44.76</c:v>
                </c:pt>
                <c:pt idx="1120">
                  <c:v>44.8</c:v>
                </c:pt>
                <c:pt idx="1121">
                  <c:v>44.84</c:v>
                </c:pt>
                <c:pt idx="1122">
                  <c:v>44.88</c:v>
                </c:pt>
                <c:pt idx="1123">
                  <c:v>44.92</c:v>
                </c:pt>
                <c:pt idx="1124">
                  <c:v>44.96</c:v>
                </c:pt>
                <c:pt idx="1125">
                  <c:v>45</c:v>
                </c:pt>
                <c:pt idx="1126">
                  <c:v>45.04</c:v>
                </c:pt>
                <c:pt idx="1127">
                  <c:v>45.08</c:v>
                </c:pt>
                <c:pt idx="1128">
                  <c:v>45.12</c:v>
                </c:pt>
                <c:pt idx="1129">
                  <c:v>45.16</c:v>
                </c:pt>
                <c:pt idx="1130">
                  <c:v>45.2</c:v>
                </c:pt>
                <c:pt idx="1131">
                  <c:v>45.24</c:v>
                </c:pt>
                <c:pt idx="1132">
                  <c:v>45.28</c:v>
                </c:pt>
                <c:pt idx="1133">
                  <c:v>45.32</c:v>
                </c:pt>
                <c:pt idx="1134">
                  <c:v>45.36</c:v>
                </c:pt>
                <c:pt idx="1135">
                  <c:v>45.4</c:v>
                </c:pt>
                <c:pt idx="1136">
                  <c:v>45.44</c:v>
                </c:pt>
                <c:pt idx="1137">
                  <c:v>45.48</c:v>
                </c:pt>
                <c:pt idx="1138">
                  <c:v>45.52</c:v>
                </c:pt>
                <c:pt idx="1139">
                  <c:v>45.56</c:v>
                </c:pt>
                <c:pt idx="1140">
                  <c:v>45.6</c:v>
                </c:pt>
                <c:pt idx="1141">
                  <c:v>45.64</c:v>
                </c:pt>
                <c:pt idx="1142">
                  <c:v>45.68</c:v>
                </c:pt>
                <c:pt idx="1143">
                  <c:v>45.72</c:v>
                </c:pt>
                <c:pt idx="1144">
                  <c:v>45.76</c:v>
                </c:pt>
                <c:pt idx="1145">
                  <c:v>45.8</c:v>
                </c:pt>
                <c:pt idx="1146">
                  <c:v>45.84</c:v>
                </c:pt>
                <c:pt idx="1147">
                  <c:v>45.88</c:v>
                </c:pt>
                <c:pt idx="1148">
                  <c:v>45.92</c:v>
                </c:pt>
                <c:pt idx="1149">
                  <c:v>45.96</c:v>
                </c:pt>
                <c:pt idx="1150">
                  <c:v>46</c:v>
                </c:pt>
                <c:pt idx="1151">
                  <c:v>46.04</c:v>
                </c:pt>
                <c:pt idx="1152">
                  <c:v>46.08</c:v>
                </c:pt>
                <c:pt idx="1153">
                  <c:v>46.12</c:v>
                </c:pt>
                <c:pt idx="1154">
                  <c:v>46.16</c:v>
                </c:pt>
                <c:pt idx="1155">
                  <c:v>46.2</c:v>
                </c:pt>
                <c:pt idx="1156">
                  <c:v>46.24</c:v>
                </c:pt>
                <c:pt idx="1157">
                  <c:v>46.28</c:v>
                </c:pt>
                <c:pt idx="1158">
                  <c:v>46.32</c:v>
                </c:pt>
                <c:pt idx="1159">
                  <c:v>46.36</c:v>
                </c:pt>
                <c:pt idx="1160">
                  <c:v>46.4</c:v>
                </c:pt>
                <c:pt idx="1161">
                  <c:v>46.44</c:v>
                </c:pt>
                <c:pt idx="1162">
                  <c:v>46.48</c:v>
                </c:pt>
                <c:pt idx="1163">
                  <c:v>46.52</c:v>
                </c:pt>
                <c:pt idx="1164">
                  <c:v>46.56</c:v>
                </c:pt>
                <c:pt idx="1165">
                  <c:v>46.6</c:v>
                </c:pt>
                <c:pt idx="1166">
                  <c:v>46.64</c:v>
                </c:pt>
                <c:pt idx="1167">
                  <c:v>46.68</c:v>
                </c:pt>
                <c:pt idx="1168">
                  <c:v>46.72</c:v>
                </c:pt>
                <c:pt idx="1169">
                  <c:v>46.76</c:v>
                </c:pt>
                <c:pt idx="1170">
                  <c:v>46.8</c:v>
                </c:pt>
                <c:pt idx="1171">
                  <c:v>46.84</c:v>
                </c:pt>
                <c:pt idx="1172">
                  <c:v>46.88</c:v>
                </c:pt>
                <c:pt idx="1173">
                  <c:v>46.92</c:v>
                </c:pt>
                <c:pt idx="1174">
                  <c:v>46.96</c:v>
                </c:pt>
                <c:pt idx="1175">
                  <c:v>47</c:v>
                </c:pt>
                <c:pt idx="1176">
                  <c:v>47.04</c:v>
                </c:pt>
                <c:pt idx="1177">
                  <c:v>47.08</c:v>
                </c:pt>
                <c:pt idx="1178">
                  <c:v>47.12</c:v>
                </c:pt>
                <c:pt idx="1179">
                  <c:v>47.16</c:v>
                </c:pt>
                <c:pt idx="1180">
                  <c:v>47.2</c:v>
                </c:pt>
                <c:pt idx="1181">
                  <c:v>47.24</c:v>
                </c:pt>
                <c:pt idx="1182">
                  <c:v>47.28</c:v>
                </c:pt>
                <c:pt idx="1183">
                  <c:v>47.32</c:v>
                </c:pt>
                <c:pt idx="1184">
                  <c:v>47.36</c:v>
                </c:pt>
                <c:pt idx="1185">
                  <c:v>47.4</c:v>
                </c:pt>
                <c:pt idx="1186">
                  <c:v>47.44</c:v>
                </c:pt>
                <c:pt idx="1187">
                  <c:v>47.48</c:v>
                </c:pt>
                <c:pt idx="1188">
                  <c:v>47.52</c:v>
                </c:pt>
                <c:pt idx="1189">
                  <c:v>47.56</c:v>
                </c:pt>
                <c:pt idx="1190">
                  <c:v>47.6</c:v>
                </c:pt>
                <c:pt idx="1191">
                  <c:v>47.64</c:v>
                </c:pt>
                <c:pt idx="1192">
                  <c:v>47.68</c:v>
                </c:pt>
                <c:pt idx="1193">
                  <c:v>47.72</c:v>
                </c:pt>
                <c:pt idx="1194">
                  <c:v>47.76</c:v>
                </c:pt>
                <c:pt idx="1195">
                  <c:v>47.8</c:v>
                </c:pt>
                <c:pt idx="1196">
                  <c:v>47.84</c:v>
                </c:pt>
                <c:pt idx="1197">
                  <c:v>47.88</c:v>
                </c:pt>
                <c:pt idx="1198">
                  <c:v>47.92</c:v>
                </c:pt>
                <c:pt idx="1199">
                  <c:v>47.96</c:v>
                </c:pt>
                <c:pt idx="1200">
                  <c:v>48</c:v>
                </c:pt>
                <c:pt idx="1201">
                  <c:v>48.04</c:v>
                </c:pt>
                <c:pt idx="1202">
                  <c:v>48.08</c:v>
                </c:pt>
                <c:pt idx="1203">
                  <c:v>48.12</c:v>
                </c:pt>
                <c:pt idx="1204">
                  <c:v>48.16</c:v>
                </c:pt>
                <c:pt idx="1205">
                  <c:v>48.2</c:v>
                </c:pt>
                <c:pt idx="1206">
                  <c:v>48.24</c:v>
                </c:pt>
                <c:pt idx="1207">
                  <c:v>48.28</c:v>
                </c:pt>
                <c:pt idx="1208">
                  <c:v>48.32</c:v>
                </c:pt>
                <c:pt idx="1209">
                  <c:v>48.36</c:v>
                </c:pt>
                <c:pt idx="1210">
                  <c:v>48.4</c:v>
                </c:pt>
                <c:pt idx="1211">
                  <c:v>48.44</c:v>
                </c:pt>
                <c:pt idx="1212">
                  <c:v>48.48</c:v>
                </c:pt>
                <c:pt idx="1213">
                  <c:v>48.52</c:v>
                </c:pt>
                <c:pt idx="1214">
                  <c:v>48.56</c:v>
                </c:pt>
                <c:pt idx="1215">
                  <c:v>48.6</c:v>
                </c:pt>
                <c:pt idx="1216">
                  <c:v>48.64</c:v>
                </c:pt>
                <c:pt idx="1217">
                  <c:v>48.68</c:v>
                </c:pt>
                <c:pt idx="1218">
                  <c:v>48.72</c:v>
                </c:pt>
                <c:pt idx="1219">
                  <c:v>48.76</c:v>
                </c:pt>
                <c:pt idx="1220">
                  <c:v>48.8</c:v>
                </c:pt>
                <c:pt idx="1221">
                  <c:v>48.84</c:v>
                </c:pt>
                <c:pt idx="1222">
                  <c:v>48.88</c:v>
                </c:pt>
                <c:pt idx="1223">
                  <c:v>48.92</c:v>
                </c:pt>
                <c:pt idx="1224">
                  <c:v>48.96</c:v>
                </c:pt>
                <c:pt idx="1225">
                  <c:v>49</c:v>
                </c:pt>
                <c:pt idx="1226">
                  <c:v>49.04</c:v>
                </c:pt>
                <c:pt idx="1227">
                  <c:v>49.08</c:v>
                </c:pt>
                <c:pt idx="1228">
                  <c:v>49.12</c:v>
                </c:pt>
                <c:pt idx="1229">
                  <c:v>49.16</c:v>
                </c:pt>
                <c:pt idx="1230">
                  <c:v>49.2</c:v>
                </c:pt>
                <c:pt idx="1231">
                  <c:v>49.24</c:v>
                </c:pt>
                <c:pt idx="1232">
                  <c:v>49.28</c:v>
                </c:pt>
                <c:pt idx="1233">
                  <c:v>49.32</c:v>
                </c:pt>
                <c:pt idx="1234">
                  <c:v>49.36</c:v>
                </c:pt>
                <c:pt idx="1235">
                  <c:v>49.4</c:v>
                </c:pt>
                <c:pt idx="1236">
                  <c:v>49.44</c:v>
                </c:pt>
                <c:pt idx="1237">
                  <c:v>49.48</c:v>
                </c:pt>
                <c:pt idx="1238">
                  <c:v>49.52</c:v>
                </c:pt>
                <c:pt idx="1239">
                  <c:v>49.56</c:v>
                </c:pt>
                <c:pt idx="1240">
                  <c:v>49.6</c:v>
                </c:pt>
                <c:pt idx="1241">
                  <c:v>49.64</c:v>
                </c:pt>
                <c:pt idx="1242">
                  <c:v>49.68</c:v>
                </c:pt>
                <c:pt idx="1243">
                  <c:v>49.72</c:v>
                </c:pt>
                <c:pt idx="1244">
                  <c:v>49.76</c:v>
                </c:pt>
                <c:pt idx="1245">
                  <c:v>49.8</c:v>
                </c:pt>
                <c:pt idx="1246">
                  <c:v>49.84</c:v>
                </c:pt>
                <c:pt idx="1247">
                  <c:v>49.88</c:v>
                </c:pt>
                <c:pt idx="1248">
                  <c:v>49.92</c:v>
                </c:pt>
                <c:pt idx="1249">
                  <c:v>49.96</c:v>
                </c:pt>
                <c:pt idx="1250">
                  <c:v>50</c:v>
                </c:pt>
                <c:pt idx="1251">
                  <c:v>50.04</c:v>
                </c:pt>
                <c:pt idx="1252">
                  <c:v>50.08</c:v>
                </c:pt>
                <c:pt idx="1253">
                  <c:v>50.12</c:v>
                </c:pt>
                <c:pt idx="1254">
                  <c:v>50.16</c:v>
                </c:pt>
                <c:pt idx="1255">
                  <c:v>50.2</c:v>
                </c:pt>
                <c:pt idx="1256">
                  <c:v>50.24</c:v>
                </c:pt>
                <c:pt idx="1257">
                  <c:v>50.28</c:v>
                </c:pt>
                <c:pt idx="1258">
                  <c:v>50.32</c:v>
                </c:pt>
                <c:pt idx="1259">
                  <c:v>50.36</c:v>
                </c:pt>
                <c:pt idx="1260">
                  <c:v>50.4</c:v>
                </c:pt>
                <c:pt idx="1261">
                  <c:v>50.44</c:v>
                </c:pt>
                <c:pt idx="1262">
                  <c:v>50.48</c:v>
                </c:pt>
                <c:pt idx="1263">
                  <c:v>50.52</c:v>
                </c:pt>
                <c:pt idx="1264">
                  <c:v>50.56</c:v>
                </c:pt>
                <c:pt idx="1265">
                  <c:v>50.6</c:v>
                </c:pt>
                <c:pt idx="1266">
                  <c:v>50.64</c:v>
                </c:pt>
                <c:pt idx="1267">
                  <c:v>50.68</c:v>
                </c:pt>
                <c:pt idx="1268">
                  <c:v>50.72</c:v>
                </c:pt>
                <c:pt idx="1269">
                  <c:v>50.76</c:v>
                </c:pt>
                <c:pt idx="1270">
                  <c:v>50.8</c:v>
                </c:pt>
                <c:pt idx="1271">
                  <c:v>50.84</c:v>
                </c:pt>
                <c:pt idx="1272">
                  <c:v>50.88</c:v>
                </c:pt>
                <c:pt idx="1273">
                  <c:v>50.92</c:v>
                </c:pt>
                <c:pt idx="1274">
                  <c:v>50.96</c:v>
                </c:pt>
                <c:pt idx="1275">
                  <c:v>51</c:v>
                </c:pt>
                <c:pt idx="1276">
                  <c:v>51.04</c:v>
                </c:pt>
                <c:pt idx="1277">
                  <c:v>51.08</c:v>
                </c:pt>
                <c:pt idx="1278">
                  <c:v>51.12</c:v>
                </c:pt>
                <c:pt idx="1279">
                  <c:v>51.16</c:v>
                </c:pt>
                <c:pt idx="1280">
                  <c:v>51.2</c:v>
                </c:pt>
                <c:pt idx="1281">
                  <c:v>51.24</c:v>
                </c:pt>
                <c:pt idx="1282">
                  <c:v>51.28</c:v>
                </c:pt>
                <c:pt idx="1283">
                  <c:v>51.32</c:v>
                </c:pt>
                <c:pt idx="1284">
                  <c:v>51.36</c:v>
                </c:pt>
                <c:pt idx="1285">
                  <c:v>51.4</c:v>
                </c:pt>
                <c:pt idx="1286">
                  <c:v>51.44</c:v>
                </c:pt>
                <c:pt idx="1287">
                  <c:v>51.48</c:v>
                </c:pt>
                <c:pt idx="1288">
                  <c:v>51.52</c:v>
                </c:pt>
                <c:pt idx="1289">
                  <c:v>51.56</c:v>
                </c:pt>
                <c:pt idx="1290">
                  <c:v>51.6</c:v>
                </c:pt>
                <c:pt idx="1291">
                  <c:v>51.64</c:v>
                </c:pt>
                <c:pt idx="1292">
                  <c:v>51.68</c:v>
                </c:pt>
                <c:pt idx="1293">
                  <c:v>51.72</c:v>
                </c:pt>
                <c:pt idx="1294">
                  <c:v>51.76</c:v>
                </c:pt>
                <c:pt idx="1295">
                  <c:v>51.8</c:v>
                </c:pt>
                <c:pt idx="1296">
                  <c:v>51.84</c:v>
                </c:pt>
                <c:pt idx="1297">
                  <c:v>51.88</c:v>
                </c:pt>
                <c:pt idx="1298">
                  <c:v>51.92</c:v>
                </c:pt>
                <c:pt idx="1299">
                  <c:v>51.96</c:v>
                </c:pt>
                <c:pt idx="1300">
                  <c:v>52</c:v>
                </c:pt>
                <c:pt idx="1301">
                  <c:v>52.04</c:v>
                </c:pt>
                <c:pt idx="1302">
                  <c:v>52.08</c:v>
                </c:pt>
                <c:pt idx="1303">
                  <c:v>52.12</c:v>
                </c:pt>
                <c:pt idx="1304">
                  <c:v>52.16</c:v>
                </c:pt>
                <c:pt idx="1305">
                  <c:v>52.2</c:v>
                </c:pt>
                <c:pt idx="1306">
                  <c:v>52.24</c:v>
                </c:pt>
                <c:pt idx="1307">
                  <c:v>52.28</c:v>
                </c:pt>
                <c:pt idx="1308">
                  <c:v>52.32</c:v>
                </c:pt>
                <c:pt idx="1309">
                  <c:v>52.36</c:v>
                </c:pt>
                <c:pt idx="1310">
                  <c:v>52.4</c:v>
                </c:pt>
                <c:pt idx="1311">
                  <c:v>52.44</c:v>
                </c:pt>
                <c:pt idx="1312">
                  <c:v>52.48</c:v>
                </c:pt>
                <c:pt idx="1313">
                  <c:v>52.52</c:v>
                </c:pt>
                <c:pt idx="1314">
                  <c:v>52.56</c:v>
                </c:pt>
                <c:pt idx="1315">
                  <c:v>52.6</c:v>
                </c:pt>
                <c:pt idx="1316">
                  <c:v>52.64</c:v>
                </c:pt>
                <c:pt idx="1317">
                  <c:v>52.68</c:v>
                </c:pt>
                <c:pt idx="1318">
                  <c:v>52.72</c:v>
                </c:pt>
                <c:pt idx="1319">
                  <c:v>52.76</c:v>
                </c:pt>
                <c:pt idx="1320">
                  <c:v>52.8</c:v>
                </c:pt>
                <c:pt idx="1321">
                  <c:v>52.84</c:v>
                </c:pt>
                <c:pt idx="1322">
                  <c:v>52.88</c:v>
                </c:pt>
                <c:pt idx="1323">
                  <c:v>52.92</c:v>
                </c:pt>
                <c:pt idx="1324">
                  <c:v>52.96</c:v>
                </c:pt>
                <c:pt idx="1325">
                  <c:v>53</c:v>
                </c:pt>
                <c:pt idx="1326">
                  <c:v>53.04</c:v>
                </c:pt>
                <c:pt idx="1327">
                  <c:v>53.08</c:v>
                </c:pt>
                <c:pt idx="1328">
                  <c:v>53.12</c:v>
                </c:pt>
                <c:pt idx="1329">
                  <c:v>53.16</c:v>
                </c:pt>
                <c:pt idx="1330">
                  <c:v>53.2</c:v>
                </c:pt>
                <c:pt idx="1331">
                  <c:v>53.24</c:v>
                </c:pt>
                <c:pt idx="1332">
                  <c:v>53.28</c:v>
                </c:pt>
                <c:pt idx="1333">
                  <c:v>53.32</c:v>
                </c:pt>
                <c:pt idx="1334">
                  <c:v>53.36</c:v>
                </c:pt>
                <c:pt idx="1335">
                  <c:v>53.4</c:v>
                </c:pt>
                <c:pt idx="1336">
                  <c:v>53.44</c:v>
                </c:pt>
                <c:pt idx="1337">
                  <c:v>53.48</c:v>
                </c:pt>
                <c:pt idx="1338">
                  <c:v>53.52</c:v>
                </c:pt>
                <c:pt idx="1339">
                  <c:v>53.56</c:v>
                </c:pt>
                <c:pt idx="1340">
                  <c:v>53.6</c:v>
                </c:pt>
                <c:pt idx="1341">
                  <c:v>53.64</c:v>
                </c:pt>
                <c:pt idx="1342">
                  <c:v>53.68</c:v>
                </c:pt>
                <c:pt idx="1343">
                  <c:v>53.72</c:v>
                </c:pt>
                <c:pt idx="1344">
                  <c:v>53.76</c:v>
                </c:pt>
                <c:pt idx="1345">
                  <c:v>53.8</c:v>
                </c:pt>
                <c:pt idx="1346">
                  <c:v>53.84</c:v>
                </c:pt>
                <c:pt idx="1347">
                  <c:v>53.88</c:v>
                </c:pt>
                <c:pt idx="1348">
                  <c:v>53.92</c:v>
                </c:pt>
                <c:pt idx="1349">
                  <c:v>53.96</c:v>
                </c:pt>
                <c:pt idx="1350">
                  <c:v>54</c:v>
                </c:pt>
                <c:pt idx="1351">
                  <c:v>54.04</c:v>
                </c:pt>
                <c:pt idx="1352">
                  <c:v>54.08</c:v>
                </c:pt>
                <c:pt idx="1353">
                  <c:v>54.12</c:v>
                </c:pt>
                <c:pt idx="1354">
                  <c:v>54.16</c:v>
                </c:pt>
                <c:pt idx="1355">
                  <c:v>54.2</c:v>
                </c:pt>
                <c:pt idx="1356">
                  <c:v>54.24</c:v>
                </c:pt>
                <c:pt idx="1357">
                  <c:v>54.28</c:v>
                </c:pt>
                <c:pt idx="1358">
                  <c:v>54.32</c:v>
                </c:pt>
                <c:pt idx="1359">
                  <c:v>54.36</c:v>
                </c:pt>
                <c:pt idx="1360">
                  <c:v>54.4</c:v>
                </c:pt>
                <c:pt idx="1361">
                  <c:v>54.44</c:v>
                </c:pt>
                <c:pt idx="1362">
                  <c:v>54.48</c:v>
                </c:pt>
                <c:pt idx="1363">
                  <c:v>54.52</c:v>
                </c:pt>
                <c:pt idx="1364">
                  <c:v>54.56</c:v>
                </c:pt>
                <c:pt idx="1365">
                  <c:v>54.6</c:v>
                </c:pt>
                <c:pt idx="1366">
                  <c:v>54.64</c:v>
                </c:pt>
                <c:pt idx="1367">
                  <c:v>54.68</c:v>
                </c:pt>
                <c:pt idx="1368">
                  <c:v>54.72</c:v>
                </c:pt>
                <c:pt idx="1369">
                  <c:v>54.76</c:v>
                </c:pt>
                <c:pt idx="1370">
                  <c:v>54.8</c:v>
                </c:pt>
                <c:pt idx="1371">
                  <c:v>54.84</c:v>
                </c:pt>
                <c:pt idx="1372">
                  <c:v>54.88</c:v>
                </c:pt>
                <c:pt idx="1373">
                  <c:v>54.92</c:v>
                </c:pt>
                <c:pt idx="1374">
                  <c:v>54.96</c:v>
                </c:pt>
                <c:pt idx="1375">
                  <c:v>55</c:v>
                </c:pt>
                <c:pt idx="1376">
                  <c:v>55.04</c:v>
                </c:pt>
                <c:pt idx="1377">
                  <c:v>55.08</c:v>
                </c:pt>
                <c:pt idx="1378">
                  <c:v>55.12</c:v>
                </c:pt>
                <c:pt idx="1379">
                  <c:v>55.16</c:v>
                </c:pt>
                <c:pt idx="1380">
                  <c:v>55.2</c:v>
                </c:pt>
                <c:pt idx="1381">
                  <c:v>55.24</c:v>
                </c:pt>
                <c:pt idx="1382">
                  <c:v>55.28</c:v>
                </c:pt>
                <c:pt idx="1383">
                  <c:v>55.32</c:v>
                </c:pt>
                <c:pt idx="1384">
                  <c:v>55.36</c:v>
                </c:pt>
                <c:pt idx="1385">
                  <c:v>55.4</c:v>
                </c:pt>
                <c:pt idx="1386">
                  <c:v>55.44</c:v>
                </c:pt>
                <c:pt idx="1387">
                  <c:v>55.48</c:v>
                </c:pt>
                <c:pt idx="1388">
                  <c:v>55.52</c:v>
                </c:pt>
                <c:pt idx="1389">
                  <c:v>55.56</c:v>
                </c:pt>
                <c:pt idx="1390">
                  <c:v>55.6</c:v>
                </c:pt>
                <c:pt idx="1391">
                  <c:v>55.64</c:v>
                </c:pt>
                <c:pt idx="1392">
                  <c:v>55.68</c:v>
                </c:pt>
                <c:pt idx="1393">
                  <c:v>55.72</c:v>
                </c:pt>
                <c:pt idx="1394">
                  <c:v>55.76</c:v>
                </c:pt>
                <c:pt idx="1395">
                  <c:v>55.8</c:v>
                </c:pt>
                <c:pt idx="1396">
                  <c:v>55.84</c:v>
                </c:pt>
                <c:pt idx="1397">
                  <c:v>55.88</c:v>
                </c:pt>
                <c:pt idx="1398">
                  <c:v>55.92</c:v>
                </c:pt>
                <c:pt idx="1399">
                  <c:v>55.96</c:v>
                </c:pt>
                <c:pt idx="1400">
                  <c:v>56</c:v>
                </c:pt>
                <c:pt idx="1401">
                  <c:v>56.04</c:v>
                </c:pt>
                <c:pt idx="1402">
                  <c:v>56.08</c:v>
                </c:pt>
                <c:pt idx="1403">
                  <c:v>56.12</c:v>
                </c:pt>
                <c:pt idx="1404">
                  <c:v>56.16</c:v>
                </c:pt>
                <c:pt idx="1405">
                  <c:v>56.2</c:v>
                </c:pt>
                <c:pt idx="1406">
                  <c:v>56.24</c:v>
                </c:pt>
                <c:pt idx="1407">
                  <c:v>56.28</c:v>
                </c:pt>
                <c:pt idx="1408">
                  <c:v>56.32</c:v>
                </c:pt>
                <c:pt idx="1409">
                  <c:v>56.36</c:v>
                </c:pt>
                <c:pt idx="1410">
                  <c:v>56.4</c:v>
                </c:pt>
                <c:pt idx="1411">
                  <c:v>56.44</c:v>
                </c:pt>
                <c:pt idx="1412">
                  <c:v>56.48</c:v>
                </c:pt>
                <c:pt idx="1413">
                  <c:v>56.52</c:v>
                </c:pt>
                <c:pt idx="1414">
                  <c:v>56.56</c:v>
                </c:pt>
                <c:pt idx="1415">
                  <c:v>56.6</c:v>
                </c:pt>
                <c:pt idx="1416">
                  <c:v>56.64</c:v>
                </c:pt>
                <c:pt idx="1417">
                  <c:v>56.68</c:v>
                </c:pt>
                <c:pt idx="1418">
                  <c:v>56.72</c:v>
                </c:pt>
                <c:pt idx="1419">
                  <c:v>56.76</c:v>
                </c:pt>
                <c:pt idx="1420">
                  <c:v>56.8</c:v>
                </c:pt>
                <c:pt idx="1421">
                  <c:v>56.84</c:v>
                </c:pt>
                <c:pt idx="1422">
                  <c:v>56.88</c:v>
                </c:pt>
                <c:pt idx="1423">
                  <c:v>56.92</c:v>
                </c:pt>
                <c:pt idx="1424">
                  <c:v>56.96</c:v>
                </c:pt>
                <c:pt idx="1425">
                  <c:v>57</c:v>
                </c:pt>
                <c:pt idx="1426">
                  <c:v>57.04</c:v>
                </c:pt>
                <c:pt idx="1427">
                  <c:v>57.08</c:v>
                </c:pt>
                <c:pt idx="1428">
                  <c:v>57.12</c:v>
                </c:pt>
                <c:pt idx="1429">
                  <c:v>57.16</c:v>
                </c:pt>
                <c:pt idx="1430">
                  <c:v>57.2</c:v>
                </c:pt>
                <c:pt idx="1431">
                  <c:v>57.24</c:v>
                </c:pt>
                <c:pt idx="1432">
                  <c:v>57.28</c:v>
                </c:pt>
                <c:pt idx="1433">
                  <c:v>57.32</c:v>
                </c:pt>
                <c:pt idx="1434">
                  <c:v>57.36</c:v>
                </c:pt>
                <c:pt idx="1435">
                  <c:v>57.4</c:v>
                </c:pt>
                <c:pt idx="1436">
                  <c:v>57.44</c:v>
                </c:pt>
                <c:pt idx="1437">
                  <c:v>57.48</c:v>
                </c:pt>
                <c:pt idx="1438">
                  <c:v>57.52</c:v>
                </c:pt>
                <c:pt idx="1439">
                  <c:v>57.56</c:v>
                </c:pt>
                <c:pt idx="1440">
                  <c:v>57.6</c:v>
                </c:pt>
                <c:pt idx="1441">
                  <c:v>57.64</c:v>
                </c:pt>
                <c:pt idx="1442">
                  <c:v>57.68</c:v>
                </c:pt>
                <c:pt idx="1443">
                  <c:v>57.72</c:v>
                </c:pt>
                <c:pt idx="1444">
                  <c:v>57.76</c:v>
                </c:pt>
                <c:pt idx="1445">
                  <c:v>57.8</c:v>
                </c:pt>
                <c:pt idx="1446">
                  <c:v>57.84</c:v>
                </c:pt>
                <c:pt idx="1447">
                  <c:v>57.88</c:v>
                </c:pt>
                <c:pt idx="1448">
                  <c:v>57.92</c:v>
                </c:pt>
                <c:pt idx="1449">
                  <c:v>57.96</c:v>
                </c:pt>
                <c:pt idx="1450">
                  <c:v>58</c:v>
                </c:pt>
                <c:pt idx="1451">
                  <c:v>58.04</c:v>
                </c:pt>
                <c:pt idx="1452">
                  <c:v>58.08</c:v>
                </c:pt>
                <c:pt idx="1453">
                  <c:v>58.12</c:v>
                </c:pt>
                <c:pt idx="1454">
                  <c:v>58.16</c:v>
                </c:pt>
                <c:pt idx="1455">
                  <c:v>58.2</c:v>
                </c:pt>
                <c:pt idx="1456">
                  <c:v>58.24</c:v>
                </c:pt>
                <c:pt idx="1457">
                  <c:v>58.28</c:v>
                </c:pt>
                <c:pt idx="1458">
                  <c:v>58.32</c:v>
                </c:pt>
                <c:pt idx="1459">
                  <c:v>58.36</c:v>
                </c:pt>
                <c:pt idx="1460">
                  <c:v>58.4</c:v>
                </c:pt>
                <c:pt idx="1461">
                  <c:v>58.44</c:v>
                </c:pt>
                <c:pt idx="1462">
                  <c:v>58.48</c:v>
                </c:pt>
                <c:pt idx="1463">
                  <c:v>58.52</c:v>
                </c:pt>
                <c:pt idx="1464">
                  <c:v>58.56</c:v>
                </c:pt>
                <c:pt idx="1465">
                  <c:v>58.6</c:v>
                </c:pt>
                <c:pt idx="1466">
                  <c:v>58.64</c:v>
                </c:pt>
                <c:pt idx="1467">
                  <c:v>58.68</c:v>
                </c:pt>
                <c:pt idx="1468">
                  <c:v>58.72</c:v>
                </c:pt>
                <c:pt idx="1469">
                  <c:v>58.76</c:v>
                </c:pt>
                <c:pt idx="1470">
                  <c:v>58.8</c:v>
                </c:pt>
                <c:pt idx="1471">
                  <c:v>58.84</c:v>
                </c:pt>
                <c:pt idx="1472">
                  <c:v>58.88</c:v>
                </c:pt>
                <c:pt idx="1473">
                  <c:v>58.92</c:v>
                </c:pt>
                <c:pt idx="1474">
                  <c:v>58.96</c:v>
                </c:pt>
                <c:pt idx="1475">
                  <c:v>59</c:v>
                </c:pt>
                <c:pt idx="1476">
                  <c:v>59.04</c:v>
                </c:pt>
                <c:pt idx="1477">
                  <c:v>59.08</c:v>
                </c:pt>
                <c:pt idx="1478">
                  <c:v>59.12</c:v>
                </c:pt>
                <c:pt idx="1479">
                  <c:v>59.16</c:v>
                </c:pt>
                <c:pt idx="1480">
                  <c:v>59.2</c:v>
                </c:pt>
                <c:pt idx="1481">
                  <c:v>59.24</c:v>
                </c:pt>
                <c:pt idx="1482">
                  <c:v>59.28</c:v>
                </c:pt>
                <c:pt idx="1483">
                  <c:v>59.32</c:v>
                </c:pt>
                <c:pt idx="1484">
                  <c:v>59.36</c:v>
                </c:pt>
                <c:pt idx="1485">
                  <c:v>59.4</c:v>
                </c:pt>
                <c:pt idx="1486">
                  <c:v>59.44</c:v>
                </c:pt>
                <c:pt idx="1487">
                  <c:v>59.48</c:v>
                </c:pt>
                <c:pt idx="1488">
                  <c:v>59.52</c:v>
                </c:pt>
                <c:pt idx="1489">
                  <c:v>59.56</c:v>
                </c:pt>
                <c:pt idx="1490">
                  <c:v>59.6</c:v>
                </c:pt>
                <c:pt idx="1491">
                  <c:v>59.64</c:v>
                </c:pt>
                <c:pt idx="1492">
                  <c:v>59.68</c:v>
                </c:pt>
                <c:pt idx="1493">
                  <c:v>59.72</c:v>
                </c:pt>
                <c:pt idx="1494">
                  <c:v>59.76</c:v>
                </c:pt>
                <c:pt idx="1495">
                  <c:v>59.8</c:v>
                </c:pt>
                <c:pt idx="1496">
                  <c:v>59.84</c:v>
                </c:pt>
                <c:pt idx="1497">
                  <c:v>59.88</c:v>
                </c:pt>
                <c:pt idx="1498">
                  <c:v>59.92</c:v>
                </c:pt>
                <c:pt idx="1499">
                  <c:v>59.96</c:v>
                </c:pt>
                <c:pt idx="1500">
                  <c:v>60</c:v>
                </c:pt>
              </c:numCache>
            </c:numRef>
          </c:xVal>
          <c:yVal>
            <c:numRef>
              <c:f>'Chart Data'!$B$2:$B$1502</c:f>
              <c:numCache>
                <c:formatCode>0.000</c:formatCode>
                <c:ptCount val="1501"/>
                <c:pt idx="0">
                  <c:v>0.001</c:v>
                </c:pt>
                <c:pt idx="1">
                  <c:v>0.001045729</c:v>
                </c:pt>
                <c:pt idx="2">
                  <c:v>0.001088096</c:v>
                </c:pt>
                <c:pt idx="3">
                  <c:v>0.001126948</c:v>
                </c:pt>
                <c:pt idx="4">
                  <c:v>0.001162147</c:v>
                </c:pt>
                <c:pt idx="5">
                  <c:v>0.001193564</c:v>
                </c:pt>
                <c:pt idx="6">
                  <c:v>0.001221084</c:v>
                </c:pt>
                <c:pt idx="7">
                  <c:v>0.001244604</c:v>
                </c:pt>
                <c:pt idx="8">
                  <c:v>0.001264033</c:v>
                </c:pt>
                <c:pt idx="9">
                  <c:v>0.001279294</c:v>
                </c:pt>
                <c:pt idx="10">
                  <c:v>0.001290325</c:v>
                </c:pt>
                <c:pt idx="11">
                  <c:v>0.001297076</c:v>
                </c:pt>
                <c:pt idx="12">
                  <c:v>0.001299512</c:v>
                </c:pt>
                <c:pt idx="13">
                  <c:v>0.001297611</c:v>
                </c:pt>
                <c:pt idx="14">
                  <c:v>0.001291369</c:v>
                </c:pt>
                <c:pt idx="15">
                  <c:v>0.001280792</c:v>
                </c:pt>
                <c:pt idx="16">
                  <c:v>0.001265903</c:v>
                </c:pt>
                <c:pt idx="17">
                  <c:v>0.00124674</c:v>
                </c:pt>
                <c:pt idx="18">
                  <c:v>0.001223355</c:v>
                </c:pt>
                <c:pt idx="19">
                  <c:v>0.001195813</c:v>
                </c:pt>
                <c:pt idx="20">
                  <c:v>0.001164194</c:v>
                </c:pt>
                <c:pt idx="21">
                  <c:v>0.001128593</c:v>
                </c:pt>
                <c:pt idx="22">
                  <c:v>0.001089118</c:v>
                </c:pt>
                <c:pt idx="23">
                  <c:v>0.00104589</c:v>
                </c:pt>
                <c:pt idx="24">
                  <c:v>0.000999043</c:v>
                </c:pt>
                <c:pt idx="25">
                  <c:v>0.000948724</c:v>
                </c:pt>
                <c:pt idx="26">
                  <c:v>0.000895093</c:v>
                </c:pt>
                <c:pt idx="27">
                  <c:v>0.00083832</c:v>
                </c:pt>
                <c:pt idx="28">
                  <c:v>0.000778587</c:v>
                </c:pt>
                <c:pt idx="29">
                  <c:v>0.000716087</c:v>
                </c:pt>
                <c:pt idx="30">
                  <c:v>0.000651021</c:v>
                </c:pt>
                <c:pt idx="31">
                  <c:v>0.000583602</c:v>
                </c:pt>
                <c:pt idx="32">
                  <c:v>0.000514049</c:v>
                </c:pt>
                <c:pt idx="33">
                  <c:v>0.000442591</c:v>
                </c:pt>
                <c:pt idx="34">
                  <c:v>0.000369462</c:v>
                </c:pt>
                <c:pt idx="35">
                  <c:v>0.000294905</c:v>
                </c:pt>
                <c:pt idx="36">
                  <c:v>0.000219165</c:v>
                </c:pt>
                <c:pt idx="37">
                  <c:v>0.000142494</c:v>
                </c:pt>
                <c:pt idx="38">
                  <c:v>6.5148E-05</c:v>
                </c:pt>
                <c:pt idx="39">
                  <c:v>-1.2616E-05</c:v>
                </c:pt>
                <c:pt idx="40">
                  <c:v>-9.0537E-05</c:v>
                </c:pt>
                <c:pt idx="41">
                  <c:v>-0.000168354</c:v>
                </c:pt>
                <c:pt idx="42">
                  <c:v>-0.000245805</c:v>
                </c:pt>
                <c:pt idx="43">
                  <c:v>-0.00032263</c:v>
                </c:pt>
                <c:pt idx="44">
                  <c:v>-0.000398568</c:v>
                </c:pt>
                <c:pt idx="45">
                  <c:v>-0.000473364</c:v>
                </c:pt>
                <c:pt idx="46">
                  <c:v>-0.000546762</c:v>
                </c:pt>
                <c:pt idx="47">
                  <c:v>-0.000618514</c:v>
                </c:pt>
                <c:pt idx="48">
                  <c:v>-0.000688376</c:v>
                </c:pt>
                <c:pt idx="49">
                  <c:v>-0.000756107</c:v>
                </c:pt>
                <c:pt idx="50">
                  <c:v>-0.000821478</c:v>
                </c:pt>
                <c:pt idx="51">
                  <c:v>-0.000884263</c:v>
                </c:pt>
                <c:pt idx="52">
                  <c:v>-0.000944245</c:v>
                </c:pt>
                <c:pt idx="53">
                  <c:v>-0.001001219</c:v>
                </c:pt>
                <c:pt idx="54">
                  <c:v>-0.001054987</c:v>
                </c:pt>
                <c:pt idx="55">
                  <c:v>-0.001105361</c:v>
                </c:pt>
                <c:pt idx="56">
                  <c:v>-0.001152166</c:v>
                </c:pt>
                <c:pt idx="57">
                  <c:v>-0.001195237</c:v>
                </c:pt>
                <c:pt idx="58">
                  <c:v>-0.001234424</c:v>
                </c:pt>
                <c:pt idx="59">
                  <c:v>-0.001269585</c:v>
                </c:pt>
                <c:pt idx="60">
                  <c:v>-0.001300596</c:v>
                </c:pt>
                <c:pt idx="61">
                  <c:v>-0.001327344</c:v>
                </c:pt>
                <c:pt idx="62">
                  <c:v>-0.001349731</c:v>
                </c:pt>
                <c:pt idx="63">
                  <c:v>-0.001367673</c:v>
                </c:pt>
                <c:pt idx="64">
                  <c:v>-0.001381101</c:v>
                </c:pt>
                <c:pt idx="65">
                  <c:v>-0.00138996</c:v>
                </c:pt>
                <c:pt idx="66">
                  <c:v>-0.001394211</c:v>
                </c:pt>
                <c:pt idx="67">
                  <c:v>-0.001393831</c:v>
                </c:pt>
                <c:pt idx="68">
                  <c:v>-0.001388811</c:v>
                </c:pt>
                <c:pt idx="69">
                  <c:v>-0.001379158</c:v>
                </c:pt>
                <c:pt idx="70">
                  <c:v>-0.001364894</c:v>
                </c:pt>
                <c:pt idx="71">
                  <c:v>-0.001346057</c:v>
                </c:pt>
                <c:pt idx="72">
                  <c:v>-0.001322699</c:v>
                </c:pt>
                <c:pt idx="73">
                  <c:v>-0.001294889</c:v>
                </c:pt>
                <c:pt idx="74">
                  <c:v>-0.00126271</c:v>
                </c:pt>
                <c:pt idx="75">
                  <c:v>-0.001226257</c:v>
                </c:pt>
                <c:pt idx="76">
                  <c:v>-0.001185644</c:v>
                </c:pt>
                <c:pt idx="77">
                  <c:v>-0.001140996</c:v>
                </c:pt>
                <c:pt idx="78">
                  <c:v>-0.001092451</c:v>
                </c:pt>
                <c:pt idx="79">
                  <c:v>-0.001040163</c:v>
                </c:pt>
                <c:pt idx="80">
                  <c:v>-0.000984295</c:v>
                </c:pt>
                <c:pt idx="81">
                  <c:v>-0.000925026</c:v>
                </c:pt>
                <c:pt idx="82">
                  <c:v>-0.000862542</c:v>
                </c:pt>
                <c:pt idx="83">
                  <c:v>-0.000797045</c:v>
                </c:pt>
                <c:pt idx="84">
                  <c:v>-0.000728743</c:v>
                </c:pt>
                <c:pt idx="85">
                  <c:v>-0.000657857</c:v>
                </c:pt>
                <c:pt idx="86">
                  <c:v>-0.000584614</c:v>
                </c:pt>
                <c:pt idx="87">
                  <c:v>-0.000509252</c:v>
                </c:pt>
                <c:pt idx="88">
                  <c:v>-0.000432015</c:v>
                </c:pt>
                <c:pt idx="89">
                  <c:v>-0.000353153</c:v>
                </c:pt>
                <c:pt idx="90">
                  <c:v>-0.000272924</c:v>
                </c:pt>
                <c:pt idx="91">
                  <c:v>-0.00019159</c:v>
                </c:pt>
                <c:pt idx="92">
                  <c:v>-0.000109417</c:v>
                </c:pt>
                <c:pt idx="93">
                  <c:v>-2.6676E-05</c:v>
                </c:pt>
                <c:pt idx="94">
                  <c:v>5.6363E-05</c:v>
                </c:pt>
                <c:pt idx="95">
                  <c:v>0.000139424</c:v>
                </c:pt>
                <c:pt idx="96">
                  <c:v>0.000222232</c:v>
                </c:pt>
                <c:pt idx="97">
                  <c:v>0.000304513</c:v>
                </c:pt>
                <c:pt idx="98">
                  <c:v>0.000385992</c:v>
                </c:pt>
                <c:pt idx="99">
                  <c:v>0.000466399</c:v>
                </c:pt>
                <c:pt idx="100">
                  <c:v>0.000545462</c:v>
                </c:pt>
                <c:pt idx="101">
                  <c:v>0.000622917</c:v>
                </c:pt>
                <c:pt idx="102">
                  <c:v>0.000698503</c:v>
                </c:pt>
                <c:pt idx="103">
                  <c:v>0.000771963</c:v>
                </c:pt>
                <c:pt idx="104">
                  <c:v>0.000843047</c:v>
                </c:pt>
                <c:pt idx="105">
                  <c:v>0.000911514</c:v>
                </c:pt>
                <c:pt idx="106">
                  <c:v>0.000977128</c:v>
                </c:pt>
                <c:pt idx="107">
                  <c:v>0.001039663</c:v>
                </c:pt>
                <c:pt idx="108">
                  <c:v>0.001098903</c:v>
                </c:pt>
                <c:pt idx="109">
                  <c:v>0.001154641</c:v>
                </c:pt>
                <c:pt idx="110">
                  <c:v>0.001206681</c:v>
                </c:pt>
                <c:pt idx="111">
                  <c:v>0.001254841</c:v>
                </c:pt>
                <c:pt idx="112">
                  <c:v>0.001298946</c:v>
                </c:pt>
                <c:pt idx="113">
                  <c:v>0.00133884</c:v>
                </c:pt>
                <c:pt idx="114">
                  <c:v>0.001374377</c:v>
                </c:pt>
                <c:pt idx="115">
                  <c:v>0.001405425</c:v>
                </c:pt>
                <c:pt idx="116">
                  <c:v>0.001431867</c:v>
                </c:pt>
                <c:pt idx="117">
                  <c:v>0.001453601</c:v>
                </c:pt>
                <c:pt idx="118">
                  <c:v>0.001470541</c:v>
                </c:pt>
                <c:pt idx="119">
                  <c:v>0.001482615</c:v>
                </c:pt>
                <c:pt idx="120">
                  <c:v>0.001489769</c:v>
                </c:pt>
                <c:pt idx="121">
                  <c:v>0.001491964</c:v>
                </c:pt>
                <c:pt idx="122">
                  <c:v>0.001489178</c:v>
                </c:pt>
                <c:pt idx="123">
                  <c:v>0.001481405</c:v>
                </c:pt>
                <c:pt idx="124">
                  <c:v>0.001468657</c:v>
                </c:pt>
                <c:pt idx="125">
                  <c:v>0.00145096</c:v>
                </c:pt>
                <c:pt idx="126">
                  <c:v>0.00142836</c:v>
                </c:pt>
                <c:pt idx="127">
                  <c:v>0.001400918</c:v>
                </c:pt>
                <c:pt idx="128">
                  <c:v>0.001368711</c:v>
                </c:pt>
                <c:pt idx="129">
                  <c:v>0.001331833</c:v>
                </c:pt>
                <c:pt idx="130">
                  <c:v>0.001290394</c:v>
                </c:pt>
                <c:pt idx="131">
                  <c:v>0.00124452</c:v>
                </c:pt>
                <c:pt idx="132">
                  <c:v>0.001194353</c:v>
                </c:pt>
                <c:pt idx="133">
                  <c:v>0.001140047</c:v>
                </c:pt>
                <c:pt idx="134">
                  <c:v>0.001081774</c:v>
                </c:pt>
                <c:pt idx="135">
                  <c:v>0.001019718</c:v>
                </c:pt>
                <c:pt idx="136">
                  <c:v>0.000954076</c:v>
                </c:pt>
                <c:pt idx="137">
                  <c:v>0.00088506</c:v>
                </c:pt>
                <c:pt idx="138">
                  <c:v>0.000812892</c:v>
                </c:pt>
                <c:pt idx="139">
                  <c:v>0.000737806</c:v>
                </c:pt>
                <c:pt idx="140">
                  <c:v>0.000660046</c:v>
                </c:pt>
                <c:pt idx="141">
                  <c:v>0.000579867</c:v>
                </c:pt>
                <c:pt idx="142">
                  <c:v>0.000497532</c:v>
                </c:pt>
                <c:pt idx="143">
                  <c:v>0.000413312</c:v>
                </c:pt>
                <c:pt idx="144">
                  <c:v>0.000327485</c:v>
                </c:pt>
                <c:pt idx="145">
                  <c:v>0.000240335</c:v>
                </c:pt>
                <c:pt idx="146">
                  <c:v>0.000152154</c:v>
                </c:pt>
                <c:pt idx="147">
                  <c:v>6.3234E-05</c:v>
                </c:pt>
                <c:pt idx="148">
                  <c:v>-2.6128E-05</c:v>
                </c:pt>
                <c:pt idx="149">
                  <c:v>-0.000115631</c:v>
                </c:pt>
                <c:pt idx="150">
                  <c:v>-0.000204976</c:v>
                </c:pt>
                <c:pt idx="151">
                  <c:v>-0.000293861</c:v>
                </c:pt>
                <c:pt idx="152">
                  <c:v>-0.000381986</c:v>
                </c:pt>
                <c:pt idx="153">
                  <c:v>-0.000469055</c:v>
                </c:pt>
                <c:pt idx="154">
                  <c:v>-0.000554771</c:v>
                </c:pt>
                <c:pt idx="155">
                  <c:v>-0.000638844</c:v>
                </c:pt>
                <c:pt idx="156">
                  <c:v>-0.000720987</c:v>
                </c:pt>
                <c:pt idx="157">
                  <c:v>-0.00080092</c:v>
                </c:pt>
                <c:pt idx="158">
                  <c:v>-0.000878371</c:v>
                </c:pt>
                <c:pt idx="159">
                  <c:v>-0.000953073</c:v>
                </c:pt>
                <c:pt idx="160">
                  <c:v>-0.001024771</c:v>
                </c:pt>
                <c:pt idx="161">
                  <c:v>-0.001093216</c:v>
                </c:pt>
                <c:pt idx="162">
                  <c:v>-0.001158174</c:v>
                </c:pt>
                <c:pt idx="163">
                  <c:v>-0.001219418</c:v>
                </c:pt>
                <c:pt idx="164">
                  <c:v>-0.001276736</c:v>
                </c:pt>
                <c:pt idx="165">
                  <c:v>-0.001329928</c:v>
                </c:pt>
                <c:pt idx="166">
                  <c:v>-0.001378807</c:v>
                </c:pt>
                <c:pt idx="167">
                  <c:v>-0.001423201</c:v>
                </c:pt>
                <c:pt idx="168">
                  <c:v>-0.001462952</c:v>
                </c:pt>
                <c:pt idx="169">
                  <c:v>-0.001497917</c:v>
                </c:pt>
                <c:pt idx="170">
                  <c:v>-0.001527971</c:v>
                </c:pt>
                <c:pt idx="171">
                  <c:v>-0.001553002</c:v>
                </c:pt>
                <c:pt idx="172">
                  <c:v>-0.001572918</c:v>
                </c:pt>
                <c:pt idx="173">
                  <c:v>-0.00158764</c:v>
                </c:pt>
                <c:pt idx="174">
                  <c:v>-0.00159711</c:v>
                </c:pt>
                <c:pt idx="175">
                  <c:v>-0.001601286</c:v>
                </c:pt>
                <c:pt idx="176">
                  <c:v>-0.001600142</c:v>
                </c:pt>
                <c:pt idx="177">
                  <c:v>-0.001593671</c:v>
                </c:pt>
                <c:pt idx="178">
                  <c:v>-0.001581885</c:v>
                </c:pt>
                <c:pt idx="179">
                  <c:v>-0.001564811</c:v>
                </c:pt>
                <c:pt idx="180">
                  <c:v>-0.001542495</c:v>
                </c:pt>
                <c:pt idx="181">
                  <c:v>-0.001515</c:v>
                </c:pt>
                <c:pt idx="182">
                  <c:v>-0.001482407</c:v>
                </c:pt>
                <c:pt idx="183">
                  <c:v>-0.001444814</c:v>
                </c:pt>
                <c:pt idx="184">
                  <c:v>-0.001402333</c:v>
                </c:pt>
                <c:pt idx="185">
                  <c:v>-0.001355097</c:v>
                </c:pt>
                <c:pt idx="186">
                  <c:v>-0.00130325</c:v>
                </c:pt>
                <c:pt idx="187">
                  <c:v>-0.001246956</c:v>
                </c:pt>
                <c:pt idx="188">
                  <c:v>-0.001186389</c:v>
                </c:pt>
                <c:pt idx="189">
                  <c:v>-0.001121743</c:v>
                </c:pt>
                <c:pt idx="190">
                  <c:v>-0.00105322</c:v>
                </c:pt>
                <c:pt idx="191">
                  <c:v>-0.00098104</c:v>
                </c:pt>
                <c:pt idx="192">
                  <c:v>-0.000905433</c:v>
                </c:pt>
                <c:pt idx="193">
                  <c:v>-0.000826641</c:v>
                </c:pt>
                <c:pt idx="194">
                  <c:v>-0.000744917</c:v>
                </c:pt>
                <c:pt idx="195">
                  <c:v>-0.000660524</c:v>
                </c:pt>
                <c:pt idx="196">
                  <c:v>-0.000573735</c:v>
                </c:pt>
                <c:pt idx="197">
                  <c:v>-0.000484831</c:v>
                </c:pt>
                <c:pt idx="198">
                  <c:v>-0.000394102</c:v>
                </c:pt>
                <c:pt idx="199">
                  <c:v>-0.000301841</c:v>
                </c:pt>
                <c:pt idx="200">
                  <c:v>-0.000208351</c:v>
                </c:pt>
                <c:pt idx="201">
                  <c:v>-0.000113937</c:v>
                </c:pt>
                <c:pt idx="202">
                  <c:v>-1.8909E-05</c:v>
                </c:pt>
                <c:pt idx="203">
                  <c:v>7.642E-05</c:v>
                </c:pt>
                <c:pt idx="204">
                  <c:v>0.000171736</c:v>
                </c:pt>
                <c:pt idx="205">
                  <c:v>0.000266724</c:v>
                </c:pt>
                <c:pt idx="206">
                  <c:v>0.000361068</c:v>
                </c:pt>
                <c:pt idx="207">
                  <c:v>0.000454455</c:v>
                </c:pt>
                <c:pt idx="208">
                  <c:v>0.000546573</c:v>
                </c:pt>
                <c:pt idx="209">
                  <c:v>0.000637114</c:v>
                </c:pt>
                <c:pt idx="210">
                  <c:v>0.000725773</c:v>
                </c:pt>
                <c:pt idx="211">
                  <c:v>0.000812251</c:v>
                </c:pt>
                <c:pt idx="212">
                  <c:v>0.000896256</c:v>
                </c:pt>
                <c:pt idx="213">
                  <c:v>0.000977502</c:v>
                </c:pt>
                <c:pt idx="214">
                  <c:v>0.001055712</c:v>
                </c:pt>
                <c:pt idx="215">
                  <c:v>0.001130617</c:v>
                </c:pt>
                <c:pt idx="216">
                  <c:v>0.00120196</c:v>
                </c:pt>
                <c:pt idx="217">
                  <c:v>0.001269493</c:v>
                </c:pt>
                <c:pt idx="218">
                  <c:v>0.001332979</c:v>
                </c:pt>
                <c:pt idx="219">
                  <c:v>0.001392197</c:v>
                </c:pt>
                <c:pt idx="220">
                  <c:v>0.001446936</c:v>
                </c:pt>
                <c:pt idx="221">
                  <c:v>0.001497001</c:v>
                </c:pt>
                <c:pt idx="222">
                  <c:v>0.001542211</c:v>
                </c:pt>
                <c:pt idx="223">
                  <c:v>0.0015824</c:v>
                </c:pt>
                <c:pt idx="224">
                  <c:v>0.00161742</c:v>
                </c:pt>
                <c:pt idx="225">
                  <c:v>0.001647138</c:v>
                </c:pt>
                <c:pt idx="226">
                  <c:v>0.001671439</c:v>
                </c:pt>
                <c:pt idx="227">
                  <c:v>0.001690224</c:v>
                </c:pt>
                <c:pt idx="228">
                  <c:v>0.001703415</c:v>
                </c:pt>
                <c:pt idx="229">
                  <c:v>0.001710949</c:v>
                </c:pt>
                <c:pt idx="230">
                  <c:v>0.001712785</c:v>
                </c:pt>
                <c:pt idx="231">
                  <c:v>0.001708898</c:v>
                </c:pt>
                <c:pt idx="232">
                  <c:v>0.001699284</c:v>
                </c:pt>
                <c:pt idx="233">
                  <c:v>0.001683959</c:v>
                </c:pt>
                <c:pt idx="234">
                  <c:v>0.001662955</c:v>
                </c:pt>
                <c:pt idx="235">
                  <c:v>0.001636325</c:v>
                </c:pt>
                <c:pt idx="236">
                  <c:v>0.001604143</c:v>
                </c:pt>
                <c:pt idx="237">
                  <c:v>0.001566499</c:v>
                </c:pt>
                <c:pt idx="238">
                  <c:v>0.001523503</c:v>
                </c:pt>
                <c:pt idx="239">
                  <c:v>0.001475283</c:v>
                </c:pt>
                <c:pt idx="240">
                  <c:v>0.001421986</c:v>
                </c:pt>
                <c:pt idx="241">
                  <c:v>0.001363776</c:v>
                </c:pt>
                <c:pt idx="242">
                  <c:v>0.001300834</c:v>
                </c:pt>
                <c:pt idx="243">
                  <c:v>0.001233358</c:v>
                </c:pt>
                <c:pt idx="244">
                  <c:v>0.001161561</c:v>
                </c:pt>
                <c:pt idx="245">
                  <c:v>0.001085673</c:v>
                </c:pt>
                <c:pt idx="246">
                  <c:v>0.001005937</c:v>
                </c:pt>
                <c:pt idx="247">
                  <c:v>0.000922612</c:v>
                </c:pt>
                <c:pt idx="248">
                  <c:v>0.000835966</c:v>
                </c:pt>
                <c:pt idx="249">
                  <c:v>0.000746284</c:v>
                </c:pt>
                <c:pt idx="250">
                  <c:v>0.000653858</c:v>
                </c:pt>
                <c:pt idx="251">
                  <c:v>0.000558993</c:v>
                </c:pt>
                <c:pt idx="252">
                  <c:v>0.000462001</c:v>
                </c:pt>
                <c:pt idx="253">
                  <c:v>0.000363203</c:v>
                </c:pt>
                <c:pt idx="254">
                  <c:v>0.000262928</c:v>
                </c:pt>
                <c:pt idx="255">
                  <c:v>0.000161509</c:v>
                </c:pt>
                <c:pt idx="256">
                  <c:v>5.9285E-05</c:v>
                </c:pt>
                <c:pt idx="257">
                  <c:v>-4.3401E-05</c:v>
                </c:pt>
                <c:pt idx="258">
                  <c:v>-0.000146206</c:v>
                </c:pt>
                <c:pt idx="259">
                  <c:v>-0.000248784</c:v>
                </c:pt>
                <c:pt idx="260">
                  <c:v>-0.000350788</c:v>
                </c:pt>
                <c:pt idx="261">
                  <c:v>-0.000451875</c:v>
                </c:pt>
                <c:pt idx="262">
                  <c:v>-0.000551701</c:v>
                </c:pt>
                <c:pt idx="263">
                  <c:v>-0.000649928</c:v>
                </c:pt>
                <c:pt idx="264">
                  <c:v>-0.000746223</c:v>
                </c:pt>
                <c:pt idx="265">
                  <c:v>-0.000840257</c:v>
                </c:pt>
                <c:pt idx="266">
                  <c:v>-0.000931709</c:v>
                </c:pt>
                <c:pt idx="267">
                  <c:v>-0.001020266</c:v>
                </c:pt>
                <c:pt idx="268">
                  <c:v>-0.001105625</c:v>
                </c:pt>
                <c:pt idx="269">
                  <c:v>-0.001187493</c:v>
                </c:pt>
                <c:pt idx="270">
                  <c:v>-0.001265586</c:v>
                </c:pt>
                <c:pt idx="271">
                  <c:v>-0.001339636</c:v>
                </c:pt>
                <c:pt idx="272">
                  <c:v>-0.001409386</c:v>
                </c:pt>
                <c:pt idx="273">
                  <c:v>-0.001474593</c:v>
                </c:pt>
                <c:pt idx="274">
                  <c:v>-0.00153503</c:v>
                </c:pt>
                <c:pt idx="275">
                  <c:v>-0.001590485</c:v>
                </c:pt>
                <c:pt idx="276">
                  <c:v>-0.001640762</c:v>
                </c:pt>
                <c:pt idx="277">
                  <c:v>-0.001685683</c:v>
                </c:pt>
                <c:pt idx="278">
                  <c:v>-0.001725087</c:v>
                </c:pt>
                <c:pt idx="279">
                  <c:v>-0.001758832</c:v>
                </c:pt>
                <c:pt idx="280">
                  <c:v>-0.001786794</c:v>
                </c:pt>
                <c:pt idx="281">
                  <c:v>-0.001808868</c:v>
                </c:pt>
                <c:pt idx="282">
                  <c:v>-0.001824969</c:v>
                </c:pt>
                <c:pt idx="283">
                  <c:v>-0.001835032</c:v>
                </c:pt>
                <c:pt idx="284">
                  <c:v>-0.001839011</c:v>
                </c:pt>
                <c:pt idx="285">
                  <c:v>-0.001836881</c:v>
                </c:pt>
                <c:pt idx="286">
                  <c:v>-0.001828638</c:v>
                </c:pt>
                <c:pt idx="287">
                  <c:v>-0.001814296</c:v>
                </c:pt>
                <c:pt idx="288">
                  <c:v>-0.001793891</c:v>
                </c:pt>
                <c:pt idx="289">
                  <c:v>-0.001767479</c:v>
                </c:pt>
                <c:pt idx="290">
                  <c:v>-0.001735134</c:v>
                </c:pt>
                <c:pt idx="291">
                  <c:v>-0.001696954</c:v>
                </c:pt>
                <c:pt idx="292">
                  <c:v>-0.001653052</c:v>
                </c:pt>
                <c:pt idx="293">
                  <c:v>-0.001603561</c:v>
                </c:pt>
                <c:pt idx="294">
                  <c:v>-0.001548635</c:v>
                </c:pt>
                <c:pt idx="295">
                  <c:v>-0.001488443</c:v>
                </c:pt>
                <c:pt idx="296">
                  <c:v>-0.001423175</c:v>
                </c:pt>
                <c:pt idx="297">
                  <c:v>-0.001353034</c:v>
                </c:pt>
                <c:pt idx="298">
                  <c:v>-0.001278242</c:v>
                </c:pt>
                <c:pt idx="299">
                  <c:v>-0.001199036</c:v>
                </c:pt>
                <c:pt idx="300">
                  <c:v>-0.001115668</c:v>
                </c:pt>
                <c:pt idx="301">
                  <c:v>-0.001028405</c:v>
                </c:pt>
                <c:pt idx="302">
                  <c:v>-0.000937525</c:v>
                </c:pt>
                <c:pt idx="303">
                  <c:v>-0.00084332</c:v>
                </c:pt>
                <c:pt idx="304">
                  <c:v>-0.000746095</c:v>
                </c:pt>
                <c:pt idx="305">
                  <c:v>-0.000646161</c:v>
                </c:pt>
                <c:pt idx="306">
                  <c:v>-0.000543844</c:v>
                </c:pt>
                <c:pt idx="307">
                  <c:v>-0.000439475</c:v>
                </c:pt>
                <c:pt idx="308">
                  <c:v>-0.000333393</c:v>
                </c:pt>
                <c:pt idx="309">
                  <c:v>-0.000225944</c:v>
                </c:pt>
                <c:pt idx="310">
                  <c:v>-0.00011748</c:v>
                </c:pt>
                <c:pt idx="311">
                  <c:v>-8.356E-06</c:v>
                </c:pt>
                <c:pt idx="312">
                  <c:v>0.00010107</c:v>
                </c:pt>
                <c:pt idx="313">
                  <c:v>0.000210436</c:v>
                </c:pt>
                <c:pt idx="314">
                  <c:v>0.000319382</c:v>
                </c:pt>
                <c:pt idx="315">
                  <c:v>0.000427546</c:v>
                </c:pt>
                <c:pt idx="316">
                  <c:v>0.000534568</c:v>
                </c:pt>
                <c:pt idx="317">
                  <c:v>0.000640093</c:v>
                </c:pt>
                <c:pt idx="318">
                  <c:v>0.000743766</c:v>
                </c:pt>
                <c:pt idx="319">
                  <c:v>0.00084524</c:v>
                </c:pt>
                <c:pt idx="320">
                  <c:v>0.000944172</c:v>
                </c:pt>
                <c:pt idx="321">
                  <c:v>0.001040227</c:v>
                </c:pt>
                <c:pt idx="322">
                  <c:v>0.00113308</c:v>
                </c:pt>
                <c:pt idx="323">
                  <c:v>0.001222413</c:v>
                </c:pt>
                <c:pt idx="324">
                  <c:v>0.001307919</c:v>
                </c:pt>
                <c:pt idx="325">
                  <c:v>0.001389303</c:v>
                </c:pt>
                <c:pt idx="326">
                  <c:v>0.001466284</c:v>
                </c:pt>
                <c:pt idx="327">
                  <c:v>0.001538591</c:v>
                </c:pt>
                <c:pt idx="328">
                  <c:v>0.001605971</c:v>
                </c:pt>
                <c:pt idx="329">
                  <c:v>0.001668185</c:v>
                </c:pt>
                <c:pt idx="330">
                  <c:v>0.001725009</c:v>
                </c:pt>
                <c:pt idx="331">
                  <c:v>0.001776238</c:v>
                </c:pt>
                <c:pt idx="332">
                  <c:v>0.001821684</c:v>
                </c:pt>
                <c:pt idx="333">
                  <c:v>0.001861177</c:v>
                </c:pt>
                <c:pt idx="334">
                  <c:v>0.001894567</c:v>
                </c:pt>
                <c:pt idx="335">
                  <c:v>0.001921723</c:v>
                </c:pt>
                <c:pt idx="336">
                  <c:v>0.001942536</c:v>
                </c:pt>
                <c:pt idx="337">
                  <c:v>0.001956916</c:v>
                </c:pt>
                <c:pt idx="338">
                  <c:v>0.001964793</c:v>
                </c:pt>
                <c:pt idx="339">
                  <c:v>0.001966123</c:v>
                </c:pt>
                <c:pt idx="340">
                  <c:v>0.001960879</c:v>
                </c:pt>
                <c:pt idx="341">
                  <c:v>0.001949058</c:v>
                </c:pt>
                <c:pt idx="342">
                  <c:v>0.00193068</c:v>
                </c:pt>
                <c:pt idx="343">
                  <c:v>0.001905785</c:v>
                </c:pt>
                <c:pt idx="344">
                  <c:v>0.001874437</c:v>
                </c:pt>
                <c:pt idx="345">
                  <c:v>0.001836721</c:v>
                </c:pt>
                <c:pt idx="346">
                  <c:v>0.001792743</c:v>
                </c:pt>
                <c:pt idx="347">
                  <c:v>0.001742632</c:v>
                </c:pt>
                <c:pt idx="348">
                  <c:v>0.001686539</c:v>
                </c:pt>
                <c:pt idx="349">
                  <c:v>0.001624632</c:v>
                </c:pt>
                <c:pt idx="350">
                  <c:v>0.001557104</c:v>
                </c:pt>
                <c:pt idx="351">
                  <c:v>0.001484163</c:v>
                </c:pt>
                <c:pt idx="352">
                  <c:v>0.001406041</c:v>
                </c:pt>
                <c:pt idx="353">
                  <c:v>0.001322984</c:v>
                </c:pt>
                <c:pt idx="354">
                  <c:v>0.001235258</c:v>
                </c:pt>
                <c:pt idx="355">
                  <c:v>0.001143145</c:v>
                </c:pt>
                <c:pt idx="356">
                  <c:v>0.001046942</c:v>
                </c:pt>
                <c:pt idx="357">
                  <c:v>0.000946964</c:v>
                </c:pt>
                <c:pt idx="358">
                  <c:v>0.000843535</c:v>
                </c:pt>
                <c:pt idx="359">
                  <c:v>0.000736996</c:v>
                </c:pt>
                <c:pt idx="360">
                  <c:v>0.000627697</c:v>
                </c:pt>
                <c:pt idx="361">
                  <c:v>0.000515999</c:v>
                </c:pt>
                <c:pt idx="362">
                  <c:v>0.000402273</c:v>
                </c:pt>
                <c:pt idx="363">
                  <c:v>0.000286897</c:v>
                </c:pt>
                <c:pt idx="364">
                  <c:v>0.000170256</c:v>
                </c:pt>
                <c:pt idx="365">
                  <c:v>5.2739E-05</c:v>
                </c:pt>
                <c:pt idx="366">
                  <c:v>-6.5258E-05</c:v>
                </c:pt>
                <c:pt idx="367">
                  <c:v>-0.00018334</c:v>
                </c:pt>
                <c:pt idx="368">
                  <c:v>-0.000301108</c:v>
                </c:pt>
                <c:pt idx="369">
                  <c:v>-0.000418165</c:v>
                </c:pt>
                <c:pt idx="370">
                  <c:v>-0.000534115</c:v>
                </c:pt>
                <c:pt idx="371">
                  <c:v>-0.000648565</c:v>
                </c:pt>
                <c:pt idx="372">
                  <c:v>-0.000761126</c:v>
                </c:pt>
                <c:pt idx="373">
                  <c:v>-0.000871414</c:v>
                </c:pt>
                <c:pt idx="374">
                  <c:v>-0.000979054</c:v>
                </c:pt>
                <c:pt idx="375">
                  <c:v>-0.001083678</c:v>
                </c:pt>
                <c:pt idx="376">
                  <c:v>-0.001184927</c:v>
                </c:pt>
                <c:pt idx="377">
                  <c:v>-0.001282454</c:v>
                </c:pt>
                <c:pt idx="378">
                  <c:v>-0.001375924</c:v>
                </c:pt>
                <c:pt idx="379">
                  <c:v>-0.001465014</c:v>
                </c:pt>
                <c:pt idx="380">
                  <c:v>-0.001549418</c:v>
                </c:pt>
                <c:pt idx="381">
                  <c:v>-0.001628841</c:v>
                </c:pt>
                <c:pt idx="382">
                  <c:v>-0.001703009</c:v>
                </c:pt>
                <c:pt idx="383">
                  <c:v>-0.001771661</c:v>
                </c:pt>
                <c:pt idx="384">
                  <c:v>-0.001834559</c:v>
                </c:pt>
                <c:pt idx="385">
                  <c:v>-0.00189148</c:v>
                </c:pt>
                <c:pt idx="386">
                  <c:v>-0.001942222</c:v>
                </c:pt>
                <c:pt idx="387">
                  <c:v>-0.001986604</c:v>
                </c:pt>
                <c:pt idx="388">
                  <c:v>-0.002024466</c:v>
                </c:pt>
                <c:pt idx="389">
                  <c:v>-0.002055669</c:v>
                </c:pt>
                <c:pt idx="390">
                  <c:v>-0.002080097</c:v>
                </c:pt>
                <c:pt idx="391">
                  <c:v>-0.002097655</c:v>
                </c:pt>
                <c:pt idx="392">
                  <c:v>-0.002108272</c:v>
                </c:pt>
                <c:pt idx="393">
                  <c:v>-0.0021119</c:v>
                </c:pt>
                <c:pt idx="394">
                  <c:v>-0.002108514</c:v>
                </c:pt>
                <c:pt idx="395">
                  <c:v>-0.002098111</c:v>
                </c:pt>
                <c:pt idx="396">
                  <c:v>-0.002080713</c:v>
                </c:pt>
                <c:pt idx="397">
                  <c:v>-0.002056364</c:v>
                </c:pt>
                <c:pt idx="398">
                  <c:v>-0.002025132</c:v>
                </c:pt>
                <c:pt idx="399">
                  <c:v>-0.001987106</c:v>
                </c:pt>
                <c:pt idx="400">
                  <c:v>-0.001942401</c:v>
                </c:pt>
                <c:pt idx="401">
                  <c:v>-0.00189115</c:v>
                </c:pt>
                <c:pt idx="402">
                  <c:v>-0.00183351</c:v>
                </c:pt>
                <c:pt idx="403">
                  <c:v>-0.001769659</c:v>
                </c:pt>
                <c:pt idx="404">
                  <c:v>-0.001699796</c:v>
                </c:pt>
                <c:pt idx="405">
                  <c:v>-0.001624139</c:v>
                </c:pt>
                <c:pt idx="406">
                  <c:v>-0.001542926</c:v>
                </c:pt>
                <c:pt idx="407">
                  <c:v>-0.001456414</c:v>
                </c:pt>
                <c:pt idx="408">
                  <c:v>-0.001364876</c:v>
                </c:pt>
                <c:pt idx="409">
                  <c:v>-0.001268604</c:v>
                </c:pt>
                <c:pt idx="410">
                  <c:v>-0.001167905</c:v>
                </c:pt>
                <c:pt idx="411">
                  <c:v>-0.001063102</c:v>
                </c:pt>
                <c:pt idx="412">
                  <c:v>-0.000954529</c:v>
                </c:pt>
                <c:pt idx="413">
                  <c:v>-0.000842538</c:v>
                </c:pt>
                <c:pt idx="414">
                  <c:v>-0.000727488</c:v>
                </c:pt>
                <c:pt idx="415">
                  <c:v>-0.000609752</c:v>
                </c:pt>
                <c:pt idx="416">
                  <c:v>-0.000489712</c:v>
                </c:pt>
                <c:pt idx="417">
                  <c:v>-0.000367756</c:v>
                </c:pt>
                <c:pt idx="418">
                  <c:v>-0.000244284</c:v>
                </c:pt>
                <c:pt idx="419">
                  <c:v>-0.000119697</c:v>
                </c:pt>
                <c:pt idx="420">
                  <c:v>5.597E-06</c:v>
                </c:pt>
                <c:pt idx="421">
                  <c:v>0.000131186</c:v>
                </c:pt>
                <c:pt idx="422">
                  <c:v>0.000256657</c:v>
                </c:pt>
                <c:pt idx="423">
                  <c:v>0.000381595</c:v>
                </c:pt>
                <c:pt idx="424">
                  <c:v>0.000505588</c:v>
                </c:pt>
                <c:pt idx="425">
                  <c:v>0.000628223</c:v>
                </c:pt>
                <c:pt idx="426">
                  <c:v>0.000749091</c:v>
                </c:pt>
                <c:pt idx="427">
                  <c:v>0.000867789</c:v>
                </c:pt>
                <c:pt idx="428">
                  <c:v>0.000983917</c:v>
                </c:pt>
                <c:pt idx="429">
                  <c:v>0.001097085</c:v>
                </c:pt>
                <c:pt idx="430">
                  <c:v>0.00120691</c:v>
                </c:pt>
                <c:pt idx="431">
                  <c:v>0.001313019</c:v>
                </c:pt>
                <c:pt idx="432">
                  <c:v>0.001415048</c:v>
                </c:pt>
                <c:pt idx="433">
                  <c:v>0.001512648</c:v>
                </c:pt>
                <c:pt idx="434">
                  <c:v>0.001605482</c:v>
                </c:pt>
                <c:pt idx="435">
                  <c:v>0.001693227</c:v>
                </c:pt>
                <c:pt idx="436">
                  <c:v>0.001775576</c:v>
                </c:pt>
                <c:pt idx="437">
                  <c:v>0.001852239</c:v>
                </c:pt>
                <c:pt idx="438">
                  <c:v>0.001922943</c:v>
                </c:pt>
                <c:pt idx="439">
                  <c:v>0.001987435</c:v>
                </c:pt>
                <c:pt idx="440">
                  <c:v>0.00204548</c:v>
                </c:pt>
                <c:pt idx="441">
                  <c:v>0.002096864</c:v>
                </c:pt>
                <c:pt idx="442">
                  <c:v>0.002141394</c:v>
                </c:pt>
                <c:pt idx="443">
                  <c:v>0.002178901</c:v>
                </c:pt>
                <c:pt idx="444">
                  <c:v>0.002209236</c:v>
                </c:pt>
                <c:pt idx="445">
                  <c:v>0.002232274</c:v>
                </c:pt>
                <c:pt idx="446">
                  <c:v>0.002247916</c:v>
                </c:pt>
                <c:pt idx="447">
                  <c:v>0.002256085</c:v>
                </c:pt>
                <c:pt idx="448">
                  <c:v>0.002256729</c:v>
                </c:pt>
                <c:pt idx="449">
                  <c:v>0.002249822</c:v>
                </c:pt>
                <c:pt idx="450">
                  <c:v>0.002235362</c:v>
                </c:pt>
                <c:pt idx="451">
                  <c:v>0.002213375</c:v>
                </c:pt>
                <c:pt idx="452">
                  <c:v>0.002183908</c:v>
                </c:pt>
                <c:pt idx="453">
                  <c:v>0.002147039</c:v>
                </c:pt>
                <c:pt idx="454">
                  <c:v>0.002102865</c:v>
                </c:pt>
                <c:pt idx="455">
                  <c:v>0.002051514</c:v>
                </c:pt>
                <c:pt idx="456">
                  <c:v>0.001993134</c:v>
                </c:pt>
                <c:pt idx="457">
                  <c:v>0.0019279</c:v>
                </c:pt>
                <c:pt idx="458">
                  <c:v>0.001856012</c:v>
                </c:pt>
                <c:pt idx="459">
                  <c:v>0.001777689</c:v>
                </c:pt>
                <c:pt idx="460">
                  <c:v>0.001693177</c:v>
                </c:pt>
                <c:pt idx="461">
                  <c:v>0.001602741</c:v>
                </c:pt>
                <c:pt idx="462">
                  <c:v>0.001506669</c:v>
                </c:pt>
                <c:pt idx="463">
                  <c:v>0.001405267</c:v>
                </c:pt>
                <c:pt idx="464">
                  <c:v>0.001298864</c:v>
                </c:pt>
                <c:pt idx="465">
                  <c:v>0.001187802</c:v>
                </c:pt>
                <c:pt idx="466">
                  <c:v>0.001072445</c:v>
                </c:pt>
                <c:pt idx="467">
                  <c:v>0.000953168</c:v>
                </c:pt>
                <c:pt idx="468">
                  <c:v>0.000830365</c:v>
                </c:pt>
                <c:pt idx="469">
                  <c:v>0.00070444</c:v>
                </c:pt>
                <c:pt idx="470">
                  <c:v>0.000575809</c:v>
                </c:pt>
                <c:pt idx="471">
                  <c:v>0.000444902</c:v>
                </c:pt>
                <c:pt idx="472">
                  <c:v>0.000312153</c:v>
                </c:pt>
                <c:pt idx="473">
                  <c:v>0.000178006</c:v>
                </c:pt>
                <c:pt idx="474">
                  <c:v>4.2911E-05</c:v>
                </c:pt>
                <c:pt idx="475">
                  <c:v>-9.2678E-05</c:v>
                </c:pt>
                <c:pt idx="476">
                  <c:v>-0.000228304</c:v>
                </c:pt>
                <c:pt idx="477">
                  <c:v>-0.00036351</c:v>
                </c:pt>
                <c:pt idx="478">
                  <c:v>-0.000497839</c:v>
                </c:pt>
                <c:pt idx="479">
                  <c:v>-0.000630835</c:v>
                </c:pt>
                <c:pt idx="480">
                  <c:v>-0.000762046</c:v>
                </c:pt>
                <c:pt idx="481">
                  <c:v>-0.000891027</c:v>
                </c:pt>
                <c:pt idx="482">
                  <c:v>-0.001017336</c:v>
                </c:pt>
                <c:pt idx="483">
                  <c:v>-0.001140544</c:v>
                </c:pt>
                <c:pt idx="484">
                  <c:v>-0.001260229</c:v>
                </c:pt>
                <c:pt idx="485">
                  <c:v>-0.00137598</c:v>
                </c:pt>
                <c:pt idx="486">
                  <c:v>-0.001487399</c:v>
                </c:pt>
                <c:pt idx="487">
                  <c:v>-0.001594105</c:v>
                </c:pt>
                <c:pt idx="488">
                  <c:v>-0.001695727</c:v>
                </c:pt>
                <c:pt idx="489">
                  <c:v>-0.001791917</c:v>
                </c:pt>
                <c:pt idx="490">
                  <c:v>-0.001882339</c:v>
                </c:pt>
                <c:pt idx="491">
                  <c:v>-0.00196668</c:v>
                </c:pt>
                <c:pt idx="492">
                  <c:v>-0.002044646</c:v>
                </c:pt>
                <c:pt idx="493">
                  <c:v>-0.002115964</c:v>
                </c:pt>
                <c:pt idx="494">
                  <c:v>-0.002180383</c:v>
                </c:pt>
                <c:pt idx="495">
                  <c:v>-0.002237675</c:v>
                </c:pt>
                <c:pt idx="496">
                  <c:v>-0.002287635</c:v>
                </c:pt>
                <c:pt idx="497">
                  <c:v>-0.002330084</c:v>
                </c:pt>
                <c:pt idx="498">
                  <c:v>-0.002364866</c:v>
                </c:pt>
                <c:pt idx="499">
                  <c:v>-0.002391852</c:v>
                </c:pt>
                <c:pt idx="500">
                  <c:v>-0.002410938</c:v>
                </c:pt>
                <c:pt idx="501">
                  <c:v>-0.002422046</c:v>
                </c:pt>
                <c:pt idx="502">
                  <c:v>-0.002425126</c:v>
                </c:pt>
                <c:pt idx="503">
                  <c:v>-0.002420152</c:v>
                </c:pt>
                <c:pt idx="504">
                  <c:v>-0.002407128</c:v>
                </c:pt>
                <c:pt idx="505">
                  <c:v>-0.002386081</c:v>
                </c:pt>
                <c:pt idx="506">
                  <c:v>-0.002357067</c:v>
                </c:pt>
                <c:pt idx="507">
                  <c:v>-0.002320167</c:v>
                </c:pt>
                <c:pt idx="508">
                  <c:v>-0.00227549</c:v>
                </c:pt>
                <c:pt idx="509">
                  <c:v>-0.002223168</c:v>
                </c:pt>
                <c:pt idx="510">
                  <c:v>-0.00216336</c:v>
                </c:pt>
                <c:pt idx="511">
                  <c:v>-0.002096251</c:v>
                </c:pt>
                <c:pt idx="512">
                  <c:v>-0.002022046</c:v>
                </c:pt>
                <c:pt idx="513">
                  <c:v>-0.001940978</c:v>
                </c:pt>
                <c:pt idx="514">
                  <c:v>-0.001853301</c:v>
                </c:pt>
                <c:pt idx="515">
                  <c:v>-0.001759289</c:v>
                </c:pt>
                <c:pt idx="516">
                  <c:v>-0.001659241</c:v>
                </c:pt>
                <c:pt idx="517">
                  <c:v>-0.001553473</c:v>
                </c:pt>
                <c:pt idx="518">
                  <c:v>-0.001442322</c:v>
                </c:pt>
                <c:pt idx="519">
                  <c:v>-0.001326142</c:v>
                </c:pt>
                <c:pt idx="520">
                  <c:v>-0.001205304</c:v>
                </c:pt>
                <c:pt idx="521">
                  <c:v>-0.001080196</c:v>
                </c:pt>
                <c:pt idx="522">
                  <c:v>-0.00095122</c:v>
                </c:pt>
                <c:pt idx="523">
                  <c:v>-0.000818792</c:v>
                </c:pt>
                <c:pt idx="524">
                  <c:v>-0.000683338</c:v>
                </c:pt>
                <c:pt idx="525">
                  <c:v>-0.000545298</c:v>
                </c:pt>
                <c:pt idx="526">
                  <c:v>-0.000405118</c:v>
                </c:pt>
                <c:pt idx="527">
                  <c:v>-0.000263255</c:v>
                </c:pt>
                <c:pt idx="528">
                  <c:v>-0.000120172</c:v>
                </c:pt>
                <c:pt idx="529">
                  <c:v>2.3664E-05</c:v>
                </c:pt>
                <c:pt idx="530">
                  <c:v>0.000167782</c:v>
                </c:pt>
                <c:pt idx="531">
                  <c:v>0.000311707</c:v>
                </c:pt>
                <c:pt idx="532">
                  <c:v>0.000454965</c:v>
                </c:pt>
                <c:pt idx="533">
                  <c:v>0.000597083</c:v>
                </c:pt>
                <c:pt idx="534">
                  <c:v>0.000737589</c:v>
                </c:pt>
                <c:pt idx="535">
                  <c:v>0.000876016</c:v>
                </c:pt>
                <c:pt idx="536">
                  <c:v>0.001011899</c:v>
                </c:pt>
                <c:pt idx="537">
                  <c:v>0.001144785</c:v>
                </c:pt>
                <c:pt idx="538">
                  <c:v>0.001274225</c:v>
                </c:pt>
                <c:pt idx="539">
                  <c:v>0.001399782</c:v>
                </c:pt>
                <c:pt idx="540">
                  <c:v>0.001521028</c:v>
                </c:pt>
                <c:pt idx="541">
                  <c:v>0.00163755</c:v>
                </c:pt>
                <c:pt idx="542">
                  <c:v>0.001748947</c:v>
                </c:pt>
                <c:pt idx="543">
                  <c:v>0.001854834</c:v>
                </c:pt>
                <c:pt idx="544">
                  <c:v>0.001954843</c:v>
                </c:pt>
                <c:pt idx="545">
                  <c:v>0.002048624</c:v>
                </c:pt>
                <c:pt idx="546">
                  <c:v>0.002135845</c:v>
                </c:pt>
                <c:pt idx="547">
                  <c:v>0.002216196</c:v>
                </c:pt>
                <c:pt idx="548">
                  <c:v>0.002289387</c:v>
                </c:pt>
                <c:pt idx="549">
                  <c:v>0.002355151</c:v>
                </c:pt>
                <c:pt idx="550">
                  <c:v>0.002413245</c:v>
                </c:pt>
                <c:pt idx="551">
                  <c:v>0.00246345</c:v>
                </c:pt>
                <c:pt idx="552">
                  <c:v>0.002505572</c:v>
                </c:pt>
                <c:pt idx="553">
                  <c:v>0.002539444</c:v>
                </c:pt>
                <c:pt idx="554">
                  <c:v>0.002564925</c:v>
                </c:pt>
                <c:pt idx="555">
                  <c:v>0.002581902</c:v>
                </c:pt>
                <c:pt idx="556">
                  <c:v>0.00259029</c:v>
                </c:pt>
                <c:pt idx="557">
                  <c:v>0.002590032</c:v>
                </c:pt>
                <c:pt idx="558">
                  <c:v>0.0025811</c:v>
                </c:pt>
                <c:pt idx="559">
                  <c:v>0.002563495</c:v>
                </c:pt>
                <c:pt idx="560">
                  <c:v>0.002537248</c:v>
                </c:pt>
                <c:pt idx="561">
                  <c:v>0.002502417</c:v>
                </c:pt>
                <c:pt idx="562">
                  <c:v>0.002459092</c:v>
                </c:pt>
                <c:pt idx="563">
                  <c:v>0.002407391</c:v>
                </c:pt>
                <c:pt idx="564">
                  <c:v>0.00234746</c:v>
                </c:pt>
                <c:pt idx="565">
                  <c:v>0.002279474</c:v>
                </c:pt>
                <c:pt idx="566">
                  <c:v>0.002203636</c:v>
                </c:pt>
                <c:pt idx="567">
                  <c:v>0.002120177</c:v>
                </c:pt>
                <c:pt idx="568">
                  <c:v>0.002029355</c:v>
                </c:pt>
                <c:pt idx="569">
                  <c:v>0.001931452</c:v>
                </c:pt>
                <c:pt idx="570">
                  <c:v>0.001826778</c:v>
                </c:pt>
                <c:pt idx="571">
                  <c:v>0.001715665</c:v>
                </c:pt>
                <c:pt idx="572">
                  <c:v>0.001598469</c:v>
                </c:pt>
                <c:pt idx="573">
                  <c:v>0.001475568</c:v>
                </c:pt>
                <c:pt idx="574">
                  <c:v>0.001347361</c:v>
                </c:pt>
                <c:pt idx="575">
                  <c:v>0.001214267</c:v>
                </c:pt>
                <c:pt idx="576">
                  <c:v>0.00107672</c:v>
                </c:pt>
                <c:pt idx="577">
                  <c:v>0.000935174</c:v>
                </c:pt>
                <c:pt idx="578">
                  <c:v>0.000790098</c:v>
                </c:pt>
                <c:pt idx="579">
                  <c:v>0.000641972</c:v>
                </c:pt>
                <c:pt idx="580">
                  <c:v>0.00049129</c:v>
                </c:pt>
                <c:pt idx="581">
                  <c:v>0.000338554</c:v>
                </c:pt>
                <c:pt idx="582">
                  <c:v>0.000184277</c:v>
                </c:pt>
                <c:pt idx="583">
                  <c:v>2.8976E-05</c:v>
                </c:pt>
                <c:pt idx="584">
                  <c:v>-0.000126825</c:v>
                </c:pt>
                <c:pt idx="585">
                  <c:v>-0.000282601</c:v>
                </c:pt>
                <c:pt idx="586">
                  <c:v>-0.000437825</c:v>
                </c:pt>
                <c:pt idx="587">
                  <c:v>-0.00059197</c:v>
                </c:pt>
                <c:pt idx="588">
                  <c:v>-0.000744514</c:v>
                </c:pt>
                <c:pt idx="589">
                  <c:v>-0.000894937</c:v>
                </c:pt>
                <c:pt idx="590">
                  <c:v>-0.001042727</c:v>
                </c:pt>
                <c:pt idx="591">
                  <c:v>-0.001187378</c:v>
                </c:pt>
                <c:pt idx="592">
                  <c:v>-0.001328398</c:v>
                </c:pt>
                <c:pt idx="593">
                  <c:v>-0.001465301</c:v>
                </c:pt>
                <c:pt idx="594">
                  <c:v>-0.00159762</c:v>
                </c:pt>
                <c:pt idx="595">
                  <c:v>-0.001724899</c:v>
                </c:pt>
                <c:pt idx="596">
                  <c:v>-0.001846699</c:v>
                </c:pt>
                <c:pt idx="597">
                  <c:v>-0.001962602</c:v>
                </c:pt>
                <c:pt idx="598">
                  <c:v>-0.002072206</c:v>
                </c:pt>
                <c:pt idx="599">
                  <c:v>-0.002175131</c:v>
                </c:pt>
                <c:pt idx="600">
                  <c:v>-0.00227102</c:v>
                </c:pt>
                <c:pt idx="601">
                  <c:v>-0.00235954</c:v>
                </c:pt>
                <c:pt idx="602">
                  <c:v>-0.00244038</c:v>
                </c:pt>
                <c:pt idx="603">
                  <c:v>-0.002513256</c:v>
                </c:pt>
                <c:pt idx="604">
                  <c:v>-0.002577911</c:v>
                </c:pt>
                <c:pt idx="605">
                  <c:v>-0.002634116</c:v>
                </c:pt>
                <c:pt idx="606">
                  <c:v>-0.002681668</c:v>
                </c:pt>
                <c:pt idx="607">
                  <c:v>-0.002720393</c:v>
                </c:pt>
                <c:pt idx="608">
                  <c:v>-0.002750149</c:v>
                </c:pt>
                <c:pt idx="609">
                  <c:v>-0.002770821</c:v>
                </c:pt>
                <c:pt idx="610">
                  <c:v>-0.002782325</c:v>
                </c:pt>
                <c:pt idx="611">
                  <c:v>-0.002784608</c:v>
                </c:pt>
                <c:pt idx="612">
                  <c:v>-0.002777647</c:v>
                </c:pt>
                <c:pt idx="613">
                  <c:v>-0.002761448</c:v>
                </c:pt>
                <c:pt idx="614">
                  <c:v>-0.002736052</c:v>
                </c:pt>
                <c:pt idx="615">
                  <c:v>-0.002701525</c:v>
                </c:pt>
                <c:pt idx="616">
                  <c:v>-0.002657967</c:v>
                </c:pt>
                <c:pt idx="617">
                  <c:v>-0.002605506</c:v>
                </c:pt>
                <c:pt idx="618">
                  <c:v>-0.002544299</c:v>
                </c:pt>
                <c:pt idx="619">
                  <c:v>-0.002474534</c:v>
                </c:pt>
                <c:pt idx="620">
                  <c:v>-0.002396424</c:v>
                </c:pt>
                <c:pt idx="621">
                  <c:v>-0.002310213</c:v>
                </c:pt>
                <c:pt idx="622">
                  <c:v>-0.00221617</c:v>
                </c:pt>
                <c:pt idx="623">
                  <c:v>-0.002114588</c:v>
                </c:pt>
                <c:pt idx="624">
                  <c:v>-0.002005788</c:v>
                </c:pt>
                <c:pt idx="625">
                  <c:v>-0.001890114</c:v>
                </c:pt>
                <c:pt idx="626">
                  <c:v>-0.001767932</c:v>
                </c:pt>
                <c:pt idx="627">
                  <c:v>-0.001639631</c:v>
                </c:pt>
                <c:pt idx="628">
                  <c:v>-0.001505619</c:v>
                </c:pt>
                <c:pt idx="629">
                  <c:v>-0.001366325</c:v>
                </c:pt>
                <c:pt idx="630">
                  <c:v>-0.001222195</c:v>
                </c:pt>
                <c:pt idx="631">
                  <c:v>-0.00107369</c:v>
                </c:pt>
                <c:pt idx="632">
                  <c:v>-0.000921289</c:v>
                </c:pt>
                <c:pt idx="633">
                  <c:v>-0.000765482</c:v>
                </c:pt>
                <c:pt idx="634">
                  <c:v>-0.000606774</c:v>
                </c:pt>
                <c:pt idx="635">
                  <c:v>-0.000445678</c:v>
                </c:pt>
                <c:pt idx="636">
                  <c:v>-0.000282718</c:v>
                </c:pt>
                <c:pt idx="637">
                  <c:v>-0.000118423</c:v>
                </c:pt>
                <c:pt idx="638">
                  <c:v>4.6671E-05</c:v>
                </c:pt>
                <c:pt idx="639">
                  <c:v>0.000212022</c:v>
                </c:pt>
                <c:pt idx="640">
                  <c:v>0.000377088</c:v>
                </c:pt>
                <c:pt idx="641">
                  <c:v>0.000541327</c:v>
                </c:pt>
                <c:pt idx="642">
                  <c:v>0.000704195</c:v>
                </c:pt>
                <c:pt idx="643">
                  <c:v>0.000865154</c:v>
                </c:pt>
                <c:pt idx="644">
                  <c:v>0.001023667</c:v>
                </c:pt>
                <c:pt idx="645">
                  <c:v>0.001179206</c:v>
                </c:pt>
                <c:pt idx="646">
                  <c:v>0.001331249</c:v>
                </c:pt>
                <c:pt idx="647">
                  <c:v>0.001479284</c:v>
                </c:pt>
                <c:pt idx="648">
                  <c:v>0.001622812</c:v>
                </c:pt>
                <c:pt idx="649">
                  <c:v>0.001761344</c:v>
                </c:pt>
                <c:pt idx="650">
                  <c:v>0.001894406</c:v>
                </c:pt>
                <c:pt idx="651">
                  <c:v>0.002021542</c:v>
                </c:pt>
                <c:pt idx="652">
                  <c:v>0.002142312</c:v>
                </c:pt>
                <c:pt idx="653">
                  <c:v>0.002256295</c:v>
                </c:pt>
                <c:pt idx="654">
                  <c:v>0.002363091</c:v>
                </c:pt>
                <c:pt idx="655">
                  <c:v>0.002462323</c:v>
                </c:pt>
                <c:pt idx="656">
                  <c:v>0.002553635</c:v>
                </c:pt>
                <c:pt idx="657">
                  <c:v>0.002636698</c:v>
                </c:pt>
                <c:pt idx="658">
                  <c:v>0.002711207</c:v>
                </c:pt>
                <c:pt idx="659">
                  <c:v>0.002776886</c:v>
                </c:pt>
                <c:pt idx="660">
                  <c:v>0.002833485</c:v>
                </c:pt>
                <c:pt idx="661">
                  <c:v>0.002880784</c:v>
                </c:pt>
                <c:pt idx="662">
                  <c:v>0.002918594</c:v>
                </c:pt>
                <c:pt idx="663">
                  <c:v>0.002946756</c:v>
                </c:pt>
                <c:pt idx="664">
                  <c:v>0.002965141</c:v>
                </c:pt>
                <c:pt idx="665">
                  <c:v>0.002973655</c:v>
                </c:pt>
                <c:pt idx="666">
                  <c:v>0.002972235</c:v>
                </c:pt>
                <c:pt idx="667">
                  <c:v>0.002960852</c:v>
                </c:pt>
                <c:pt idx="668">
                  <c:v>0.002939509</c:v>
                </c:pt>
                <c:pt idx="669">
                  <c:v>0.002908244</c:v>
                </c:pt>
                <c:pt idx="670">
                  <c:v>0.002867127</c:v>
                </c:pt>
                <c:pt idx="671">
                  <c:v>0.002816265</c:v>
                </c:pt>
                <c:pt idx="672">
                  <c:v>0.002755795</c:v>
                </c:pt>
                <c:pt idx="673">
                  <c:v>0.002685888</c:v>
                </c:pt>
                <c:pt idx="674">
                  <c:v>0.002606748</c:v>
                </c:pt>
                <c:pt idx="675">
                  <c:v>0.002518613</c:v>
                </c:pt>
                <c:pt idx="676">
                  <c:v>0.00242175</c:v>
                </c:pt>
                <c:pt idx="677">
                  <c:v>0.002316458</c:v>
                </c:pt>
                <c:pt idx="678">
                  <c:v>0.002203066</c:v>
                </c:pt>
                <c:pt idx="679">
                  <c:v>0.002081931</c:v>
                </c:pt>
                <c:pt idx="680">
                  <c:v>0.00195344</c:v>
                </c:pt>
                <c:pt idx="681">
                  <c:v>0.001818004</c:v>
                </c:pt>
                <c:pt idx="682">
                  <c:v>0.001676062</c:v>
                </c:pt>
                <c:pt idx="683">
                  <c:v>0.001528074</c:v>
                </c:pt>
                <c:pt idx="684">
                  <c:v>0.001374524</c:v>
                </c:pt>
                <c:pt idx="685">
                  <c:v>0.001215917</c:v>
                </c:pt>
                <c:pt idx="686">
                  <c:v>0.001052775</c:v>
                </c:pt>
                <c:pt idx="687">
                  <c:v>0.00088564</c:v>
                </c:pt>
                <c:pt idx="688">
                  <c:v>0.000715068</c:v>
                </c:pt>
                <c:pt idx="689">
                  <c:v>0.000541627</c:v>
                </c:pt>
                <c:pt idx="690">
                  <c:v>0.000365898</c:v>
                </c:pt>
                <c:pt idx="691">
                  <c:v>0.000188472</c:v>
                </c:pt>
                <c:pt idx="692">
                  <c:v>9.945E-06</c:v>
                </c:pt>
                <c:pt idx="693">
                  <c:v>-0.000169079</c:v>
                </c:pt>
                <c:pt idx="694">
                  <c:v>-0.000347996</c:v>
                </c:pt>
                <c:pt idx="695">
                  <c:v>-0.000526197</c:v>
                </c:pt>
                <c:pt idx="696">
                  <c:v>-0.000703079</c:v>
                </c:pt>
                <c:pt idx="697">
                  <c:v>-0.00087804</c:v>
                </c:pt>
                <c:pt idx="698">
                  <c:v>-0.001050482</c:v>
                </c:pt>
                <c:pt idx="699">
                  <c:v>-0.001219817</c:v>
                </c:pt>
                <c:pt idx="700">
                  <c:v>-0.001385466</c:v>
                </c:pt>
                <c:pt idx="701">
                  <c:v>-0.001546862</c:v>
                </c:pt>
                <c:pt idx="702">
                  <c:v>-0.001703452</c:v>
                </c:pt>
                <c:pt idx="703">
                  <c:v>-0.001854696</c:v>
                </c:pt>
                <c:pt idx="704">
                  <c:v>-0.002000076</c:v>
                </c:pt>
                <c:pt idx="705">
                  <c:v>-0.002139091</c:v>
                </c:pt>
                <c:pt idx="706">
                  <c:v>-0.00227126</c:v>
                </c:pt>
                <c:pt idx="707">
                  <c:v>-0.002396128</c:v>
                </c:pt>
                <c:pt idx="708">
                  <c:v>-0.002513262</c:v>
                </c:pt>
                <c:pt idx="709">
                  <c:v>-0.002622255</c:v>
                </c:pt>
                <c:pt idx="710">
                  <c:v>-0.002722728</c:v>
                </c:pt>
                <c:pt idx="711">
                  <c:v>-0.002814331</c:v>
                </c:pt>
                <c:pt idx="712">
                  <c:v>-0.002896741</c:v>
                </c:pt>
                <c:pt idx="713">
                  <c:v>-0.00296967</c:v>
                </c:pt>
                <c:pt idx="714">
                  <c:v>-0.003032858</c:v>
                </c:pt>
                <c:pt idx="715">
                  <c:v>-0.003086079</c:v>
                </c:pt>
                <c:pt idx="716">
                  <c:v>-0.00312914</c:v>
                </c:pt>
                <c:pt idx="717">
                  <c:v>-0.003161882</c:v>
                </c:pt>
                <c:pt idx="718">
                  <c:v>-0.003184181</c:v>
                </c:pt>
                <c:pt idx="719">
                  <c:v>-0.003195945</c:v>
                </c:pt>
                <c:pt idx="720">
                  <c:v>-0.003197121</c:v>
                </c:pt>
                <c:pt idx="721">
                  <c:v>-0.003187687</c:v>
                </c:pt>
                <c:pt idx="722">
                  <c:v>-0.003167658</c:v>
                </c:pt>
                <c:pt idx="723">
                  <c:v>-0.003137085</c:v>
                </c:pt>
                <c:pt idx="724">
                  <c:v>-0.003096051</c:v>
                </c:pt>
                <c:pt idx="725">
                  <c:v>-0.003044677</c:v>
                </c:pt>
                <c:pt idx="726">
                  <c:v>-0.002983114</c:v>
                </c:pt>
                <c:pt idx="727">
                  <c:v>-0.002911549</c:v>
                </c:pt>
                <c:pt idx="728">
                  <c:v>-0.002830201</c:v>
                </c:pt>
                <c:pt idx="729">
                  <c:v>-0.002739322</c:v>
                </c:pt>
                <c:pt idx="730">
                  <c:v>-0.002639195</c:v>
                </c:pt>
                <c:pt idx="731">
                  <c:v>-0.002530132</c:v>
                </c:pt>
                <c:pt idx="732">
                  <c:v>-0.002412475</c:v>
                </c:pt>
                <c:pt idx="733">
                  <c:v>-0.002286596</c:v>
                </c:pt>
                <c:pt idx="734">
                  <c:v>-0.002152892</c:v>
                </c:pt>
                <c:pt idx="735">
                  <c:v>-0.002011786</c:v>
                </c:pt>
                <c:pt idx="736">
                  <c:v>-0.001863727</c:v>
                </c:pt>
                <c:pt idx="737">
                  <c:v>-0.001709187</c:v>
                </c:pt>
                <c:pt idx="738">
                  <c:v>-0.001548657</c:v>
                </c:pt>
                <c:pt idx="739">
                  <c:v>-0.001382651</c:v>
                </c:pt>
                <c:pt idx="740">
                  <c:v>-0.001211702</c:v>
                </c:pt>
                <c:pt idx="741">
                  <c:v>-0.001036358</c:v>
                </c:pt>
                <c:pt idx="742">
                  <c:v>-0.000857182</c:v>
                </c:pt>
                <c:pt idx="743">
                  <c:v>-0.000674754</c:v>
                </c:pt>
                <c:pt idx="744">
                  <c:v>-0.000489662</c:v>
                </c:pt>
                <c:pt idx="745">
                  <c:v>-0.000302506</c:v>
                </c:pt>
                <c:pt idx="746">
                  <c:v>-0.000113895</c:v>
                </c:pt>
                <c:pt idx="747">
                  <c:v>7.5559E-05</c:v>
                </c:pt>
                <c:pt idx="748">
                  <c:v>0.000265235</c:v>
                </c:pt>
                <c:pt idx="749">
                  <c:v>0.000454513</c:v>
                </c:pt>
                <c:pt idx="750">
                  <c:v>0.00064277</c:v>
                </c:pt>
                <c:pt idx="751">
                  <c:v>0.000829387</c:v>
                </c:pt>
                <c:pt idx="752">
                  <c:v>0.001013746</c:v>
                </c:pt>
                <c:pt idx="753">
                  <c:v>0.001195233</c:v>
                </c:pt>
                <c:pt idx="754">
                  <c:v>0.001373245</c:v>
                </c:pt>
                <c:pt idx="755">
                  <c:v>0.001547186</c:v>
                </c:pt>
                <c:pt idx="756">
                  <c:v>0.001716469</c:v>
                </c:pt>
                <c:pt idx="757">
                  <c:v>0.001880523</c:v>
                </c:pt>
                <c:pt idx="758">
                  <c:v>0.002038791</c:v>
                </c:pt>
                <c:pt idx="759">
                  <c:v>0.002190731</c:v>
                </c:pt>
                <c:pt idx="760">
                  <c:v>0.002335822</c:v>
                </c:pt>
                <c:pt idx="761">
                  <c:v>0.00247356</c:v>
                </c:pt>
                <c:pt idx="762">
                  <c:v>0.002603466</c:v>
                </c:pt>
                <c:pt idx="763">
                  <c:v>0.002725082</c:v>
                </c:pt>
                <c:pt idx="764">
                  <c:v>0.002837978</c:v>
                </c:pt>
                <c:pt idx="765">
                  <c:v>0.002941749</c:v>
                </c:pt>
                <c:pt idx="766">
                  <c:v>0.003036018</c:v>
                </c:pt>
                <c:pt idx="767">
                  <c:v>0.003120439</c:v>
                </c:pt>
                <c:pt idx="768">
                  <c:v>0.003194695</c:v>
                </c:pt>
                <c:pt idx="769">
                  <c:v>0.003258504</c:v>
                </c:pt>
                <c:pt idx="770">
                  <c:v>0.003311615</c:v>
                </c:pt>
                <c:pt idx="771">
                  <c:v>0.003353813</c:v>
                </c:pt>
                <c:pt idx="772">
                  <c:v>0.003384917</c:v>
                </c:pt>
                <c:pt idx="773">
                  <c:v>0.003404784</c:v>
                </c:pt>
                <c:pt idx="774">
                  <c:v>0.003413308</c:v>
                </c:pt>
                <c:pt idx="775">
                  <c:v>0.003410418</c:v>
                </c:pt>
                <c:pt idx="776">
                  <c:v>0.003396083</c:v>
                </c:pt>
                <c:pt idx="777">
                  <c:v>0.003370311</c:v>
                </c:pt>
                <c:pt idx="778">
                  <c:v>0.003333148</c:v>
                </c:pt>
                <c:pt idx="779">
                  <c:v>0.003284678</c:v>
                </c:pt>
                <c:pt idx="780">
                  <c:v>0.003225024</c:v>
                </c:pt>
                <c:pt idx="781">
                  <c:v>0.003154349</c:v>
                </c:pt>
                <c:pt idx="782">
                  <c:v>0.003072853</c:v>
                </c:pt>
                <c:pt idx="783">
                  <c:v>0.002980773</c:v>
                </c:pt>
                <c:pt idx="784">
                  <c:v>0.002878385</c:v>
                </c:pt>
                <c:pt idx="785">
                  <c:v>0.002766</c:v>
                </c:pt>
                <c:pt idx="786">
                  <c:v>0.002643965</c:v>
                </c:pt>
                <c:pt idx="787">
                  <c:v>0.002512661</c:v>
                </c:pt>
                <c:pt idx="788">
                  <c:v>0.002372503</c:v>
                </c:pt>
                <c:pt idx="789">
                  <c:v>0.002223939</c:v>
                </c:pt>
                <c:pt idx="790">
                  <c:v>0.002067444</c:v>
                </c:pt>
                <c:pt idx="791">
                  <c:v>0.001903527</c:v>
                </c:pt>
                <c:pt idx="792">
                  <c:v>0.001732721</c:v>
                </c:pt>
                <c:pt idx="793">
                  <c:v>0.001555585</c:v>
                </c:pt>
                <c:pt idx="794">
                  <c:v>0.001372703</c:v>
                </c:pt>
                <c:pt idx="795">
                  <c:v>0.001184679</c:v>
                </c:pt>
                <c:pt idx="796">
                  <c:v>0.000992139</c:v>
                </c:pt>
                <c:pt idx="797">
                  <c:v>0.000795724</c:v>
                </c:pt>
                <c:pt idx="798">
                  <c:v>0.000596091</c:v>
                </c:pt>
                <c:pt idx="799">
                  <c:v>0.000393912</c:v>
                </c:pt>
                <c:pt idx="800">
                  <c:v>0.000189866</c:v>
                </c:pt>
                <c:pt idx="801">
                  <c:v>-1.5357E-05</c:v>
                </c:pt>
                <c:pt idx="802">
                  <c:v>-0.000221063</c:v>
                </c:pt>
                <c:pt idx="803">
                  <c:v>-0.000426555</c:v>
                </c:pt>
                <c:pt idx="804">
                  <c:v>-0.000631133</c:v>
                </c:pt>
                <c:pt idx="805">
                  <c:v>-0.0008341</c:v>
                </c:pt>
                <c:pt idx="806">
                  <c:v>-0.001034766</c:v>
                </c:pt>
                <c:pt idx="807">
                  <c:v>-0.001232444</c:v>
                </c:pt>
                <c:pt idx="808">
                  <c:v>-0.001426457</c:v>
                </c:pt>
                <c:pt idx="809">
                  <c:v>-0.001616142</c:v>
                </c:pt>
                <c:pt idx="810">
                  <c:v>-0.001800847</c:v>
                </c:pt>
                <c:pt idx="811">
                  <c:v>-0.001979939</c:v>
                </c:pt>
                <c:pt idx="812">
                  <c:v>-0.002152801</c:v>
                </c:pt>
                <c:pt idx="813">
                  <c:v>-0.002318838</c:v>
                </c:pt>
                <c:pt idx="814">
                  <c:v>-0.002477479</c:v>
                </c:pt>
                <c:pt idx="815">
                  <c:v>-0.002628176</c:v>
                </c:pt>
                <c:pt idx="816">
                  <c:v>-0.002770408</c:v>
                </c:pt>
                <c:pt idx="817">
                  <c:v>-0.002903683</c:v>
                </c:pt>
                <c:pt idx="818">
                  <c:v>-0.00302754</c:v>
                </c:pt>
                <c:pt idx="819">
                  <c:v>-0.003141547</c:v>
                </c:pt>
                <c:pt idx="820">
                  <c:v>-0.003245308</c:v>
                </c:pt>
                <c:pt idx="821">
                  <c:v>-0.00333846</c:v>
                </c:pt>
                <c:pt idx="822">
                  <c:v>-0.003420677</c:v>
                </c:pt>
                <c:pt idx="823">
                  <c:v>-0.003491666</c:v>
                </c:pt>
                <c:pt idx="824">
                  <c:v>-0.003551176</c:v>
                </c:pt>
                <c:pt idx="825">
                  <c:v>-0.003598993</c:v>
                </c:pt>
                <c:pt idx="826">
                  <c:v>-0.00363494</c:v>
                </c:pt>
                <c:pt idx="827">
                  <c:v>-0.003658882</c:v>
                </c:pt>
                <c:pt idx="828">
                  <c:v>-0.003670723</c:v>
                </c:pt>
                <c:pt idx="829">
                  <c:v>-0.003670406</c:v>
                </c:pt>
                <c:pt idx="830">
                  <c:v>-0.003657916</c:v>
                </c:pt>
                <c:pt idx="831">
                  <c:v>-0.003633277</c:v>
                </c:pt>
                <c:pt idx="832">
                  <c:v>-0.003596553</c:v>
                </c:pt>
                <c:pt idx="833">
                  <c:v>-0.003547848</c:v>
                </c:pt>
                <c:pt idx="834">
                  <c:v>-0.003487306</c:v>
                </c:pt>
                <c:pt idx="835">
                  <c:v>-0.003415109</c:v>
                </c:pt>
                <c:pt idx="836">
                  <c:v>-0.003331476</c:v>
                </c:pt>
                <c:pt idx="837">
                  <c:v>-0.003236667</c:v>
                </c:pt>
                <c:pt idx="838">
                  <c:v>-0.003130973</c:v>
                </c:pt>
                <c:pt idx="839">
                  <c:v>-0.003014726</c:v>
                </c:pt>
                <c:pt idx="840">
                  <c:v>-0.002888288</c:v>
                </c:pt>
                <c:pt idx="841">
                  <c:v>-0.002752059</c:v>
                </c:pt>
                <c:pt idx="842">
                  <c:v>-0.002606465</c:v>
                </c:pt>
                <c:pt idx="843">
                  <c:v>-0.002451969</c:v>
                </c:pt>
                <c:pt idx="844">
                  <c:v>-0.002289058</c:v>
                </c:pt>
                <c:pt idx="845">
                  <c:v>-0.00211825</c:v>
                </c:pt>
                <c:pt idx="846">
                  <c:v>-0.001940087</c:v>
                </c:pt>
                <c:pt idx="847">
                  <c:v>-0.001755138</c:v>
                </c:pt>
                <c:pt idx="848">
                  <c:v>-0.001563992</c:v>
                </c:pt>
                <c:pt idx="849">
                  <c:v>-0.001367261</c:v>
                </c:pt>
                <c:pt idx="850">
                  <c:v>-0.001165575</c:v>
                </c:pt>
                <c:pt idx="851">
                  <c:v>-0.000959581</c:v>
                </c:pt>
                <c:pt idx="852">
                  <c:v>-0.000749942</c:v>
                </c:pt>
                <c:pt idx="853">
                  <c:v>-0.000537335</c:v>
                </c:pt>
                <c:pt idx="854">
                  <c:v>-0.000322445</c:v>
                </c:pt>
                <c:pt idx="855">
                  <c:v>-0.00010597</c:v>
                </c:pt>
                <c:pt idx="856">
                  <c:v>0.000111387</c:v>
                </c:pt>
                <c:pt idx="857">
                  <c:v>0.000328918</c:v>
                </c:pt>
                <c:pt idx="858">
                  <c:v>0.000545912</c:v>
                </c:pt>
                <c:pt idx="859">
                  <c:v>0.000761657</c:v>
                </c:pt>
                <c:pt idx="860">
                  <c:v>0.000975444</c:v>
                </c:pt>
                <c:pt idx="861">
                  <c:v>0.001186566</c:v>
                </c:pt>
                <c:pt idx="862">
                  <c:v>0.001394323</c:v>
                </c:pt>
                <c:pt idx="863">
                  <c:v>0.001598025</c:v>
                </c:pt>
                <c:pt idx="864">
                  <c:v>0.001796988</c:v>
                </c:pt>
                <c:pt idx="865">
                  <c:v>0.001990545</c:v>
                </c:pt>
                <c:pt idx="866">
                  <c:v>0.002178042</c:v>
                </c:pt>
                <c:pt idx="867">
                  <c:v>0.002358842</c:v>
                </c:pt>
                <c:pt idx="868">
                  <c:v>0.002532326</c:v>
                </c:pt>
                <c:pt idx="869">
                  <c:v>0.002697897</c:v>
                </c:pt>
                <c:pt idx="870">
                  <c:v>0.002854983</c:v>
                </c:pt>
                <c:pt idx="871">
                  <c:v>0.003003035</c:v>
                </c:pt>
                <c:pt idx="872">
                  <c:v>0.00314153</c:v>
                </c:pt>
                <c:pt idx="873">
                  <c:v>0.003269977</c:v>
                </c:pt>
                <c:pt idx="874">
                  <c:v>0.003387912</c:v>
                </c:pt>
                <c:pt idx="875">
                  <c:v>0.003494908</c:v>
                </c:pt>
                <c:pt idx="876">
                  <c:v>0.003590567</c:v>
                </c:pt>
                <c:pt idx="877">
                  <c:v>0.003674531</c:v>
                </c:pt>
                <c:pt idx="878">
                  <c:v>0.003746476</c:v>
                </c:pt>
                <c:pt idx="879">
                  <c:v>0.003806118</c:v>
                </c:pt>
                <c:pt idx="880">
                  <c:v>0.003853212</c:v>
                </c:pt>
                <c:pt idx="881">
                  <c:v>0.003887553</c:v>
                </c:pt>
                <c:pt idx="882">
                  <c:v>0.003908978</c:v>
                </c:pt>
                <c:pt idx="883">
                  <c:v>0.003917368</c:v>
                </c:pt>
                <c:pt idx="884">
                  <c:v>0.003912646</c:v>
                </c:pt>
                <c:pt idx="885">
                  <c:v>0.003894779</c:v>
                </c:pt>
                <c:pt idx="886">
                  <c:v>0.003863777</c:v>
                </c:pt>
                <c:pt idx="887">
                  <c:v>0.003819696</c:v>
                </c:pt>
                <c:pt idx="888">
                  <c:v>0.003762638</c:v>
                </c:pt>
                <c:pt idx="889">
                  <c:v>0.003692745</c:v>
                </c:pt>
                <c:pt idx="890">
                  <c:v>0.003610209</c:v>
                </c:pt>
                <c:pt idx="891">
                  <c:v>0.003515261</c:v>
                </c:pt>
                <c:pt idx="892">
                  <c:v>0.00340818</c:v>
                </c:pt>
                <c:pt idx="893">
                  <c:v>0.003289284</c:v>
                </c:pt>
                <c:pt idx="894">
                  <c:v>0.003158935</c:v>
                </c:pt>
                <c:pt idx="895">
                  <c:v>0.003017536</c:v>
                </c:pt>
                <c:pt idx="896">
                  <c:v>0.002865529</c:v>
                </c:pt>
                <c:pt idx="897">
                  <c:v>0.002703396</c:v>
                </c:pt>
                <c:pt idx="898">
                  <c:v>0.002531652</c:v>
                </c:pt>
                <c:pt idx="899">
                  <c:v>0.002350852</c:v>
                </c:pt>
                <c:pt idx="900">
                  <c:v>0.002161582</c:v>
                </c:pt>
                <c:pt idx="901">
                  <c:v>0.00196446</c:v>
                </c:pt>
                <c:pt idx="902">
                  <c:v>0.001760132</c:v>
                </c:pt>
                <c:pt idx="903">
                  <c:v>0.001549275</c:v>
                </c:pt>
                <c:pt idx="904">
                  <c:v>0.001332586</c:v>
                </c:pt>
                <c:pt idx="905">
                  <c:v>0.001110789</c:v>
                </c:pt>
                <c:pt idx="906">
                  <c:v>0.000884625</c:v>
                </c:pt>
                <c:pt idx="907">
                  <c:v>0.000654852</c:v>
                </c:pt>
                <c:pt idx="908">
                  <c:v>0.000422246</c:v>
                </c:pt>
                <c:pt idx="909">
                  <c:v>0.000187592</c:v>
                </c:pt>
                <c:pt idx="910">
                  <c:v>-4.8316E-05</c:v>
                </c:pt>
                <c:pt idx="911">
                  <c:v>-0.000284676</c:v>
                </c:pt>
                <c:pt idx="912">
                  <c:v>-0.000520685</c:v>
                </c:pt>
                <c:pt idx="913">
                  <c:v>-0.000755538</c:v>
                </c:pt>
                <c:pt idx="914">
                  <c:v>-0.000988433</c:v>
                </c:pt>
                <c:pt idx="915">
                  <c:v>-0.001218573</c:v>
                </c:pt>
                <c:pt idx="916">
                  <c:v>-0.001445171</c:v>
                </c:pt>
                <c:pt idx="917">
                  <c:v>-0.001667449</c:v>
                </c:pt>
                <c:pt idx="918">
                  <c:v>-0.001884644</c:v>
                </c:pt>
                <c:pt idx="919">
                  <c:v>-0.002096011</c:v>
                </c:pt>
                <c:pt idx="920">
                  <c:v>-0.002300821</c:v>
                </c:pt>
                <c:pt idx="921">
                  <c:v>-0.002498371</c:v>
                </c:pt>
                <c:pt idx="922">
                  <c:v>-0.002687979</c:v>
                </c:pt>
                <c:pt idx="923">
                  <c:v>-0.002868992</c:v>
                </c:pt>
                <c:pt idx="924">
                  <c:v>-0.003040785</c:v>
                </c:pt>
                <c:pt idx="925">
                  <c:v>-0.003202766</c:v>
                </c:pt>
                <c:pt idx="926">
                  <c:v>-0.003354373</c:v>
                </c:pt>
                <c:pt idx="927">
                  <c:v>-0.003495083</c:v>
                </c:pt>
                <c:pt idx="928">
                  <c:v>-0.003624408</c:v>
                </c:pt>
                <c:pt idx="929">
                  <c:v>-0.003741898</c:v>
                </c:pt>
                <c:pt idx="930">
                  <c:v>-0.003847144</c:v>
                </c:pt>
                <c:pt idx="931">
                  <c:v>-0.003939778</c:v>
                </c:pt>
                <c:pt idx="932">
                  <c:v>-0.004019474</c:v>
                </c:pt>
                <c:pt idx="933">
                  <c:v>-0.004085951</c:v>
                </c:pt>
                <c:pt idx="934">
                  <c:v>-0.00413897</c:v>
                </c:pt>
                <c:pt idx="935">
                  <c:v>-0.004178339</c:v>
                </c:pt>
                <c:pt idx="936">
                  <c:v>-0.004203911</c:v>
                </c:pt>
                <c:pt idx="937">
                  <c:v>-0.004215584</c:v>
                </c:pt>
                <c:pt idx="938">
                  <c:v>-0.004213302</c:v>
                </c:pt>
                <c:pt idx="939">
                  <c:v>-0.004197055</c:v>
                </c:pt>
                <c:pt idx="940">
                  <c:v>-0.004166882</c:v>
                </c:pt>
                <c:pt idx="941">
                  <c:v>-0.004122863</c:v>
                </c:pt>
                <c:pt idx="942">
                  <c:v>-0.004065126</c:v>
                </c:pt>
                <c:pt idx="943">
                  <c:v>-0.003993845</c:v>
                </c:pt>
                <c:pt idx="944">
                  <c:v>-0.003909234</c:v>
                </c:pt>
                <c:pt idx="945">
                  <c:v>-0.003811556</c:v>
                </c:pt>
                <c:pt idx="946">
                  <c:v>-0.00370111</c:v>
                </c:pt>
                <c:pt idx="947">
                  <c:v>-0.003578243</c:v>
                </c:pt>
                <c:pt idx="948">
                  <c:v>-0.003443337</c:v>
                </c:pt>
                <c:pt idx="949">
                  <c:v>-0.003296817</c:v>
                </c:pt>
                <c:pt idx="950">
                  <c:v>-0.003139142</c:v>
                </c:pt>
                <c:pt idx="951">
                  <c:v>-0.00297081</c:v>
                </c:pt>
                <c:pt idx="952">
                  <c:v>-0.002792352</c:v>
                </c:pt>
                <c:pt idx="953">
                  <c:v>-0.002604333</c:v>
                </c:pt>
                <c:pt idx="954">
                  <c:v>-0.002407349</c:v>
                </c:pt>
                <c:pt idx="955">
                  <c:v>-0.002202026</c:v>
                </c:pt>
                <c:pt idx="956">
                  <c:v>-0.001989014</c:v>
                </c:pt>
                <c:pt idx="957">
                  <c:v>-0.001768994</c:v>
                </c:pt>
                <c:pt idx="958">
                  <c:v>-0.001542667</c:v>
                </c:pt>
                <c:pt idx="959">
                  <c:v>-0.001310757</c:v>
                </c:pt>
                <c:pt idx="960">
                  <c:v>-0.001074005</c:v>
                </c:pt>
                <c:pt idx="961">
                  <c:v>-0.000833171</c:v>
                </c:pt>
                <c:pt idx="962">
                  <c:v>-0.00058903</c:v>
                </c:pt>
                <c:pt idx="963">
                  <c:v>-0.000342369</c:v>
                </c:pt>
                <c:pt idx="964">
                  <c:v>-9.3984E-05</c:v>
                </c:pt>
                <c:pt idx="965">
                  <c:v>0.000155319</c:v>
                </c:pt>
                <c:pt idx="966">
                  <c:v>0.000404731</c:v>
                </c:pt>
                <c:pt idx="967">
                  <c:v>0.000653438</c:v>
                </c:pt>
                <c:pt idx="968">
                  <c:v>0.000900626</c:v>
                </c:pt>
                <c:pt idx="969">
                  <c:v>0.001145485</c:v>
                </c:pt>
                <c:pt idx="970">
                  <c:v>0.001387207</c:v>
                </c:pt>
                <c:pt idx="971">
                  <c:v>0.001624992</c:v>
                </c:pt>
                <c:pt idx="972">
                  <c:v>0.00185805</c:v>
                </c:pt>
                <c:pt idx="973">
                  <c:v>0.002085602</c:v>
                </c:pt>
                <c:pt idx="974">
                  <c:v>0.002306884</c:v>
                </c:pt>
                <c:pt idx="975">
                  <c:v>0.002521149</c:v>
                </c:pt>
                <c:pt idx="976">
                  <c:v>0.002727669</c:v>
                </c:pt>
                <c:pt idx="977">
                  <c:v>0.002925739</c:v>
                </c:pt>
                <c:pt idx="978">
                  <c:v>0.003114675</c:v>
                </c:pt>
                <c:pt idx="979">
                  <c:v>0.003293823</c:v>
                </c:pt>
                <c:pt idx="980">
                  <c:v>0.003462557</c:v>
                </c:pt>
                <c:pt idx="981">
                  <c:v>0.00362028</c:v>
                </c:pt>
                <c:pt idx="982">
                  <c:v>0.003766429</c:v>
                </c:pt>
                <c:pt idx="983">
                  <c:v>0.003900478</c:v>
                </c:pt>
                <c:pt idx="984">
                  <c:v>0.004021935</c:v>
                </c:pt>
                <c:pt idx="985">
                  <c:v>0.004130349</c:v>
                </c:pt>
                <c:pt idx="986">
                  <c:v>0.004225309</c:v>
                </c:pt>
                <c:pt idx="987">
                  <c:v>0.004306448</c:v>
                </c:pt>
                <c:pt idx="988">
                  <c:v>0.004373439</c:v>
                </c:pt>
                <c:pt idx="989">
                  <c:v>0.004426006</c:v>
                </c:pt>
                <c:pt idx="990">
                  <c:v>0.004463915</c:v>
                </c:pt>
                <c:pt idx="991">
                  <c:v>0.004486982</c:v>
                </c:pt>
                <c:pt idx="992">
                  <c:v>0.004495071</c:v>
                </c:pt>
                <c:pt idx="993">
                  <c:v>0.004488098</c:v>
                </c:pt>
                <c:pt idx="994">
                  <c:v>0.004466026</c:v>
                </c:pt>
                <c:pt idx="995">
                  <c:v>0.004428871</c:v>
                </c:pt>
                <c:pt idx="996">
                  <c:v>0.004376699</c:v>
                </c:pt>
                <c:pt idx="997">
                  <c:v>0.00430963</c:v>
                </c:pt>
                <c:pt idx="998">
                  <c:v>0.004227832</c:v>
                </c:pt>
                <c:pt idx="999">
                  <c:v>0.004131527</c:v>
                </c:pt>
                <c:pt idx="1000">
                  <c:v>0.004020985</c:v>
                </c:pt>
                <c:pt idx="1001">
                  <c:v>0.003896529</c:v>
                </c:pt>
                <c:pt idx="1002">
                  <c:v>0.003758531</c:v>
                </c:pt>
                <c:pt idx="1003">
                  <c:v>0.003607408</c:v>
                </c:pt>
                <c:pt idx="1004">
                  <c:v>0.003443629</c:v>
                </c:pt>
                <c:pt idx="1005">
                  <c:v>0.003267707</c:v>
                </c:pt>
                <c:pt idx="1006">
                  <c:v>0.003080197</c:v>
                </c:pt>
                <c:pt idx="1007">
                  <c:v>0.002881701</c:v>
                </c:pt>
                <c:pt idx="1008">
                  <c:v>0.002672858</c:v>
                </c:pt>
                <c:pt idx="1009">
                  <c:v>0.002454346</c:v>
                </c:pt>
                <c:pt idx="1010">
                  <c:v>0.002226883</c:v>
                </c:pt>
                <c:pt idx="1011">
                  <c:v>0.001991215</c:v>
                </c:pt>
                <c:pt idx="1012">
                  <c:v>0.001748125</c:v>
                </c:pt>
                <c:pt idx="1013">
                  <c:v>0.00149842</c:v>
                </c:pt>
                <c:pt idx="1014">
                  <c:v>0.001242935</c:v>
                </c:pt>
                <c:pt idx="1015">
                  <c:v>0.000982529</c:v>
                </c:pt>
                <c:pt idx="1016">
                  <c:v>0.000718078</c:v>
                </c:pt>
                <c:pt idx="1017">
                  <c:v>0.000450476</c:v>
                </c:pt>
                <c:pt idx="1018">
                  <c:v>0.00018063</c:v>
                </c:pt>
                <c:pt idx="1019">
                  <c:v>-9.0543E-05</c:v>
                </c:pt>
                <c:pt idx="1020">
                  <c:v>-0.000362119</c:v>
                </c:pt>
                <c:pt idx="1021">
                  <c:v>-0.000633171</c:v>
                </c:pt>
                <c:pt idx="1022">
                  <c:v>-0.000902771</c:v>
                </c:pt>
                <c:pt idx="1023">
                  <c:v>-0.001169997</c:v>
                </c:pt>
                <c:pt idx="1024">
                  <c:v>-0.001433932</c:v>
                </c:pt>
                <c:pt idx="1025">
                  <c:v>-0.001693669</c:v>
                </c:pt>
                <c:pt idx="1026">
                  <c:v>-0.001948316</c:v>
                </c:pt>
                <c:pt idx="1027">
                  <c:v>-0.002196997</c:v>
                </c:pt>
                <c:pt idx="1028">
                  <c:v>-0.002438854</c:v>
                </c:pt>
                <c:pt idx="1029">
                  <c:v>-0.002673056</c:v>
                </c:pt>
                <c:pt idx="1030">
                  <c:v>-0.002898795</c:v>
                </c:pt>
                <c:pt idx="1031">
                  <c:v>-0.003115292</c:v>
                </c:pt>
                <c:pt idx="1032">
                  <c:v>-0.003321802</c:v>
                </c:pt>
                <c:pt idx="1033">
                  <c:v>-0.003517612</c:v>
                </c:pt>
                <c:pt idx="1034">
                  <c:v>-0.003702046</c:v>
                </c:pt>
                <c:pt idx="1035">
                  <c:v>-0.003874467</c:v>
                </c:pt>
                <c:pt idx="1036">
                  <c:v>-0.00403428</c:v>
                </c:pt>
                <c:pt idx="1037">
                  <c:v>-0.004180932</c:v>
                </c:pt>
                <c:pt idx="1038">
                  <c:v>-0.004313915</c:v>
                </c:pt>
                <c:pt idx="1039">
                  <c:v>-0.004432769</c:v>
                </c:pt>
                <c:pt idx="1040">
                  <c:v>-0.004537079</c:v>
                </c:pt>
                <c:pt idx="1041">
                  <c:v>-0.004626482</c:v>
                </c:pt>
                <c:pt idx="1042">
                  <c:v>-0.004700663</c:v>
                </c:pt>
                <c:pt idx="1043">
                  <c:v>-0.004759361</c:v>
                </c:pt>
                <c:pt idx="1044">
                  <c:v>-0.004802363</c:v>
                </c:pt>
                <c:pt idx="1045">
                  <c:v>-0.004829512</c:v>
                </c:pt>
                <c:pt idx="1046">
                  <c:v>-0.004840702</c:v>
                </c:pt>
                <c:pt idx="1047">
                  <c:v>-0.004835878</c:v>
                </c:pt>
                <c:pt idx="1048">
                  <c:v>-0.004815041</c:v>
                </c:pt>
                <c:pt idx="1049">
                  <c:v>-0.004778244</c:v>
                </c:pt>
                <c:pt idx="1050">
                  <c:v>-0.00472559</c:v>
                </c:pt>
                <c:pt idx="1051">
                  <c:v>-0.004657235</c:v>
                </c:pt>
                <c:pt idx="1052">
                  <c:v>-0.004573388</c:v>
                </c:pt>
                <c:pt idx="1053">
                  <c:v>-0.004474304</c:v>
                </c:pt>
                <c:pt idx="1054">
                  <c:v>-0.004360293</c:v>
                </c:pt>
                <c:pt idx="1055">
                  <c:v>-0.004231707</c:v>
                </c:pt>
                <c:pt idx="1056">
                  <c:v>-0.00408895</c:v>
                </c:pt>
                <c:pt idx="1057">
                  <c:v>-0.003932468</c:v>
                </c:pt>
                <c:pt idx="1058">
                  <c:v>-0.003762753</c:v>
                </c:pt>
                <c:pt idx="1059">
                  <c:v>-0.00358034</c:v>
                </c:pt>
                <c:pt idx="1060">
                  <c:v>-0.003385804</c:v>
                </c:pt>
                <c:pt idx="1061">
                  <c:v>-0.003179757</c:v>
                </c:pt>
                <c:pt idx="1062">
                  <c:v>-0.002962853</c:v>
                </c:pt>
                <c:pt idx="1063">
                  <c:v>-0.002735776</c:v>
                </c:pt>
                <c:pt idx="1064">
                  <c:v>-0.002499246</c:v>
                </c:pt>
                <c:pt idx="1065">
                  <c:v>-0.002254014</c:v>
                </c:pt>
                <c:pt idx="1066">
                  <c:v>-0.002000857</c:v>
                </c:pt>
                <c:pt idx="1067">
                  <c:v>-0.001740583</c:v>
                </c:pt>
                <c:pt idx="1068">
                  <c:v>-0.001474019</c:v>
                </c:pt>
                <c:pt idx="1069">
                  <c:v>-0.001202017</c:v>
                </c:pt>
                <c:pt idx="1070">
                  <c:v>-0.000925447</c:v>
                </c:pt>
                <c:pt idx="1071">
                  <c:v>-0.000645194</c:v>
                </c:pt>
                <c:pt idx="1072">
                  <c:v>-0.00036216</c:v>
                </c:pt>
                <c:pt idx="1073">
                  <c:v>-7.7256E-05</c:v>
                </c:pt>
                <c:pt idx="1074">
                  <c:v>0.000208598</c:v>
                </c:pt>
                <c:pt idx="1075">
                  <c:v>0.000494477</c:v>
                </c:pt>
                <c:pt idx="1076">
                  <c:v>0.000779449</c:v>
                </c:pt>
                <c:pt idx="1077">
                  <c:v>0.001062587</c:v>
                </c:pt>
                <c:pt idx="1078">
                  <c:v>0.001342963</c:v>
                </c:pt>
                <c:pt idx="1079">
                  <c:v>0.001619655</c:v>
                </c:pt>
                <c:pt idx="1080">
                  <c:v>0.00189175</c:v>
                </c:pt>
                <c:pt idx="1081">
                  <c:v>0.002158343</c:v>
                </c:pt>
                <c:pt idx="1082">
                  <c:v>0.002418547</c:v>
                </c:pt>
                <c:pt idx="1083">
                  <c:v>0.002671488</c:v>
                </c:pt>
                <c:pt idx="1084">
                  <c:v>0.002916314</c:v>
                </c:pt>
                <c:pt idx="1085">
                  <c:v>0.003152192</c:v>
                </c:pt>
                <c:pt idx="1086">
                  <c:v>0.003378316</c:v>
                </c:pt>
                <c:pt idx="1087">
                  <c:v>0.003593907</c:v>
                </c:pt>
                <c:pt idx="1088">
                  <c:v>0.003798217</c:v>
                </c:pt>
                <c:pt idx="1089">
                  <c:v>0.00399053</c:v>
                </c:pt>
                <c:pt idx="1090">
                  <c:v>0.004170163</c:v>
                </c:pt>
                <c:pt idx="1091">
                  <c:v>0.004336476</c:v>
                </c:pt>
                <c:pt idx="1092">
                  <c:v>0.004488864</c:v>
                </c:pt>
                <c:pt idx="1093">
                  <c:v>0.004626767</c:v>
                </c:pt>
                <c:pt idx="1094">
                  <c:v>0.00474967</c:v>
                </c:pt>
                <c:pt idx="1095">
                  <c:v>0.004857102</c:v>
                </c:pt>
                <c:pt idx="1096">
                  <c:v>0.004948644</c:v>
                </c:pt>
                <c:pt idx="1097">
                  <c:v>0.005023925</c:v>
                </c:pt>
                <c:pt idx="1098">
                  <c:v>0.005082628</c:v>
                </c:pt>
                <c:pt idx="1099">
                  <c:v>0.005124487</c:v>
                </c:pt>
                <c:pt idx="1100">
                  <c:v>0.005149292</c:v>
                </c:pt>
                <c:pt idx="1101">
                  <c:v>0.005156891</c:v>
                </c:pt>
                <c:pt idx="1102">
                  <c:v>0.005147188</c:v>
                </c:pt>
                <c:pt idx="1103">
                  <c:v>0.005120143</c:v>
                </c:pt>
                <c:pt idx="1104">
                  <c:v>0.005075778</c:v>
                </c:pt>
                <c:pt idx="1105">
                  <c:v>0.005014171</c:v>
                </c:pt>
                <c:pt idx="1106">
                  <c:v>0.004935461</c:v>
                </c:pt>
                <c:pt idx="1107">
                  <c:v>0.004839847</c:v>
                </c:pt>
                <c:pt idx="1108">
                  <c:v>0.004727585</c:v>
                </c:pt>
                <c:pt idx="1109">
                  <c:v>0.00459899</c:v>
                </c:pt>
                <c:pt idx="1110">
                  <c:v>0.004454437</c:v>
                </c:pt>
                <c:pt idx="1111">
                  <c:v>0.004294356</c:v>
                </c:pt>
                <c:pt idx="1112">
                  <c:v>0.004119233</c:v>
                </c:pt>
                <c:pt idx="1113">
                  <c:v>0.003929609</c:v>
                </c:pt>
                <c:pt idx="1114">
                  <c:v>0.003726079</c:v>
                </c:pt>
                <c:pt idx="1115">
                  <c:v>0.003509288</c:v>
                </c:pt>
                <c:pt idx="1116">
                  <c:v>0.003279931</c:v>
                </c:pt>
                <c:pt idx="1117">
                  <c:v>0.003038748</c:v>
                </c:pt>
                <c:pt idx="1118">
                  <c:v>0.002786527</c:v>
                </c:pt>
                <c:pt idx="1119">
                  <c:v>0.002524095</c:v>
                </c:pt>
                <c:pt idx="1120">
                  <c:v>0.002252318</c:v>
                </c:pt>
                <c:pt idx="1121">
                  <c:v>0.0019721</c:v>
                </c:pt>
                <c:pt idx="1122">
                  <c:v>0.001684377</c:v>
                </c:pt>
                <c:pt idx="1123">
                  <c:v>0.001390115</c:v>
                </c:pt>
                <c:pt idx="1124">
                  <c:v>0.001090304</c:v>
                </c:pt>
                <c:pt idx="1125">
                  <c:v>0.000785958</c:v>
                </c:pt>
                <c:pt idx="1126">
                  <c:v>0.000478111</c:v>
                </c:pt>
                <c:pt idx="1127">
                  <c:v>0.000167809</c:v>
                </c:pt>
                <c:pt idx="1128">
                  <c:v>-0.000143887</c:v>
                </c:pt>
                <c:pt idx="1129">
                  <c:v>-0.000455913</c:v>
                </c:pt>
                <c:pt idx="1130">
                  <c:v>-0.000767199</c:v>
                </c:pt>
                <c:pt idx="1131">
                  <c:v>-0.001076677</c:v>
                </c:pt>
                <c:pt idx="1132">
                  <c:v>-0.001383282</c:v>
                </c:pt>
                <c:pt idx="1133">
                  <c:v>-0.00168596</c:v>
                </c:pt>
                <c:pt idx="1134">
                  <c:v>-0.001983667</c:v>
                </c:pt>
                <c:pt idx="1135">
                  <c:v>-0.002275378</c:v>
                </c:pt>
                <c:pt idx="1136">
                  <c:v>-0.002560087</c:v>
                </c:pt>
                <c:pt idx="1137">
                  <c:v>-0.002836811</c:v>
                </c:pt>
                <c:pt idx="1138">
                  <c:v>-0.003104595</c:v>
                </c:pt>
                <c:pt idx="1139">
                  <c:v>-0.003362516</c:v>
                </c:pt>
                <c:pt idx="1140">
                  <c:v>-0.003609684</c:v>
                </c:pt>
                <c:pt idx="1141">
                  <c:v>-0.003845245</c:v>
                </c:pt>
                <c:pt idx="1142">
                  <c:v>-0.004068388</c:v>
                </c:pt>
                <c:pt idx="1143">
                  <c:v>-0.004278344</c:v>
                </c:pt>
                <c:pt idx="1144">
                  <c:v>-0.004474388</c:v>
                </c:pt>
                <c:pt idx="1145">
                  <c:v>-0.004655845</c:v>
                </c:pt>
                <c:pt idx="1146">
                  <c:v>-0.00482209</c:v>
                </c:pt>
                <c:pt idx="1147">
                  <c:v>-0.004972549</c:v>
                </c:pt>
                <c:pt idx="1148">
                  <c:v>-0.005106705</c:v>
                </c:pt>
                <c:pt idx="1149">
                  <c:v>-0.005224092</c:v>
                </c:pt>
                <c:pt idx="1150">
                  <c:v>-0.005324306</c:v>
                </c:pt>
                <c:pt idx="1151">
                  <c:v>-0.005406996</c:v>
                </c:pt>
                <c:pt idx="1152">
                  <c:v>-0.005471875</c:v>
                </c:pt>
                <c:pt idx="1153">
                  <c:v>-0.005518713</c:v>
                </c:pt>
                <c:pt idx="1154">
                  <c:v>-0.00554734</c:v>
                </c:pt>
                <c:pt idx="1155">
                  <c:v>-0.005557647</c:v>
                </c:pt>
                <c:pt idx="1156">
                  <c:v>-0.005549586</c:v>
                </c:pt>
                <c:pt idx="1157">
                  <c:v>-0.005523168</c:v>
                </c:pt>
                <c:pt idx="1158">
                  <c:v>-0.005478467</c:v>
                </c:pt>
                <c:pt idx="1159">
                  <c:v>-0.005415614</c:v>
                </c:pt>
                <c:pt idx="1160">
                  <c:v>-0.005334799</c:v>
                </c:pt>
                <c:pt idx="1161">
                  <c:v>-0.005236272</c:v>
                </c:pt>
                <c:pt idx="1162">
                  <c:v>-0.005120339</c:v>
                </c:pt>
                <c:pt idx="1163">
                  <c:v>-0.004987361</c:v>
                </c:pt>
                <c:pt idx="1164">
                  <c:v>-0.004837754</c:v>
                </c:pt>
                <c:pt idx="1165">
                  <c:v>-0.004671988</c:v>
                </c:pt>
                <c:pt idx="1166">
                  <c:v>-0.004490585</c:v>
                </c:pt>
                <c:pt idx="1167">
                  <c:v>-0.004294115</c:v>
                </c:pt>
                <c:pt idx="1168">
                  <c:v>-0.004083196</c:v>
                </c:pt>
                <c:pt idx="1169">
                  <c:v>-0.003858494</c:v>
                </c:pt>
                <c:pt idx="1170">
                  <c:v>-0.003620716</c:v>
                </c:pt>
                <c:pt idx="1171">
                  <c:v>-0.003370614</c:v>
                </c:pt>
                <c:pt idx="1172">
                  <c:v>-0.003108977</c:v>
                </c:pt>
                <c:pt idx="1173">
                  <c:v>-0.002836632</c:v>
                </c:pt>
                <c:pt idx="1174">
                  <c:v>-0.00255444</c:v>
                </c:pt>
                <c:pt idx="1175">
                  <c:v>-0.002263295</c:v>
                </c:pt>
                <c:pt idx="1176">
                  <c:v>-0.001964119</c:v>
                </c:pt>
                <c:pt idx="1177">
                  <c:v>-0.001657863</c:v>
                </c:pt>
                <c:pt idx="1178">
                  <c:v>-0.001345501</c:v>
                </c:pt>
                <c:pt idx="1179">
                  <c:v>-0.001028028</c:v>
                </c:pt>
                <c:pt idx="1180">
                  <c:v>-0.000706457</c:v>
                </c:pt>
                <c:pt idx="1181">
                  <c:v>-0.000381817</c:v>
                </c:pt>
                <c:pt idx="1182">
                  <c:v>-5.5151E-05</c:v>
                </c:pt>
                <c:pt idx="1183">
                  <c:v>0.000272491</c:v>
                </c:pt>
                <c:pt idx="1184">
                  <c:v>0.000600051</c:v>
                </c:pt>
                <c:pt idx="1185">
                  <c:v>0.000926468</c:v>
                </c:pt>
                <c:pt idx="1186">
                  <c:v>0.001250681</c:v>
                </c:pt>
                <c:pt idx="1187">
                  <c:v>0.001571631</c:v>
                </c:pt>
                <c:pt idx="1188">
                  <c:v>0.001888266</c:v>
                </c:pt>
                <c:pt idx="1189">
                  <c:v>0.002199543</c:v>
                </c:pt>
                <c:pt idx="1190">
                  <c:v>0.002504431</c:v>
                </c:pt>
                <c:pt idx="1191">
                  <c:v>0.002801915</c:v>
                </c:pt>
                <c:pt idx="1192">
                  <c:v>0.003090998</c:v>
                </c:pt>
                <c:pt idx="1193">
                  <c:v>0.003370706</c:v>
                </c:pt>
                <c:pt idx="1194">
                  <c:v>0.003640089</c:v>
                </c:pt>
                <c:pt idx="1195">
                  <c:v>0.003898227</c:v>
                </c:pt>
                <c:pt idx="1196">
                  <c:v>0.004144229</c:v>
                </c:pt>
                <c:pt idx="1197">
                  <c:v>0.00437724</c:v>
                </c:pt>
                <c:pt idx="1198">
                  <c:v>0.004596441</c:v>
                </c:pt>
                <c:pt idx="1199">
                  <c:v>0.004801055</c:v>
                </c:pt>
                <c:pt idx="1200">
                  <c:v>0.004990346</c:v>
                </c:pt>
                <c:pt idx="1201">
                  <c:v>0.005163624</c:v>
                </c:pt>
                <c:pt idx="1202">
                  <c:v>0.00532025</c:v>
                </c:pt>
                <c:pt idx="1203">
                  <c:v>0.005459632</c:v>
                </c:pt>
                <c:pt idx="1204">
                  <c:v>0.005581234</c:v>
                </c:pt>
                <c:pt idx="1205">
                  <c:v>0.005684575</c:v>
                </c:pt>
                <c:pt idx="1206">
                  <c:v>0.005769231</c:v>
                </c:pt>
                <c:pt idx="1207">
                  <c:v>0.005834839</c:v>
                </c:pt>
                <c:pt idx="1208">
                  <c:v>0.005881097</c:v>
                </c:pt>
                <c:pt idx="1209">
                  <c:v>0.005907766</c:v>
                </c:pt>
                <c:pt idx="1210">
                  <c:v>0.00591467</c:v>
                </c:pt>
                <c:pt idx="1211">
                  <c:v>0.005901701</c:v>
                </c:pt>
                <c:pt idx="1212">
                  <c:v>0.005868817</c:v>
                </c:pt>
                <c:pt idx="1213">
                  <c:v>0.005816042</c:v>
                </c:pt>
                <c:pt idx="1214">
                  <c:v>0.005743472</c:v>
                </c:pt>
                <c:pt idx="1215">
                  <c:v>0.005651266</c:v>
                </c:pt>
                <c:pt idx="1216">
                  <c:v>0.005539656</c:v>
                </c:pt>
                <c:pt idx="1217">
                  <c:v>0.005408938</c:v>
                </c:pt>
                <c:pt idx="1218">
                  <c:v>0.005259481</c:v>
                </c:pt>
                <c:pt idx="1219">
                  <c:v>0.005091715</c:v>
                </c:pt>
                <c:pt idx="1220">
                  <c:v>0.004906141</c:v>
                </c:pt>
                <c:pt idx="1221">
                  <c:v>0.004703321</c:v>
                </c:pt>
                <c:pt idx="1222">
                  <c:v>0.004483883</c:v>
                </c:pt>
                <c:pt idx="1223">
                  <c:v>0.004248515</c:v>
                </c:pt>
                <c:pt idx="1224">
                  <c:v>0.003997964</c:v>
                </c:pt>
                <c:pt idx="1225">
                  <c:v>0.003733033</c:v>
                </c:pt>
                <c:pt idx="1226">
                  <c:v>0.003454583</c:v>
                </c:pt>
                <c:pt idx="1227">
                  <c:v>0.003163522</c:v>
                </c:pt>
                <c:pt idx="1228">
                  <c:v>0.00286081</c:v>
                </c:pt>
                <c:pt idx="1229">
                  <c:v>0.002547449</c:v>
                </c:pt>
                <c:pt idx="1230">
                  <c:v>0.002224486</c:v>
                </c:pt>
                <c:pt idx="1231">
                  <c:v>0.001893002</c:v>
                </c:pt>
                <c:pt idx="1232">
                  <c:v>0.001554115</c:v>
                </c:pt>
                <c:pt idx="1233">
                  <c:v>0.001208972</c:v>
                </c:pt>
                <c:pt idx="1234">
                  <c:v>0.000858745</c:v>
                </c:pt>
                <c:pt idx="1235">
                  <c:v>0.000504628</c:v>
                </c:pt>
                <c:pt idx="1236">
                  <c:v>0.000147831</c:v>
                </c:pt>
                <c:pt idx="1237">
                  <c:v>-0.000210423</c:v>
                </c:pt>
                <c:pt idx="1238">
                  <c:v>-0.000568903</c:v>
                </c:pt>
                <c:pt idx="1239">
                  <c:v>-0.000926376</c:v>
                </c:pt>
                <c:pt idx="1240">
                  <c:v>-0.001281608</c:v>
                </c:pt>
                <c:pt idx="1241">
                  <c:v>-0.001633375</c:v>
                </c:pt>
                <c:pt idx="1242">
                  <c:v>-0.001980461</c:v>
                </c:pt>
                <c:pt idx="1243">
                  <c:v>-0.002321667</c:v>
                </c:pt>
                <c:pt idx="1244">
                  <c:v>-0.002655812</c:v>
                </c:pt>
                <c:pt idx="1245">
                  <c:v>-0.002981741</c:v>
                </c:pt>
                <c:pt idx="1246">
                  <c:v>-0.003298327</c:v>
                </c:pt>
                <c:pt idx="1247">
                  <c:v>-0.003604476</c:v>
                </c:pt>
                <c:pt idx="1248">
                  <c:v>-0.003899129</c:v>
                </c:pt>
                <c:pt idx="1249">
                  <c:v>-0.00418127</c:v>
                </c:pt>
                <c:pt idx="1250">
                  <c:v>-0.004449926</c:v>
                </c:pt>
                <c:pt idx="1251">
                  <c:v>-0.004704169</c:v>
                </c:pt>
                <c:pt idx="1252">
                  <c:v>-0.004943125</c:v>
                </c:pt>
                <c:pt idx="1253">
                  <c:v>-0.005165972</c:v>
                </c:pt>
                <c:pt idx="1254">
                  <c:v>-0.005371945</c:v>
                </c:pt>
                <c:pt idx="1255">
                  <c:v>-0.005560336</c:v>
                </c:pt>
                <c:pt idx="1256">
                  <c:v>-0.0057305</c:v>
                </c:pt>
                <c:pt idx="1257">
                  <c:v>-0.005881854</c:v>
                </c:pt>
                <c:pt idx="1258">
                  <c:v>-0.006013879</c:v>
                </c:pt>
                <c:pt idx="1259">
                  <c:v>-0.006126123</c:v>
                </c:pt>
                <c:pt idx="1260">
                  <c:v>-0.0062182</c:v>
                </c:pt>
                <c:pt idx="1261">
                  <c:v>-0.006289794</c:v>
                </c:pt>
                <c:pt idx="1262">
                  <c:v>-0.006340655</c:v>
                </c:pt>
                <c:pt idx="1263">
                  <c:v>-0.006370606</c:v>
                </c:pt>
                <c:pt idx="1264">
                  <c:v>-0.006379536</c:v>
                </c:pt>
                <c:pt idx="1265">
                  <c:v>-0.006367404</c:v>
                </c:pt>
                <c:pt idx="1266">
                  <c:v>-0.006334241</c:v>
                </c:pt>
                <c:pt idx="1267">
                  <c:v>-0.006280143</c:v>
                </c:pt>
                <c:pt idx="1268">
                  <c:v>-0.006205275</c:v>
                </c:pt>
                <c:pt idx="1269">
                  <c:v>-0.006109871</c:v>
                </c:pt>
                <c:pt idx="1270">
                  <c:v>-0.005994228</c:v>
                </c:pt>
                <c:pt idx="1271">
                  <c:v>-0.00585871</c:v>
                </c:pt>
                <c:pt idx="1272">
                  <c:v>-0.005703743</c:v>
                </c:pt>
                <c:pt idx="1273">
                  <c:v>-0.005529815</c:v>
                </c:pt>
                <c:pt idx="1274">
                  <c:v>-0.005337475</c:v>
                </c:pt>
                <c:pt idx="1275">
                  <c:v>-0.005127328</c:v>
                </c:pt>
                <c:pt idx="1276">
                  <c:v>-0.004900037</c:v>
                </c:pt>
                <c:pt idx="1277">
                  <c:v>-0.004656318</c:v>
                </c:pt>
                <c:pt idx="1278">
                  <c:v>-0.004396938</c:v>
                </c:pt>
                <c:pt idx="1279">
                  <c:v>-0.004122715</c:v>
                </c:pt>
                <c:pt idx="1280">
                  <c:v>-0.003834511</c:v>
                </c:pt>
                <c:pt idx="1281">
                  <c:v>-0.003533235</c:v>
                </c:pt>
                <c:pt idx="1282">
                  <c:v>-0.003219836</c:v>
                </c:pt>
                <c:pt idx="1283">
                  <c:v>-0.002895303</c:v>
                </c:pt>
                <c:pt idx="1284">
                  <c:v>-0.002560658</c:v>
                </c:pt>
                <c:pt idx="1285">
                  <c:v>-0.002216958</c:v>
                </c:pt>
                <c:pt idx="1286">
                  <c:v>-0.001865291</c:v>
                </c:pt>
                <c:pt idx="1287">
                  <c:v>-0.00150677</c:v>
                </c:pt>
                <c:pt idx="1288">
                  <c:v>-0.001142532</c:v>
                </c:pt>
                <c:pt idx="1289">
                  <c:v>-0.000773735</c:v>
                </c:pt>
                <c:pt idx="1290">
                  <c:v>-0.000401554</c:v>
                </c:pt>
                <c:pt idx="1291">
                  <c:v>-2.7178E-05</c:v>
                </c:pt>
                <c:pt idx="1292">
                  <c:v>0.000348194</c:v>
                </c:pt>
                <c:pt idx="1293">
                  <c:v>0.000723355</c:v>
                </c:pt>
                <c:pt idx="1294">
                  <c:v>0.001097095</c:v>
                </c:pt>
                <c:pt idx="1295">
                  <c:v>0.001468203</c:v>
                </c:pt>
                <c:pt idx="1296">
                  <c:v>0.001835471</c:v>
                </c:pt>
                <c:pt idx="1297">
                  <c:v>0.0021977</c:v>
                </c:pt>
                <c:pt idx="1298">
                  <c:v>0.0025537</c:v>
                </c:pt>
                <c:pt idx="1299">
                  <c:v>0.002902293</c:v>
                </c:pt>
                <c:pt idx="1300">
                  <c:v>0.003242323</c:v>
                </c:pt>
                <c:pt idx="1301">
                  <c:v>0.003572651</c:v>
                </c:pt>
                <c:pt idx="1302">
                  <c:v>0.003892166</c:v>
                </c:pt>
                <c:pt idx="1303">
                  <c:v>0.004199783</c:v>
                </c:pt>
                <c:pt idx="1304">
                  <c:v>0.004494451</c:v>
                </c:pt>
                <c:pt idx="1305">
                  <c:v>0.004775152</c:v>
                </c:pt>
                <c:pt idx="1306">
                  <c:v>0.005040909</c:v>
                </c:pt>
                <c:pt idx="1307">
                  <c:v>0.005290787</c:v>
                </c:pt>
                <c:pt idx="1308">
                  <c:v>0.005523895</c:v>
                </c:pt>
                <c:pt idx="1309">
                  <c:v>0.005739393</c:v>
                </c:pt>
                <c:pt idx="1310">
                  <c:v>0.005936492</c:v>
                </c:pt>
                <c:pt idx="1311">
                  <c:v>0.006114458</c:v>
                </c:pt>
                <c:pt idx="1312">
                  <c:v>0.006272615</c:v>
                </c:pt>
                <c:pt idx="1313">
                  <c:v>0.006410349</c:v>
                </c:pt>
                <c:pt idx="1314">
                  <c:v>0.006527108</c:v>
                </c:pt>
                <c:pt idx="1315">
                  <c:v>0.006622407</c:v>
                </c:pt>
                <c:pt idx="1316">
                  <c:v>0.006695829</c:v>
                </c:pt>
                <c:pt idx="1317">
                  <c:v>0.006747028</c:v>
                </c:pt>
                <c:pt idx="1318">
                  <c:v>0.00677573</c:v>
                </c:pt>
                <c:pt idx="1319">
                  <c:v>0.006781735</c:v>
                </c:pt>
                <c:pt idx="1320">
                  <c:v>0.006764918</c:v>
                </c:pt>
                <c:pt idx="1321">
                  <c:v>0.006725232</c:v>
                </c:pt>
                <c:pt idx="1322">
                  <c:v>0.006662707</c:v>
                </c:pt>
                <c:pt idx="1323">
                  <c:v>0.006577451</c:v>
                </c:pt>
                <c:pt idx="1324">
                  <c:v>0.006469652</c:v>
                </c:pt>
                <c:pt idx="1325">
                  <c:v>0.006339576</c:v>
                </c:pt>
                <c:pt idx="1326">
                  <c:v>0.006187568</c:v>
                </c:pt>
                <c:pt idx="1327">
                  <c:v>0.006014052</c:v>
                </c:pt>
                <c:pt idx="1328">
                  <c:v>0.005819528</c:v>
                </c:pt>
                <c:pt idx="1329">
                  <c:v>0.005604574</c:v>
                </c:pt>
                <c:pt idx="1330">
                  <c:v>0.005369842</c:v>
                </c:pt>
                <c:pt idx="1331">
                  <c:v>0.005116057</c:v>
                </c:pt>
                <c:pt idx="1332">
                  <c:v>0.004844016</c:v>
                </c:pt>
                <c:pt idx="1333">
                  <c:v>0.004554583</c:v>
                </c:pt>
                <c:pt idx="1334">
                  <c:v>0.004248689</c:v>
                </c:pt>
                <c:pt idx="1335">
                  <c:v>0.003927329</c:v>
                </c:pt>
                <c:pt idx="1336">
                  <c:v>0.003591557</c:v>
                </c:pt>
                <c:pt idx="1337">
                  <c:v>0.003242481</c:v>
                </c:pt>
                <c:pt idx="1338">
                  <c:v>0.002881263</c:v>
                </c:pt>
                <c:pt idx="1339">
                  <c:v>0.002509114</c:v>
                </c:pt>
                <c:pt idx="1340">
                  <c:v>0.002127288</c:v>
                </c:pt>
                <c:pt idx="1341">
                  <c:v>0.001737075</c:v>
                </c:pt>
                <c:pt idx="1342">
                  <c:v>0.001339804</c:v>
                </c:pt>
                <c:pt idx="1343">
                  <c:v>0.000936832</c:v>
                </c:pt>
                <c:pt idx="1344">
                  <c:v>0.000529537</c:v>
                </c:pt>
                <c:pt idx="1345">
                  <c:v>0.00011932</c:v>
                </c:pt>
                <c:pt idx="1346">
                  <c:v>-0.000292406</c:v>
                </c:pt>
                <c:pt idx="1347">
                  <c:v>-0.00070422</c:v>
                </c:pt>
                <c:pt idx="1348">
                  <c:v>-0.001114697</c:v>
                </c:pt>
                <c:pt idx="1349">
                  <c:v>-0.001522417</c:v>
                </c:pt>
                <c:pt idx="1350">
                  <c:v>-0.001925965</c:v>
                </c:pt>
                <c:pt idx="1351">
                  <c:v>-0.002323942</c:v>
                </c:pt>
                <c:pt idx="1352">
                  <c:v>-0.002714967</c:v>
                </c:pt>
                <c:pt idx="1353">
                  <c:v>-0.003097683</c:v>
                </c:pt>
                <c:pt idx="1354">
                  <c:v>-0.003470763</c:v>
                </c:pt>
                <c:pt idx="1355">
                  <c:v>-0.003832913</c:v>
                </c:pt>
                <c:pt idx="1356">
                  <c:v>-0.004182879</c:v>
                </c:pt>
                <c:pt idx="1357">
                  <c:v>-0.00451945</c:v>
                </c:pt>
                <c:pt idx="1358">
                  <c:v>-0.004841463</c:v>
                </c:pt>
                <c:pt idx="1359">
                  <c:v>-0.005147807</c:v>
                </c:pt>
                <c:pt idx="1360">
                  <c:v>-0.005437428</c:v>
                </c:pt>
                <c:pt idx="1361">
                  <c:v>-0.005709329</c:v>
                </c:pt>
                <c:pt idx="1362">
                  <c:v>-0.00596258</c:v>
                </c:pt>
                <c:pt idx="1363">
                  <c:v>-0.006196312</c:v>
                </c:pt>
                <c:pt idx="1364">
                  <c:v>-0.006409728</c:v>
                </c:pt>
                <c:pt idx="1365">
                  <c:v>-0.006602102</c:v>
                </c:pt>
                <c:pt idx="1366">
                  <c:v>-0.006772779</c:v>
                </c:pt>
                <c:pt idx="1367">
                  <c:v>-0.00692118</c:v>
                </c:pt>
                <c:pt idx="1368">
                  <c:v>-0.007046805</c:v>
                </c:pt>
                <c:pt idx="1369">
                  <c:v>-0.007149228</c:v>
                </c:pt>
                <c:pt idx="1370">
                  <c:v>-0.007228103</c:v>
                </c:pt>
                <c:pt idx="1371">
                  <c:v>-0.007283164</c:v>
                </c:pt>
                <c:pt idx="1372">
                  <c:v>-0.007314224</c:v>
                </c:pt>
                <c:pt idx="1373">
                  <c:v>-0.007321176</c:v>
                </c:pt>
                <c:pt idx="1374">
                  <c:v>-0.007303991</c:v>
                </c:pt>
                <c:pt idx="1375">
                  <c:v>-0.007262721</c:v>
                </c:pt>
                <c:pt idx="1376">
                  <c:v>-0.007197495</c:v>
                </c:pt>
                <c:pt idx="1377">
                  <c:v>-0.00710852</c:v>
                </c:pt>
                <c:pt idx="1378">
                  <c:v>-0.006996078</c:v>
                </c:pt>
                <c:pt idx="1379">
                  <c:v>-0.006860527</c:v>
                </c:pt>
                <c:pt idx="1380">
                  <c:v>-0.006702297</c:v>
                </c:pt>
                <c:pt idx="1381">
                  <c:v>-0.006521891</c:v>
                </c:pt>
                <c:pt idx="1382">
                  <c:v>-0.00631988</c:v>
                </c:pt>
                <c:pt idx="1383">
                  <c:v>-0.006096905</c:v>
                </c:pt>
                <c:pt idx="1384">
                  <c:v>-0.005853668</c:v>
                </c:pt>
                <c:pt idx="1385">
                  <c:v>-0.005590938</c:v>
                </c:pt>
                <c:pt idx="1386">
                  <c:v>-0.005309543</c:v>
                </c:pt>
                <c:pt idx="1387">
                  <c:v>-0.005010368</c:v>
                </c:pt>
                <c:pt idx="1388">
                  <c:v>-0.004694353</c:v>
                </c:pt>
                <c:pt idx="1389">
                  <c:v>-0.004362492</c:v>
                </c:pt>
                <c:pt idx="1390">
                  <c:v>-0.004015827</c:v>
                </c:pt>
                <c:pt idx="1391">
                  <c:v>-0.003655446</c:v>
                </c:pt>
                <c:pt idx="1392">
                  <c:v>-0.00328248</c:v>
                </c:pt>
                <c:pt idx="1393">
                  <c:v>-0.002898102</c:v>
                </c:pt>
                <c:pt idx="1394">
                  <c:v>-0.00250352</c:v>
                </c:pt>
                <c:pt idx="1395">
                  <c:v>-0.002099974</c:v>
                </c:pt>
                <c:pt idx="1396">
                  <c:v>-0.001688737</c:v>
                </c:pt>
                <c:pt idx="1397">
                  <c:v>-0.001271106</c:v>
                </c:pt>
                <c:pt idx="1398">
                  <c:v>-0.000848402</c:v>
                </c:pt>
                <c:pt idx="1399">
                  <c:v>-0.000421964</c:v>
                </c:pt>
                <c:pt idx="1400">
                  <c:v>6.851E-06</c:v>
                </c:pt>
                <c:pt idx="1401">
                  <c:v>0.000436678</c:v>
                </c:pt>
                <c:pt idx="1402">
                  <c:v>0.000866141</c:v>
                </c:pt>
                <c:pt idx="1403">
                  <c:v>0.00129386</c:v>
                </c:pt>
                <c:pt idx="1404">
                  <c:v>0.001718457</c:v>
                </c:pt>
                <c:pt idx="1405">
                  <c:v>0.002138555</c:v>
                </c:pt>
                <c:pt idx="1406">
                  <c:v>0.002552787</c:v>
                </c:pt>
                <c:pt idx="1407">
                  <c:v>0.002959796</c:v>
                </c:pt>
                <c:pt idx="1408">
                  <c:v>0.003358241</c:v>
                </c:pt>
                <c:pt idx="1409">
                  <c:v>0.003746802</c:v>
                </c:pt>
                <c:pt idx="1410">
                  <c:v>0.004124181</c:v>
                </c:pt>
                <c:pt idx="1411">
                  <c:v>0.004489109</c:v>
                </c:pt>
                <c:pt idx="1412">
                  <c:v>0.004840349</c:v>
                </c:pt>
                <c:pt idx="1413">
                  <c:v>0.005176699</c:v>
                </c:pt>
                <c:pt idx="1414">
                  <c:v>0.005496998</c:v>
                </c:pt>
                <c:pt idx="1415">
                  <c:v>0.005800129</c:v>
                </c:pt>
                <c:pt idx="1416">
                  <c:v>0.006085021</c:v>
                </c:pt>
                <c:pt idx="1417">
                  <c:v>0.006350657</c:v>
                </c:pt>
                <c:pt idx="1418">
                  <c:v>0.006596073</c:v>
                </c:pt>
                <c:pt idx="1419">
                  <c:v>0.006820367</c:v>
                </c:pt>
                <c:pt idx="1420">
                  <c:v>0.007022698</c:v>
                </c:pt>
                <c:pt idx="1421">
                  <c:v>0.00720229</c:v>
                </c:pt>
                <c:pt idx="1422">
                  <c:v>0.007358439</c:v>
                </c:pt>
                <c:pt idx="1423">
                  <c:v>0.007490511</c:v>
                </c:pt>
                <c:pt idx="1424">
                  <c:v>0.00759795</c:v>
                </c:pt>
                <c:pt idx="1425">
                  <c:v>0.007680275</c:v>
                </c:pt>
                <c:pt idx="1426">
                  <c:v>0.007737088</c:v>
                </c:pt>
                <c:pt idx="1427">
                  <c:v>0.007768073</c:v>
                </c:pt>
                <c:pt idx="1428">
                  <c:v>0.007773</c:v>
                </c:pt>
                <c:pt idx="1429">
                  <c:v>0.007751726</c:v>
                </c:pt>
                <c:pt idx="1430">
                  <c:v>0.007704194</c:v>
                </c:pt>
                <c:pt idx="1431">
                  <c:v>0.007630439</c:v>
                </c:pt>
                <c:pt idx="1432">
                  <c:v>0.007530585</c:v>
                </c:pt>
                <c:pt idx="1433">
                  <c:v>0.007404848</c:v>
                </c:pt>
                <c:pt idx="1434">
                  <c:v>0.007253535</c:v>
                </c:pt>
                <c:pt idx="1435">
                  <c:v>0.007077044</c:v>
                </c:pt>
                <c:pt idx="1436">
                  <c:v>0.006875862</c:v>
                </c:pt>
                <c:pt idx="1437">
                  <c:v>0.006650569</c:v>
                </c:pt>
                <c:pt idx="1438">
                  <c:v>0.006401831</c:v>
                </c:pt>
                <c:pt idx="1439">
                  <c:v>0.006130401</c:v>
                </c:pt>
                <c:pt idx="1440">
                  <c:v>0.005837117</c:v>
                </c:pt>
                <c:pt idx="1441">
                  <c:v>0.005522902</c:v>
                </c:pt>
                <c:pt idx="1442">
                  <c:v>0.005188755</c:v>
                </c:pt>
                <c:pt idx="1443">
                  <c:v>0.004835754</c:v>
                </c:pt>
                <c:pt idx="1444">
                  <c:v>0.004465049</c:v>
                </c:pt>
                <c:pt idx="1445">
                  <c:v>0.00407786</c:v>
                </c:pt>
                <c:pt idx="1446">
                  <c:v>0.003675472</c:v>
                </c:pt>
                <c:pt idx="1447">
                  <c:v>0.003259229</c:v>
                </c:pt>
                <c:pt idx="1448">
                  <c:v>0.002830532</c:v>
                </c:pt>
                <c:pt idx="1449">
                  <c:v>0.002390833</c:v>
                </c:pt>
                <c:pt idx="1450">
                  <c:v>0.001941628</c:v>
                </c:pt>
                <c:pt idx="1451">
                  <c:v>0.001484454</c:v>
                </c:pt>
                <c:pt idx="1452">
                  <c:v>0.001020879</c:v>
                </c:pt>
                <c:pt idx="1453">
                  <c:v>0.000552501</c:v>
                </c:pt>
                <c:pt idx="1454">
                  <c:v>8.0939E-05</c:v>
                </c:pt>
                <c:pt idx="1455">
                  <c:v>-0.000392173</c:v>
                </c:pt>
                <c:pt idx="1456">
                  <c:v>-0.000865194</c:v>
                </c:pt>
                <c:pt idx="1457">
                  <c:v>-0.001336478</c:v>
                </c:pt>
                <c:pt idx="1458">
                  <c:v>-0.001804385</c:v>
                </c:pt>
                <c:pt idx="1459">
                  <c:v>-0.002267284</c:v>
                </c:pt>
                <c:pt idx="1460">
                  <c:v>-0.002723562</c:v>
                </c:pt>
                <c:pt idx="1461">
                  <c:v>-0.00317163</c:v>
                </c:pt>
                <c:pt idx="1462">
                  <c:v>-0.003609926</c:v>
                </c:pt>
                <c:pt idx="1463">
                  <c:v>-0.004036925</c:v>
                </c:pt>
                <c:pt idx="1464">
                  <c:v>-0.004451142</c:v>
                </c:pt>
                <c:pt idx="1465">
                  <c:v>-0.00485114</c:v>
                </c:pt>
                <c:pt idx="1466">
                  <c:v>-0.005235532</c:v>
                </c:pt>
                <c:pt idx="1467">
                  <c:v>-0.005602991</c:v>
                </c:pt>
                <c:pt idx="1468">
                  <c:v>-0.005952247</c:v>
                </c:pt>
                <c:pt idx="1469">
                  <c:v>-0.006282101</c:v>
                </c:pt>
                <c:pt idx="1470">
                  <c:v>-0.006591422</c:v>
                </c:pt>
                <c:pt idx="1471">
                  <c:v>-0.006879151</c:v>
                </c:pt>
                <c:pt idx="1472">
                  <c:v>-0.00714431</c:v>
                </c:pt>
                <c:pt idx="1473">
                  <c:v>-0.007386</c:v>
                </c:pt>
                <c:pt idx="1474">
                  <c:v>-0.007603402</c:v>
                </c:pt>
                <c:pt idx="1475">
                  <c:v>-0.007795788</c:v>
                </c:pt>
                <c:pt idx="1476">
                  <c:v>-0.007962511</c:v>
                </c:pt>
                <c:pt idx="1477">
                  <c:v>-0.008103018</c:v>
                </c:pt>
                <c:pt idx="1478">
                  <c:v>-0.008216842</c:v>
                </c:pt>
                <c:pt idx="1479">
                  <c:v>-0.00830361</c:v>
                </c:pt>
                <c:pt idx="1480">
                  <c:v>-0.008363037</c:v>
                </c:pt>
                <c:pt idx="1481">
                  <c:v>-0.008394931</c:v>
                </c:pt>
                <c:pt idx="1482">
                  <c:v>-0.008399193</c:v>
                </c:pt>
                <c:pt idx="1483">
                  <c:v>-0.008375811</c:v>
                </c:pt>
                <c:pt idx="1484">
                  <c:v>-0.008324865</c:v>
                </c:pt>
                <c:pt idx="1485">
                  <c:v>-0.008246526</c:v>
                </c:pt>
                <c:pt idx="1486">
                  <c:v>-0.008141049</c:v>
                </c:pt>
                <c:pt idx="1487">
                  <c:v>-0.008008779</c:v>
                </c:pt>
                <c:pt idx="1488">
                  <c:v>-0.007850141</c:v>
                </c:pt>
                <c:pt idx="1489">
                  <c:v>-0.007665648</c:v>
                </c:pt>
                <c:pt idx="1490">
                  <c:v>-0.007455889</c:v>
                </c:pt>
                <c:pt idx="1491">
                  <c:v>-0.007221535</c:v>
                </c:pt>
                <c:pt idx="1492">
                  <c:v>-0.006963328</c:v>
                </c:pt>
                <c:pt idx="1493">
                  <c:v>-0.006682089</c:v>
                </c:pt>
                <c:pt idx="1494">
                  <c:v>-0.006378704</c:v>
                </c:pt>
                <c:pt idx="1495">
                  <c:v>-0.00605413</c:v>
                </c:pt>
                <c:pt idx="1496">
                  <c:v>-0.005709386</c:v>
                </c:pt>
                <c:pt idx="1497">
                  <c:v>-0.005345554</c:v>
                </c:pt>
                <c:pt idx="1498">
                  <c:v>-0.004963775</c:v>
                </c:pt>
                <c:pt idx="1499">
                  <c:v>-0.004565242</c:v>
                </c:pt>
                <c:pt idx="1500">
                  <c:v>-0.004151202</c:v>
                </c:pt>
              </c:numCache>
            </c:numRef>
          </c:yVal>
          <c:smooth val="0"/>
          <c:extLst>
            <c:ext uri="{C3380CC4-5D6E-409C-BE32-E72D297353CC}">
              <ns2:uniqueId val="{00000000-8DA0-499F-A092-F05C9C5BBF76}"/>
            </c:ext>
          </c:extLst>
        </c:ser>
        <c:ser>
          <c:idx val="1"/>
          <c:order val="1"/>
          <c:tx>
            <c:v>I</c:v>
          </c:tx>
          <c:spPr>
            <a:ln w="28575">
              <a:solidFill>
                <a:srgbClr val="C65C2A"/>
              </a:solidFill>
              <a:prstDash val="dash"/>
            </a:ln>
          </c:spPr>
          <c:marker>
            <c:symbol val="none"/>
          </c:marker>
          <c:xVal>
            <c:numRef>
              <c:f>'Chart Data'!$C$2:$C$1502</c:f>
              <c:numCache>
                <c:formatCode>General</c:formatCode>
                <c:ptCount val="15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0.64</c:v>
                </c:pt>
                <c:pt idx="17">
                  <c:v>0.68</c:v>
                </c:pt>
                <c:pt idx="18">
                  <c:v>0.72</c:v>
                </c:pt>
                <c:pt idx="19">
                  <c:v>0.76</c:v>
                </c:pt>
                <c:pt idx="20">
                  <c:v>0.8</c:v>
                </c:pt>
                <c:pt idx="21">
                  <c:v>0.84</c:v>
                </c:pt>
                <c:pt idx="22">
                  <c:v>0.88</c:v>
                </c:pt>
                <c:pt idx="23">
                  <c:v>0.92</c:v>
                </c:pt>
                <c:pt idx="24">
                  <c:v>0.96</c:v>
                </c:pt>
                <c:pt idx="25">
                  <c:v>1</c:v>
                </c:pt>
                <c:pt idx="26">
                  <c:v>1.04</c:v>
                </c:pt>
                <c:pt idx="27">
                  <c:v>1.08</c:v>
                </c:pt>
                <c:pt idx="28">
                  <c:v>1.12</c:v>
                </c:pt>
                <c:pt idx="29">
                  <c:v>1.16</c:v>
                </c:pt>
                <c:pt idx="30">
                  <c:v>1.2</c:v>
                </c:pt>
                <c:pt idx="31">
                  <c:v>1.24</c:v>
                </c:pt>
                <c:pt idx="32">
                  <c:v>1.28</c:v>
                </c:pt>
                <c:pt idx="33">
                  <c:v>1.32</c:v>
                </c:pt>
                <c:pt idx="34">
                  <c:v>1.36</c:v>
                </c:pt>
                <c:pt idx="35">
                  <c:v>1.4</c:v>
                </c:pt>
                <c:pt idx="36">
                  <c:v>1.44</c:v>
                </c:pt>
                <c:pt idx="37">
                  <c:v>1.48</c:v>
                </c:pt>
                <c:pt idx="38">
                  <c:v>1.52</c:v>
                </c:pt>
                <c:pt idx="39">
                  <c:v>1.56</c:v>
                </c:pt>
                <c:pt idx="40">
                  <c:v>1.6</c:v>
                </c:pt>
                <c:pt idx="41">
                  <c:v>1.64</c:v>
                </c:pt>
                <c:pt idx="42">
                  <c:v>1.68</c:v>
                </c:pt>
                <c:pt idx="43">
                  <c:v>1.72</c:v>
                </c:pt>
                <c:pt idx="44">
                  <c:v>1.76</c:v>
                </c:pt>
                <c:pt idx="45">
                  <c:v>1.8</c:v>
                </c:pt>
                <c:pt idx="46">
                  <c:v>1.84</c:v>
                </c:pt>
                <c:pt idx="47">
                  <c:v>1.88</c:v>
                </c:pt>
                <c:pt idx="48">
                  <c:v>1.92</c:v>
                </c:pt>
                <c:pt idx="49">
                  <c:v>1.96</c:v>
                </c:pt>
                <c:pt idx="50">
                  <c:v>2</c:v>
                </c:pt>
                <c:pt idx="51">
                  <c:v>2.04</c:v>
                </c:pt>
                <c:pt idx="52">
                  <c:v>2.08</c:v>
                </c:pt>
                <c:pt idx="53">
                  <c:v>2.12</c:v>
                </c:pt>
                <c:pt idx="54">
                  <c:v>2.16</c:v>
                </c:pt>
                <c:pt idx="55">
                  <c:v>2.2</c:v>
                </c:pt>
                <c:pt idx="56">
                  <c:v>2.24</c:v>
                </c:pt>
                <c:pt idx="57">
                  <c:v>2.28</c:v>
                </c:pt>
                <c:pt idx="58">
                  <c:v>2.32</c:v>
                </c:pt>
                <c:pt idx="59">
                  <c:v>2.36</c:v>
                </c:pt>
                <c:pt idx="60">
                  <c:v>2.4</c:v>
                </c:pt>
                <c:pt idx="61">
                  <c:v>2.44</c:v>
                </c:pt>
                <c:pt idx="62">
                  <c:v>2.48</c:v>
                </c:pt>
                <c:pt idx="63">
                  <c:v>2.52</c:v>
                </c:pt>
                <c:pt idx="64">
                  <c:v>2.56</c:v>
                </c:pt>
                <c:pt idx="65">
                  <c:v>2.6</c:v>
                </c:pt>
                <c:pt idx="66">
                  <c:v>2.64</c:v>
                </c:pt>
                <c:pt idx="67">
                  <c:v>2.68</c:v>
                </c:pt>
                <c:pt idx="68">
                  <c:v>2.72</c:v>
                </c:pt>
                <c:pt idx="69">
                  <c:v>2.76</c:v>
                </c:pt>
                <c:pt idx="70">
                  <c:v>2.8</c:v>
                </c:pt>
                <c:pt idx="71">
                  <c:v>2.84</c:v>
                </c:pt>
                <c:pt idx="72">
                  <c:v>2.88</c:v>
                </c:pt>
                <c:pt idx="73">
                  <c:v>2.92</c:v>
                </c:pt>
                <c:pt idx="74">
                  <c:v>2.96</c:v>
                </c:pt>
                <c:pt idx="75">
                  <c:v>3</c:v>
                </c:pt>
                <c:pt idx="76">
                  <c:v>3.04</c:v>
                </c:pt>
                <c:pt idx="77">
                  <c:v>3.08</c:v>
                </c:pt>
                <c:pt idx="78">
                  <c:v>3.12</c:v>
                </c:pt>
                <c:pt idx="79">
                  <c:v>3.16</c:v>
                </c:pt>
                <c:pt idx="80">
                  <c:v>3.2</c:v>
                </c:pt>
                <c:pt idx="81">
                  <c:v>3.24</c:v>
                </c:pt>
                <c:pt idx="82">
                  <c:v>3.28</c:v>
                </c:pt>
                <c:pt idx="83">
                  <c:v>3.32</c:v>
                </c:pt>
                <c:pt idx="84">
                  <c:v>3.36</c:v>
                </c:pt>
                <c:pt idx="85">
                  <c:v>3.4</c:v>
                </c:pt>
                <c:pt idx="86">
                  <c:v>3.44</c:v>
                </c:pt>
                <c:pt idx="87">
                  <c:v>3.48</c:v>
                </c:pt>
                <c:pt idx="88">
                  <c:v>3.52</c:v>
                </c:pt>
                <c:pt idx="89">
                  <c:v>3.56</c:v>
                </c:pt>
                <c:pt idx="90">
                  <c:v>3.6</c:v>
                </c:pt>
                <c:pt idx="91">
                  <c:v>3.64</c:v>
                </c:pt>
                <c:pt idx="92">
                  <c:v>3.68</c:v>
                </c:pt>
                <c:pt idx="93">
                  <c:v>3.72</c:v>
                </c:pt>
                <c:pt idx="94">
                  <c:v>3.76</c:v>
                </c:pt>
                <c:pt idx="95">
                  <c:v>3.8</c:v>
                </c:pt>
                <c:pt idx="96">
                  <c:v>3.84</c:v>
                </c:pt>
                <c:pt idx="97">
                  <c:v>3.88</c:v>
                </c:pt>
                <c:pt idx="98">
                  <c:v>3.92</c:v>
                </c:pt>
                <c:pt idx="99">
                  <c:v>3.96</c:v>
                </c:pt>
                <c:pt idx="100">
                  <c:v>4</c:v>
                </c:pt>
                <c:pt idx="101">
                  <c:v>4.04</c:v>
                </c:pt>
                <c:pt idx="102">
                  <c:v>4.08</c:v>
                </c:pt>
                <c:pt idx="103">
                  <c:v>4.12</c:v>
                </c:pt>
                <c:pt idx="104">
                  <c:v>4.16</c:v>
                </c:pt>
                <c:pt idx="105">
                  <c:v>4.2</c:v>
                </c:pt>
                <c:pt idx="106">
                  <c:v>4.24</c:v>
                </c:pt>
                <c:pt idx="107">
                  <c:v>4.28</c:v>
                </c:pt>
                <c:pt idx="108">
                  <c:v>4.32</c:v>
                </c:pt>
                <c:pt idx="109">
                  <c:v>4.36</c:v>
                </c:pt>
                <c:pt idx="110">
                  <c:v>4.4</c:v>
                </c:pt>
                <c:pt idx="111">
                  <c:v>4.44</c:v>
                </c:pt>
                <c:pt idx="112">
                  <c:v>4.48</c:v>
                </c:pt>
                <c:pt idx="113">
                  <c:v>4.52</c:v>
                </c:pt>
                <c:pt idx="114">
                  <c:v>4.56</c:v>
                </c:pt>
                <c:pt idx="115">
                  <c:v>4.6</c:v>
                </c:pt>
                <c:pt idx="116">
                  <c:v>4.64</c:v>
                </c:pt>
                <c:pt idx="117">
                  <c:v>4.68</c:v>
                </c:pt>
                <c:pt idx="118">
                  <c:v>4.72</c:v>
                </c:pt>
                <c:pt idx="119">
                  <c:v>4.76</c:v>
                </c:pt>
                <c:pt idx="120">
                  <c:v>4.8</c:v>
                </c:pt>
                <c:pt idx="121">
                  <c:v>4.84</c:v>
                </c:pt>
                <c:pt idx="122">
                  <c:v>4.88</c:v>
                </c:pt>
                <c:pt idx="123">
                  <c:v>4.92</c:v>
                </c:pt>
                <c:pt idx="124">
                  <c:v>4.96</c:v>
                </c:pt>
                <c:pt idx="125">
                  <c:v>5</c:v>
                </c:pt>
                <c:pt idx="126">
                  <c:v>5.04</c:v>
                </c:pt>
                <c:pt idx="127">
                  <c:v>5.08</c:v>
                </c:pt>
                <c:pt idx="128">
                  <c:v>5.12</c:v>
                </c:pt>
                <c:pt idx="129">
                  <c:v>5.16</c:v>
                </c:pt>
                <c:pt idx="130">
                  <c:v>5.2</c:v>
                </c:pt>
                <c:pt idx="131">
                  <c:v>5.24</c:v>
                </c:pt>
                <c:pt idx="132">
                  <c:v>5.28</c:v>
                </c:pt>
                <c:pt idx="133">
                  <c:v>5.32</c:v>
                </c:pt>
                <c:pt idx="134">
                  <c:v>5.36</c:v>
                </c:pt>
                <c:pt idx="135">
                  <c:v>5.4</c:v>
                </c:pt>
                <c:pt idx="136">
                  <c:v>5.44</c:v>
                </c:pt>
                <c:pt idx="137">
                  <c:v>5.48</c:v>
                </c:pt>
                <c:pt idx="138">
                  <c:v>5.52</c:v>
                </c:pt>
                <c:pt idx="139">
                  <c:v>5.56</c:v>
                </c:pt>
                <c:pt idx="140">
                  <c:v>5.6</c:v>
                </c:pt>
                <c:pt idx="141">
                  <c:v>5.64</c:v>
                </c:pt>
                <c:pt idx="142">
                  <c:v>5.68</c:v>
                </c:pt>
                <c:pt idx="143">
                  <c:v>5.72</c:v>
                </c:pt>
                <c:pt idx="144">
                  <c:v>5.76</c:v>
                </c:pt>
                <c:pt idx="145">
                  <c:v>5.8</c:v>
                </c:pt>
                <c:pt idx="146">
                  <c:v>5.84</c:v>
                </c:pt>
                <c:pt idx="147">
                  <c:v>5.88</c:v>
                </c:pt>
                <c:pt idx="148">
                  <c:v>5.92</c:v>
                </c:pt>
                <c:pt idx="149">
                  <c:v>5.96</c:v>
                </c:pt>
                <c:pt idx="150">
                  <c:v>6</c:v>
                </c:pt>
                <c:pt idx="151">
                  <c:v>6.04</c:v>
                </c:pt>
                <c:pt idx="152">
                  <c:v>6.08</c:v>
                </c:pt>
                <c:pt idx="153">
                  <c:v>6.12</c:v>
                </c:pt>
                <c:pt idx="154">
                  <c:v>6.16</c:v>
                </c:pt>
                <c:pt idx="155">
                  <c:v>6.2</c:v>
                </c:pt>
                <c:pt idx="156">
                  <c:v>6.24</c:v>
                </c:pt>
                <c:pt idx="157">
                  <c:v>6.28</c:v>
                </c:pt>
                <c:pt idx="158">
                  <c:v>6.32</c:v>
                </c:pt>
                <c:pt idx="159">
                  <c:v>6.36</c:v>
                </c:pt>
                <c:pt idx="160">
                  <c:v>6.4</c:v>
                </c:pt>
                <c:pt idx="161">
                  <c:v>6.44</c:v>
                </c:pt>
                <c:pt idx="162">
                  <c:v>6.48</c:v>
                </c:pt>
                <c:pt idx="163">
                  <c:v>6.52</c:v>
                </c:pt>
                <c:pt idx="164">
                  <c:v>6.56</c:v>
                </c:pt>
                <c:pt idx="165">
                  <c:v>6.6</c:v>
                </c:pt>
                <c:pt idx="166">
                  <c:v>6.64</c:v>
                </c:pt>
                <c:pt idx="167">
                  <c:v>6.68</c:v>
                </c:pt>
                <c:pt idx="168">
                  <c:v>6.72</c:v>
                </c:pt>
                <c:pt idx="169">
                  <c:v>6.76</c:v>
                </c:pt>
                <c:pt idx="170">
                  <c:v>6.8</c:v>
                </c:pt>
                <c:pt idx="171">
                  <c:v>6.84</c:v>
                </c:pt>
                <c:pt idx="172">
                  <c:v>6.88</c:v>
                </c:pt>
                <c:pt idx="173">
                  <c:v>6.92</c:v>
                </c:pt>
                <c:pt idx="174">
                  <c:v>6.96</c:v>
                </c:pt>
                <c:pt idx="175">
                  <c:v>7</c:v>
                </c:pt>
                <c:pt idx="176">
                  <c:v>7.04</c:v>
                </c:pt>
                <c:pt idx="177">
                  <c:v>7.08</c:v>
                </c:pt>
                <c:pt idx="178">
                  <c:v>7.12</c:v>
                </c:pt>
                <c:pt idx="179">
                  <c:v>7.16</c:v>
                </c:pt>
                <c:pt idx="180">
                  <c:v>7.2</c:v>
                </c:pt>
                <c:pt idx="181">
                  <c:v>7.24</c:v>
                </c:pt>
                <c:pt idx="182">
                  <c:v>7.28</c:v>
                </c:pt>
                <c:pt idx="183">
                  <c:v>7.32</c:v>
                </c:pt>
                <c:pt idx="184">
                  <c:v>7.36</c:v>
                </c:pt>
                <c:pt idx="185">
                  <c:v>7.4</c:v>
                </c:pt>
                <c:pt idx="186">
                  <c:v>7.44</c:v>
                </c:pt>
                <c:pt idx="187">
                  <c:v>7.48</c:v>
                </c:pt>
                <c:pt idx="188">
                  <c:v>7.52</c:v>
                </c:pt>
                <c:pt idx="189">
                  <c:v>7.56</c:v>
                </c:pt>
                <c:pt idx="190">
                  <c:v>7.6</c:v>
                </c:pt>
                <c:pt idx="191">
                  <c:v>7.64</c:v>
                </c:pt>
                <c:pt idx="192">
                  <c:v>7.68</c:v>
                </c:pt>
                <c:pt idx="193">
                  <c:v>7.72</c:v>
                </c:pt>
                <c:pt idx="194">
                  <c:v>7.76</c:v>
                </c:pt>
                <c:pt idx="195">
                  <c:v>7.8</c:v>
                </c:pt>
                <c:pt idx="196">
                  <c:v>7.84</c:v>
                </c:pt>
                <c:pt idx="197">
                  <c:v>7.88</c:v>
                </c:pt>
                <c:pt idx="198">
                  <c:v>7.92</c:v>
                </c:pt>
                <c:pt idx="199">
                  <c:v>7.96</c:v>
                </c:pt>
                <c:pt idx="200">
                  <c:v>8</c:v>
                </c:pt>
                <c:pt idx="201">
                  <c:v>8.04</c:v>
                </c:pt>
                <c:pt idx="202">
                  <c:v>8.08</c:v>
                </c:pt>
                <c:pt idx="203">
                  <c:v>8.12</c:v>
                </c:pt>
                <c:pt idx="204">
                  <c:v>8.16</c:v>
                </c:pt>
                <c:pt idx="205">
                  <c:v>8.2</c:v>
                </c:pt>
                <c:pt idx="206">
                  <c:v>8.24</c:v>
                </c:pt>
                <c:pt idx="207">
                  <c:v>8.28</c:v>
                </c:pt>
                <c:pt idx="208">
                  <c:v>8.32</c:v>
                </c:pt>
                <c:pt idx="209">
                  <c:v>8.36</c:v>
                </c:pt>
                <c:pt idx="210">
                  <c:v>8.4</c:v>
                </c:pt>
                <c:pt idx="211">
                  <c:v>8.44</c:v>
                </c:pt>
                <c:pt idx="212">
                  <c:v>8.48</c:v>
                </c:pt>
                <c:pt idx="213">
                  <c:v>8.52</c:v>
                </c:pt>
                <c:pt idx="214">
                  <c:v>8.56</c:v>
                </c:pt>
                <c:pt idx="215">
                  <c:v>8.6</c:v>
                </c:pt>
                <c:pt idx="216">
                  <c:v>8.64</c:v>
                </c:pt>
                <c:pt idx="217">
                  <c:v>8.68</c:v>
                </c:pt>
                <c:pt idx="218">
                  <c:v>8.72</c:v>
                </c:pt>
                <c:pt idx="219">
                  <c:v>8.76</c:v>
                </c:pt>
                <c:pt idx="220">
                  <c:v>8.8</c:v>
                </c:pt>
                <c:pt idx="221">
                  <c:v>8.84</c:v>
                </c:pt>
                <c:pt idx="222">
                  <c:v>8.88</c:v>
                </c:pt>
                <c:pt idx="223">
                  <c:v>8.92</c:v>
                </c:pt>
                <c:pt idx="224">
                  <c:v>8.96</c:v>
                </c:pt>
                <c:pt idx="225">
                  <c:v>9</c:v>
                </c:pt>
                <c:pt idx="226">
                  <c:v>9.04</c:v>
                </c:pt>
                <c:pt idx="227">
                  <c:v>9.08</c:v>
                </c:pt>
                <c:pt idx="228">
                  <c:v>9.12</c:v>
                </c:pt>
                <c:pt idx="229">
                  <c:v>9.16</c:v>
                </c:pt>
                <c:pt idx="230">
                  <c:v>9.2</c:v>
                </c:pt>
                <c:pt idx="231">
                  <c:v>9.24</c:v>
                </c:pt>
                <c:pt idx="232">
                  <c:v>9.28</c:v>
                </c:pt>
                <c:pt idx="233">
                  <c:v>9.32</c:v>
                </c:pt>
                <c:pt idx="234">
                  <c:v>9.36</c:v>
                </c:pt>
                <c:pt idx="235">
                  <c:v>9.4</c:v>
                </c:pt>
                <c:pt idx="236">
                  <c:v>9.44</c:v>
                </c:pt>
                <c:pt idx="237">
                  <c:v>9.48</c:v>
                </c:pt>
                <c:pt idx="238">
                  <c:v>9.52</c:v>
                </c:pt>
                <c:pt idx="239">
                  <c:v>9.56</c:v>
                </c:pt>
                <c:pt idx="240">
                  <c:v>9.6</c:v>
                </c:pt>
                <c:pt idx="241">
                  <c:v>9.64</c:v>
                </c:pt>
                <c:pt idx="242">
                  <c:v>9.68</c:v>
                </c:pt>
                <c:pt idx="243">
                  <c:v>9.72</c:v>
                </c:pt>
                <c:pt idx="244">
                  <c:v>9.76</c:v>
                </c:pt>
                <c:pt idx="245">
                  <c:v>9.8</c:v>
                </c:pt>
                <c:pt idx="246">
                  <c:v>9.84</c:v>
                </c:pt>
                <c:pt idx="247">
                  <c:v>9.88</c:v>
                </c:pt>
                <c:pt idx="248">
                  <c:v>9.92</c:v>
                </c:pt>
                <c:pt idx="249">
                  <c:v>9.96</c:v>
                </c:pt>
                <c:pt idx="250">
                  <c:v>10</c:v>
                </c:pt>
                <c:pt idx="251">
                  <c:v>10.04</c:v>
                </c:pt>
                <c:pt idx="252">
                  <c:v>10.08</c:v>
                </c:pt>
                <c:pt idx="253">
                  <c:v>10.12</c:v>
                </c:pt>
                <c:pt idx="254">
                  <c:v>10.16</c:v>
                </c:pt>
                <c:pt idx="255">
                  <c:v>10.2</c:v>
                </c:pt>
                <c:pt idx="256">
                  <c:v>10.24</c:v>
                </c:pt>
                <c:pt idx="257">
                  <c:v>10.28</c:v>
                </c:pt>
                <c:pt idx="258">
                  <c:v>10.32</c:v>
                </c:pt>
                <c:pt idx="259">
                  <c:v>10.36</c:v>
                </c:pt>
                <c:pt idx="260">
                  <c:v>10.4</c:v>
                </c:pt>
                <c:pt idx="261">
                  <c:v>10.44</c:v>
                </c:pt>
                <c:pt idx="262">
                  <c:v>10.48</c:v>
                </c:pt>
                <c:pt idx="263">
                  <c:v>10.52</c:v>
                </c:pt>
                <c:pt idx="264">
                  <c:v>10.56</c:v>
                </c:pt>
                <c:pt idx="265">
                  <c:v>10.6</c:v>
                </c:pt>
                <c:pt idx="266">
                  <c:v>10.64</c:v>
                </c:pt>
                <c:pt idx="267">
                  <c:v>10.68</c:v>
                </c:pt>
                <c:pt idx="268">
                  <c:v>10.72</c:v>
                </c:pt>
                <c:pt idx="269">
                  <c:v>10.76</c:v>
                </c:pt>
                <c:pt idx="270">
                  <c:v>10.8</c:v>
                </c:pt>
                <c:pt idx="271">
                  <c:v>10.84</c:v>
                </c:pt>
                <c:pt idx="272">
                  <c:v>10.88</c:v>
                </c:pt>
                <c:pt idx="273">
                  <c:v>10.92</c:v>
                </c:pt>
                <c:pt idx="274">
                  <c:v>10.96</c:v>
                </c:pt>
                <c:pt idx="275">
                  <c:v>11</c:v>
                </c:pt>
                <c:pt idx="276">
                  <c:v>11.04</c:v>
                </c:pt>
                <c:pt idx="277">
                  <c:v>11.08</c:v>
                </c:pt>
                <c:pt idx="278">
                  <c:v>11.12</c:v>
                </c:pt>
                <c:pt idx="279">
                  <c:v>11.16</c:v>
                </c:pt>
                <c:pt idx="280">
                  <c:v>11.2</c:v>
                </c:pt>
                <c:pt idx="281">
                  <c:v>11.24</c:v>
                </c:pt>
                <c:pt idx="282">
                  <c:v>11.28</c:v>
                </c:pt>
                <c:pt idx="283">
                  <c:v>11.32</c:v>
                </c:pt>
                <c:pt idx="284">
                  <c:v>11.36</c:v>
                </c:pt>
                <c:pt idx="285">
                  <c:v>11.4</c:v>
                </c:pt>
                <c:pt idx="286">
                  <c:v>11.44</c:v>
                </c:pt>
                <c:pt idx="287">
                  <c:v>11.48</c:v>
                </c:pt>
                <c:pt idx="288">
                  <c:v>11.52</c:v>
                </c:pt>
                <c:pt idx="289">
                  <c:v>11.56</c:v>
                </c:pt>
                <c:pt idx="290">
                  <c:v>11.6</c:v>
                </c:pt>
                <c:pt idx="291">
                  <c:v>11.64</c:v>
                </c:pt>
                <c:pt idx="292">
                  <c:v>11.68</c:v>
                </c:pt>
                <c:pt idx="293">
                  <c:v>11.72</c:v>
                </c:pt>
                <c:pt idx="294">
                  <c:v>11.76</c:v>
                </c:pt>
                <c:pt idx="295">
                  <c:v>11.8</c:v>
                </c:pt>
                <c:pt idx="296">
                  <c:v>11.84</c:v>
                </c:pt>
                <c:pt idx="297">
                  <c:v>11.88</c:v>
                </c:pt>
                <c:pt idx="298">
                  <c:v>11.92</c:v>
                </c:pt>
                <c:pt idx="299">
                  <c:v>11.96</c:v>
                </c:pt>
                <c:pt idx="300">
                  <c:v>12</c:v>
                </c:pt>
                <c:pt idx="301">
                  <c:v>12.04</c:v>
                </c:pt>
                <c:pt idx="302">
                  <c:v>12.08</c:v>
                </c:pt>
                <c:pt idx="303">
                  <c:v>12.12</c:v>
                </c:pt>
                <c:pt idx="304">
                  <c:v>12.16</c:v>
                </c:pt>
                <c:pt idx="305">
                  <c:v>12.2</c:v>
                </c:pt>
                <c:pt idx="306">
                  <c:v>12.24</c:v>
                </c:pt>
                <c:pt idx="307">
                  <c:v>12.28</c:v>
                </c:pt>
                <c:pt idx="308">
                  <c:v>12.32</c:v>
                </c:pt>
                <c:pt idx="309">
                  <c:v>12.36</c:v>
                </c:pt>
                <c:pt idx="310">
                  <c:v>12.4</c:v>
                </c:pt>
                <c:pt idx="311">
                  <c:v>12.44</c:v>
                </c:pt>
                <c:pt idx="312">
                  <c:v>12.48</c:v>
                </c:pt>
                <c:pt idx="313">
                  <c:v>12.52</c:v>
                </c:pt>
                <c:pt idx="314">
                  <c:v>12.56</c:v>
                </c:pt>
                <c:pt idx="315">
                  <c:v>12.6</c:v>
                </c:pt>
                <c:pt idx="316">
                  <c:v>12.64</c:v>
                </c:pt>
                <c:pt idx="317">
                  <c:v>12.68</c:v>
                </c:pt>
                <c:pt idx="318">
                  <c:v>12.72</c:v>
                </c:pt>
                <c:pt idx="319">
                  <c:v>12.76</c:v>
                </c:pt>
                <c:pt idx="320">
                  <c:v>12.8</c:v>
                </c:pt>
                <c:pt idx="321">
                  <c:v>12.84</c:v>
                </c:pt>
                <c:pt idx="322">
                  <c:v>12.88</c:v>
                </c:pt>
                <c:pt idx="323">
                  <c:v>12.92</c:v>
                </c:pt>
                <c:pt idx="324">
                  <c:v>12.96</c:v>
                </c:pt>
                <c:pt idx="325">
                  <c:v>13</c:v>
                </c:pt>
                <c:pt idx="326">
                  <c:v>13.04</c:v>
                </c:pt>
                <c:pt idx="327">
                  <c:v>13.08</c:v>
                </c:pt>
                <c:pt idx="328">
                  <c:v>13.12</c:v>
                </c:pt>
                <c:pt idx="329">
                  <c:v>13.16</c:v>
                </c:pt>
                <c:pt idx="330">
                  <c:v>13.2</c:v>
                </c:pt>
                <c:pt idx="331">
                  <c:v>13.24</c:v>
                </c:pt>
                <c:pt idx="332">
                  <c:v>13.28</c:v>
                </c:pt>
                <c:pt idx="333">
                  <c:v>13.32</c:v>
                </c:pt>
                <c:pt idx="334">
                  <c:v>13.36</c:v>
                </c:pt>
                <c:pt idx="335">
                  <c:v>13.4</c:v>
                </c:pt>
                <c:pt idx="336">
                  <c:v>13.44</c:v>
                </c:pt>
                <c:pt idx="337">
                  <c:v>13.48</c:v>
                </c:pt>
                <c:pt idx="338">
                  <c:v>13.52</c:v>
                </c:pt>
                <c:pt idx="339">
                  <c:v>13.56</c:v>
                </c:pt>
                <c:pt idx="340">
                  <c:v>13.6</c:v>
                </c:pt>
                <c:pt idx="341">
                  <c:v>13.64</c:v>
                </c:pt>
                <c:pt idx="342">
                  <c:v>13.68</c:v>
                </c:pt>
                <c:pt idx="343">
                  <c:v>13.72</c:v>
                </c:pt>
                <c:pt idx="344">
                  <c:v>13.76</c:v>
                </c:pt>
                <c:pt idx="345">
                  <c:v>13.8</c:v>
                </c:pt>
                <c:pt idx="346">
                  <c:v>13.84</c:v>
                </c:pt>
                <c:pt idx="347">
                  <c:v>13.88</c:v>
                </c:pt>
                <c:pt idx="348">
                  <c:v>13.92</c:v>
                </c:pt>
                <c:pt idx="349">
                  <c:v>13.96</c:v>
                </c:pt>
                <c:pt idx="350">
                  <c:v>14</c:v>
                </c:pt>
                <c:pt idx="351">
                  <c:v>14.04</c:v>
                </c:pt>
                <c:pt idx="352">
                  <c:v>14.08</c:v>
                </c:pt>
                <c:pt idx="353">
                  <c:v>14.12</c:v>
                </c:pt>
                <c:pt idx="354">
                  <c:v>14.16</c:v>
                </c:pt>
                <c:pt idx="355">
                  <c:v>14.2</c:v>
                </c:pt>
                <c:pt idx="356">
                  <c:v>14.24</c:v>
                </c:pt>
                <c:pt idx="357">
                  <c:v>14.28</c:v>
                </c:pt>
                <c:pt idx="358">
                  <c:v>14.32</c:v>
                </c:pt>
                <c:pt idx="359">
                  <c:v>14.36</c:v>
                </c:pt>
                <c:pt idx="360">
                  <c:v>14.4</c:v>
                </c:pt>
                <c:pt idx="361">
                  <c:v>14.44</c:v>
                </c:pt>
                <c:pt idx="362">
                  <c:v>14.48</c:v>
                </c:pt>
                <c:pt idx="363">
                  <c:v>14.52</c:v>
                </c:pt>
                <c:pt idx="364">
                  <c:v>14.56</c:v>
                </c:pt>
                <c:pt idx="365">
                  <c:v>14.6</c:v>
                </c:pt>
                <c:pt idx="366">
                  <c:v>14.64</c:v>
                </c:pt>
                <c:pt idx="367">
                  <c:v>14.68</c:v>
                </c:pt>
                <c:pt idx="368">
                  <c:v>14.72</c:v>
                </c:pt>
                <c:pt idx="369">
                  <c:v>14.76</c:v>
                </c:pt>
                <c:pt idx="370">
                  <c:v>14.8</c:v>
                </c:pt>
                <c:pt idx="371">
                  <c:v>14.84</c:v>
                </c:pt>
                <c:pt idx="372">
                  <c:v>14.88</c:v>
                </c:pt>
                <c:pt idx="373">
                  <c:v>14.92</c:v>
                </c:pt>
                <c:pt idx="374">
                  <c:v>14.96</c:v>
                </c:pt>
                <c:pt idx="375">
                  <c:v>15</c:v>
                </c:pt>
                <c:pt idx="376">
                  <c:v>15.04</c:v>
                </c:pt>
                <c:pt idx="377">
                  <c:v>15.08</c:v>
                </c:pt>
                <c:pt idx="378">
                  <c:v>15.12</c:v>
                </c:pt>
                <c:pt idx="379">
                  <c:v>15.16</c:v>
                </c:pt>
                <c:pt idx="380">
                  <c:v>15.2</c:v>
                </c:pt>
                <c:pt idx="381">
                  <c:v>15.24</c:v>
                </c:pt>
                <c:pt idx="382">
                  <c:v>15.28</c:v>
                </c:pt>
                <c:pt idx="383">
                  <c:v>15.32</c:v>
                </c:pt>
                <c:pt idx="384">
                  <c:v>15.36</c:v>
                </c:pt>
                <c:pt idx="385">
                  <c:v>15.4</c:v>
                </c:pt>
                <c:pt idx="386">
                  <c:v>15.44</c:v>
                </c:pt>
                <c:pt idx="387">
                  <c:v>15.48</c:v>
                </c:pt>
                <c:pt idx="388">
                  <c:v>15.52</c:v>
                </c:pt>
                <c:pt idx="389">
                  <c:v>15.56</c:v>
                </c:pt>
                <c:pt idx="390">
                  <c:v>15.6</c:v>
                </c:pt>
                <c:pt idx="391">
                  <c:v>15.64</c:v>
                </c:pt>
                <c:pt idx="392">
                  <c:v>15.68</c:v>
                </c:pt>
                <c:pt idx="393">
                  <c:v>15.72</c:v>
                </c:pt>
                <c:pt idx="394">
                  <c:v>15.76</c:v>
                </c:pt>
                <c:pt idx="395">
                  <c:v>15.8</c:v>
                </c:pt>
                <c:pt idx="396">
                  <c:v>15.84</c:v>
                </c:pt>
                <c:pt idx="397">
                  <c:v>15.88</c:v>
                </c:pt>
                <c:pt idx="398">
                  <c:v>15.92</c:v>
                </c:pt>
                <c:pt idx="399">
                  <c:v>15.96</c:v>
                </c:pt>
                <c:pt idx="400">
                  <c:v>16</c:v>
                </c:pt>
                <c:pt idx="401">
                  <c:v>16.04</c:v>
                </c:pt>
                <c:pt idx="402">
                  <c:v>16.08</c:v>
                </c:pt>
                <c:pt idx="403">
                  <c:v>16.12</c:v>
                </c:pt>
                <c:pt idx="404">
                  <c:v>16.16</c:v>
                </c:pt>
                <c:pt idx="405">
                  <c:v>16.2</c:v>
                </c:pt>
                <c:pt idx="406">
                  <c:v>16.24</c:v>
                </c:pt>
                <c:pt idx="407">
                  <c:v>16.28</c:v>
                </c:pt>
                <c:pt idx="408">
                  <c:v>16.32</c:v>
                </c:pt>
                <c:pt idx="409">
                  <c:v>16.36</c:v>
                </c:pt>
                <c:pt idx="410">
                  <c:v>16.4</c:v>
                </c:pt>
                <c:pt idx="411">
                  <c:v>16.44</c:v>
                </c:pt>
                <c:pt idx="412">
                  <c:v>16.48</c:v>
                </c:pt>
                <c:pt idx="413">
                  <c:v>16.52</c:v>
                </c:pt>
                <c:pt idx="414">
                  <c:v>16.56</c:v>
                </c:pt>
                <c:pt idx="415">
                  <c:v>16.6</c:v>
                </c:pt>
                <c:pt idx="416">
                  <c:v>16.64</c:v>
                </c:pt>
                <c:pt idx="417">
                  <c:v>16.68</c:v>
                </c:pt>
                <c:pt idx="418">
                  <c:v>16.72</c:v>
                </c:pt>
                <c:pt idx="419">
                  <c:v>16.76</c:v>
                </c:pt>
                <c:pt idx="420">
                  <c:v>16.8</c:v>
                </c:pt>
                <c:pt idx="421">
                  <c:v>16.84</c:v>
                </c:pt>
                <c:pt idx="422">
                  <c:v>16.88</c:v>
                </c:pt>
                <c:pt idx="423">
                  <c:v>16.92</c:v>
                </c:pt>
                <c:pt idx="424">
                  <c:v>16.96</c:v>
                </c:pt>
                <c:pt idx="425">
                  <c:v>17</c:v>
                </c:pt>
                <c:pt idx="426">
                  <c:v>17.04</c:v>
                </c:pt>
                <c:pt idx="427">
                  <c:v>17.08</c:v>
                </c:pt>
                <c:pt idx="428">
                  <c:v>17.12</c:v>
                </c:pt>
                <c:pt idx="429">
                  <c:v>17.16</c:v>
                </c:pt>
                <c:pt idx="430">
                  <c:v>17.2</c:v>
                </c:pt>
                <c:pt idx="431">
                  <c:v>17.24</c:v>
                </c:pt>
                <c:pt idx="432">
                  <c:v>17.28</c:v>
                </c:pt>
                <c:pt idx="433">
                  <c:v>17.32</c:v>
                </c:pt>
                <c:pt idx="434">
                  <c:v>17.36</c:v>
                </c:pt>
                <c:pt idx="435">
                  <c:v>17.4</c:v>
                </c:pt>
                <c:pt idx="436">
                  <c:v>17.44</c:v>
                </c:pt>
                <c:pt idx="437">
                  <c:v>17.48</c:v>
                </c:pt>
                <c:pt idx="438">
                  <c:v>17.52</c:v>
                </c:pt>
                <c:pt idx="439">
                  <c:v>17.56</c:v>
                </c:pt>
                <c:pt idx="440">
                  <c:v>17.6</c:v>
                </c:pt>
                <c:pt idx="441">
                  <c:v>17.64</c:v>
                </c:pt>
                <c:pt idx="442">
                  <c:v>17.68</c:v>
                </c:pt>
                <c:pt idx="443">
                  <c:v>17.72</c:v>
                </c:pt>
                <c:pt idx="444">
                  <c:v>17.76</c:v>
                </c:pt>
                <c:pt idx="445">
                  <c:v>17.8</c:v>
                </c:pt>
                <c:pt idx="446">
                  <c:v>17.84</c:v>
                </c:pt>
                <c:pt idx="447">
                  <c:v>17.88</c:v>
                </c:pt>
                <c:pt idx="448">
                  <c:v>17.92</c:v>
                </c:pt>
                <c:pt idx="449">
                  <c:v>17.96</c:v>
                </c:pt>
                <c:pt idx="450">
                  <c:v>18</c:v>
                </c:pt>
                <c:pt idx="451">
                  <c:v>18.04</c:v>
                </c:pt>
                <c:pt idx="452">
                  <c:v>18.08</c:v>
                </c:pt>
                <c:pt idx="453">
                  <c:v>18.12</c:v>
                </c:pt>
                <c:pt idx="454">
                  <c:v>18.16</c:v>
                </c:pt>
                <c:pt idx="455">
                  <c:v>18.2</c:v>
                </c:pt>
                <c:pt idx="456">
                  <c:v>18.24</c:v>
                </c:pt>
                <c:pt idx="457">
                  <c:v>18.28</c:v>
                </c:pt>
                <c:pt idx="458">
                  <c:v>18.32</c:v>
                </c:pt>
                <c:pt idx="459">
                  <c:v>18.36</c:v>
                </c:pt>
                <c:pt idx="460">
                  <c:v>18.4</c:v>
                </c:pt>
                <c:pt idx="461">
                  <c:v>18.44</c:v>
                </c:pt>
                <c:pt idx="462">
                  <c:v>18.48</c:v>
                </c:pt>
                <c:pt idx="463">
                  <c:v>18.52</c:v>
                </c:pt>
                <c:pt idx="464">
                  <c:v>18.56</c:v>
                </c:pt>
                <c:pt idx="465">
                  <c:v>18.6</c:v>
                </c:pt>
                <c:pt idx="466">
                  <c:v>18.64</c:v>
                </c:pt>
                <c:pt idx="467">
                  <c:v>18.68</c:v>
                </c:pt>
                <c:pt idx="468">
                  <c:v>18.72</c:v>
                </c:pt>
                <c:pt idx="469">
                  <c:v>18.76</c:v>
                </c:pt>
                <c:pt idx="470">
                  <c:v>18.8</c:v>
                </c:pt>
                <c:pt idx="471">
                  <c:v>18.84</c:v>
                </c:pt>
                <c:pt idx="472">
                  <c:v>18.88</c:v>
                </c:pt>
                <c:pt idx="473">
                  <c:v>18.92</c:v>
                </c:pt>
                <c:pt idx="474">
                  <c:v>18.96</c:v>
                </c:pt>
                <c:pt idx="475">
                  <c:v>19</c:v>
                </c:pt>
                <c:pt idx="476">
                  <c:v>19.04</c:v>
                </c:pt>
                <c:pt idx="477">
                  <c:v>19.08</c:v>
                </c:pt>
                <c:pt idx="478">
                  <c:v>19.12</c:v>
                </c:pt>
                <c:pt idx="479">
                  <c:v>19.16</c:v>
                </c:pt>
                <c:pt idx="480">
                  <c:v>19.2</c:v>
                </c:pt>
                <c:pt idx="481">
                  <c:v>19.24</c:v>
                </c:pt>
                <c:pt idx="482">
                  <c:v>19.28</c:v>
                </c:pt>
                <c:pt idx="483">
                  <c:v>19.32</c:v>
                </c:pt>
                <c:pt idx="484">
                  <c:v>19.36</c:v>
                </c:pt>
                <c:pt idx="485">
                  <c:v>19.4</c:v>
                </c:pt>
                <c:pt idx="486">
                  <c:v>19.44</c:v>
                </c:pt>
                <c:pt idx="487">
                  <c:v>19.48</c:v>
                </c:pt>
                <c:pt idx="488">
                  <c:v>19.52</c:v>
                </c:pt>
                <c:pt idx="489">
                  <c:v>19.56</c:v>
                </c:pt>
                <c:pt idx="490">
                  <c:v>19.6</c:v>
                </c:pt>
                <c:pt idx="491">
                  <c:v>19.64</c:v>
                </c:pt>
                <c:pt idx="492">
                  <c:v>19.68</c:v>
                </c:pt>
                <c:pt idx="493">
                  <c:v>19.72</c:v>
                </c:pt>
                <c:pt idx="494">
                  <c:v>19.76</c:v>
                </c:pt>
                <c:pt idx="495">
                  <c:v>19.8</c:v>
                </c:pt>
                <c:pt idx="496">
                  <c:v>19.84</c:v>
                </c:pt>
                <c:pt idx="497">
                  <c:v>19.88</c:v>
                </c:pt>
                <c:pt idx="498">
                  <c:v>19.92</c:v>
                </c:pt>
                <c:pt idx="499">
                  <c:v>19.96</c:v>
                </c:pt>
                <c:pt idx="500">
                  <c:v>20</c:v>
                </c:pt>
                <c:pt idx="501">
                  <c:v>20.04</c:v>
                </c:pt>
                <c:pt idx="502">
                  <c:v>20.08</c:v>
                </c:pt>
                <c:pt idx="503">
                  <c:v>20.12</c:v>
                </c:pt>
                <c:pt idx="504">
                  <c:v>20.16</c:v>
                </c:pt>
                <c:pt idx="505">
                  <c:v>20.2</c:v>
                </c:pt>
                <c:pt idx="506">
                  <c:v>20.24</c:v>
                </c:pt>
                <c:pt idx="507">
                  <c:v>20.28</c:v>
                </c:pt>
                <c:pt idx="508">
                  <c:v>20.32</c:v>
                </c:pt>
                <c:pt idx="509">
                  <c:v>20.36</c:v>
                </c:pt>
                <c:pt idx="510">
                  <c:v>20.4</c:v>
                </c:pt>
                <c:pt idx="511">
                  <c:v>20.44</c:v>
                </c:pt>
                <c:pt idx="512">
                  <c:v>20.48</c:v>
                </c:pt>
                <c:pt idx="513">
                  <c:v>20.52</c:v>
                </c:pt>
                <c:pt idx="514">
                  <c:v>20.56</c:v>
                </c:pt>
                <c:pt idx="515">
                  <c:v>20.6</c:v>
                </c:pt>
                <c:pt idx="516">
                  <c:v>20.64</c:v>
                </c:pt>
                <c:pt idx="517">
                  <c:v>20.68</c:v>
                </c:pt>
                <c:pt idx="518">
                  <c:v>20.72</c:v>
                </c:pt>
                <c:pt idx="519">
                  <c:v>20.76</c:v>
                </c:pt>
                <c:pt idx="520">
                  <c:v>20.8</c:v>
                </c:pt>
                <c:pt idx="521">
                  <c:v>20.84</c:v>
                </c:pt>
                <c:pt idx="522">
                  <c:v>20.88</c:v>
                </c:pt>
                <c:pt idx="523">
                  <c:v>20.92</c:v>
                </c:pt>
                <c:pt idx="524">
                  <c:v>20.96</c:v>
                </c:pt>
                <c:pt idx="525">
                  <c:v>21</c:v>
                </c:pt>
                <c:pt idx="526">
                  <c:v>21.04</c:v>
                </c:pt>
                <c:pt idx="527">
                  <c:v>21.08</c:v>
                </c:pt>
                <c:pt idx="528">
                  <c:v>21.12</c:v>
                </c:pt>
                <c:pt idx="529">
                  <c:v>21.16</c:v>
                </c:pt>
                <c:pt idx="530">
                  <c:v>21.2</c:v>
                </c:pt>
                <c:pt idx="531">
                  <c:v>21.24</c:v>
                </c:pt>
                <c:pt idx="532">
                  <c:v>21.28</c:v>
                </c:pt>
                <c:pt idx="533">
                  <c:v>21.32</c:v>
                </c:pt>
                <c:pt idx="534">
                  <c:v>21.36</c:v>
                </c:pt>
                <c:pt idx="535">
                  <c:v>21.4</c:v>
                </c:pt>
                <c:pt idx="536">
                  <c:v>21.44</c:v>
                </c:pt>
                <c:pt idx="537">
                  <c:v>21.48</c:v>
                </c:pt>
                <c:pt idx="538">
                  <c:v>21.52</c:v>
                </c:pt>
                <c:pt idx="539">
                  <c:v>21.56</c:v>
                </c:pt>
                <c:pt idx="540">
                  <c:v>21.6</c:v>
                </c:pt>
                <c:pt idx="541">
                  <c:v>21.64</c:v>
                </c:pt>
                <c:pt idx="542">
                  <c:v>21.68</c:v>
                </c:pt>
                <c:pt idx="543">
                  <c:v>21.72</c:v>
                </c:pt>
                <c:pt idx="544">
                  <c:v>21.76</c:v>
                </c:pt>
                <c:pt idx="545">
                  <c:v>21.8</c:v>
                </c:pt>
                <c:pt idx="546">
                  <c:v>21.84</c:v>
                </c:pt>
                <c:pt idx="547">
                  <c:v>21.88</c:v>
                </c:pt>
                <c:pt idx="548">
                  <c:v>21.92</c:v>
                </c:pt>
                <c:pt idx="549">
                  <c:v>21.96</c:v>
                </c:pt>
                <c:pt idx="550">
                  <c:v>22</c:v>
                </c:pt>
                <c:pt idx="551">
                  <c:v>22.04</c:v>
                </c:pt>
                <c:pt idx="552">
                  <c:v>22.08</c:v>
                </c:pt>
                <c:pt idx="553">
                  <c:v>22.12</c:v>
                </c:pt>
                <c:pt idx="554">
                  <c:v>22.16</c:v>
                </c:pt>
                <c:pt idx="555">
                  <c:v>22.2</c:v>
                </c:pt>
                <c:pt idx="556">
                  <c:v>22.24</c:v>
                </c:pt>
                <c:pt idx="557">
                  <c:v>22.28</c:v>
                </c:pt>
                <c:pt idx="558">
                  <c:v>22.32</c:v>
                </c:pt>
                <c:pt idx="559">
                  <c:v>22.36</c:v>
                </c:pt>
                <c:pt idx="560">
                  <c:v>22.4</c:v>
                </c:pt>
                <c:pt idx="561">
                  <c:v>22.44</c:v>
                </c:pt>
                <c:pt idx="562">
                  <c:v>22.48</c:v>
                </c:pt>
                <c:pt idx="563">
                  <c:v>22.52</c:v>
                </c:pt>
                <c:pt idx="564">
                  <c:v>22.56</c:v>
                </c:pt>
                <c:pt idx="565">
                  <c:v>22.6</c:v>
                </c:pt>
                <c:pt idx="566">
                  <c:v>22.64</c:v>
                </c:pt>
                <c:pt idx="567">
                  <c:v>22.68</c:v>
                </c:pt>
                <c:pt idx="568">
                  <c:v>22.72</c:v>
                </c:pt>
                <c:pt idx="569">
                  <c:v>22.76</c:v>
                </c:pt>
                <c:pt idx="570">
                  <c:v>22.8</c:v>
                </c:pt>
                <c:pt idx="571">
                  <c:v>22.84</c:v>
                </c:pt>
                <c:pt idx="572">
                  <c:v>22.88</c:v>
                </c:pt>
                <c:pt idx="573">
                  <c:v>22.92</c:v>
                </c:pt>
                <c:pt idx="574">
                  <c:v>22.96</c:v>
                </c:pt>
                <c:pt idx="575">
                  <c:v>23</c:v>
                </c:pt>
                <c:pt idx="576">
                  <c:v>23.04</c:v>
                </c:pt>
                <c:pt idx="577">
                  <c:v>23.08</c:v>
                </c:pt>
                <c:pt idx="578">
                  <c:v>23.12</c:v>
                </c:pt>
                <c:pt idx="579">
                  <c:v>23.16</c:v>
                </c:pt>
                <c:pt idx="580">
                  <c:v>23.2</c:v>
                </c:pt>
                <c:pt idx="581">
                  <c:v>23.24</c:v>
                </c:pt>
                <c:pt idx="582">
                  <c:v>23.28</c:v>
                </c:pt>
                <c:pt idx="583">
                  <c:v>23.32</c:v>
                </c:pt>
                <c:pt idx="584">
                  <c:v>23.36</c:v>
                </c:pt>
                <c:pt idx="585">
                  <c:v>23.4</c:v>
                </c:pt>
                <c:pt idx="586">
                  <c:v>23.44</c:v>
                </c:pt>
                <c:pt idx="587">
                  <c:v>23.48</c:v>
                </c:pt>
                <c:pt idx="588">
                  <c:v>23.52</c:v>
                </c:pt>
                <c:pt idx="589">
                  <c:v>23.56</c:v>
                </c:pt>
                <c:pt idx="590">
                  <c:v>23.6</c:v>
                </c:pt>
                <c:pt idx="591">
                  <c:v>23.64</c:v>
                </c:pt>
                <c:pt idx="592">
                  <c:v>23.68</c:v>
                </c:pt>
                <c:pt idx="593">
                  <c:v>23.72</c:v>
                </c:pt>
                <c:pt idx="594">
                  <c:v>23.76</c:v>
                </c:pt>
                <c:pt idx="595">
                  <c:v>23.8</c:v>
                </c:pt>
                <c:pt idx="596">
                  <c:v>23.84</c:v>
                </c:pt>
                <c:pt idx="597">
                  <c:v>23.88</c:v>
                </c:pt>
                <c:pt idx="598">
                  <c:v>23.92</c:v>
                </c:pt>
                <c:pt idx="599">
                  <c:v>23.96</c:v>
                </c:pt>
                <c:pt idx="600">
                  <c:v>24</c:v>
                </c:pt>
                <c:pt idx="601">
                  <c:v>24.04</c:v>
                </c:pt>
                <c:pt idx="602">
                  <c:v>24.08</c:v>
                </c:pt>
                <c:pt idx="603">
                  <c:v>24.12</c:v>
                </c:pt>
                <c:pt idx="604">
                  <c:v>24.16</c:v>
                </c:pt>
                <c:pt idx="605">
                  <c:v>24.2</c:v>
                </c:pt>
                <c:pt idx="606">
                  <c:v>24.24</c:v>
                </c:pt>
                <c:pt idx="607">
                  <c:v>24.28</c:v>
                </c:pt>
                <c:pt idx="608">
                  <c:v>24.32</c:v>
                </c:pt>
                <c:pt idx="609">
                  <c:v>24.36</c:v>
                </c:pt>
                <c:pt idx="610">
                  <c:v>24.4</c:v>
                </c:pt>
                <c:pt idx="611">
                  <c:v>24.44</c:v>
                </c:pt>
                <c:pt idx="612">
                  <c:v>24.48</c:v>
                </c:pt>
                <c:pt idx="613">
                  <c:v>24.52</c:v>
                </c:pt>
                <c:pt idx="614">
                  <c:v>24.56</c:v>
                </c:pt>
                <c:pt idx="615">
                  <c:v>24.6</c:v>
                </c:pt>
                <c:pt idx="616">
                  <c:v>24.64</c:v>
                </c:pt>
                <c:pt idx="617">
                  <c:v>24.68</c:v>
                </c:pt>
                <c:pt idx="618">
                  <c:v>24.72</c:v>
                </c:pt>
                <c:pt idx="619">
                  <c:v>24.76</c:v>
                </c:pt>
                <c:pt idx="620">
                  <c:v>24.8</c:v>
                </c:pt>
                <c:pt idx="621">
                  <c:v>24.84</c:v>
                </c:pt>
                <c:pt idx="622">
                  <c:v>24.88</c:v>
                </c:pt>
                <c:pt idx="623">
                  <c:v>24.92</c:v>
                </c:pt>
                <c:pt idx="624">
                  <c:v>24.96</c:v>
                </c:pt>
                <c:pt idx="625">
                  <c:v>25</c:v>
                </c:pt>
                <c:pt idx="626">
                  <c:v>25.04</c:v>
                </c:pt>
                <c:pt idx="627">
                  <c:v>25.08</c:v>
                </c:pt>
                <c:pt idx="628">
                  <c:v>25.12</c:v>
                </c:pt>
                <c:pt idx="629">
                  <c:v>25.16</c:v>
                </c:pt>
                <c:pt idx="630">
                  <c:v>25.2</c:v>
                </c:pt>
                <c:pt idx="631">
                  <c:v>25.24</c:v>
                </c:pt>
                <c:pt idx="632">
                  <c:v>25.28</c:v>
                </c:pt>
                <c:pt idx="633">
                  <c:v>25.32</c:v>
                </c:pt>
                <c:pt idx="634">
                  <c:v>25.36</c:v>
                </c:pt>
                <c:pt idx="635">
                  <c:v>25.4</c:v>
                </c:pt>
                <c:pt idx="636">
                  <c:v>25.44</c:v>
                </c:pt>
                <c:pt idx="637">
                  <c:v>25.48</c:v>
                </c:pt>
                <c:pt idx="638">
                  <c:v>25.52</c:v>
                </c:pt>
                <c:pt idx="639">
                  <c:v>25.56</c:v>
                </c:pt>
                <c:pt idx="640">
                  <c:v>25.6</c:v>
                </c:pt>
                <c:pt idx="641">
                  <c:v>25.64</c:v>
                </c:pt>
                <c:pt idx="642">
                  <c:v>25.68</c:v>
                </c:pt>
                <c:pt idx="643">
                  <c:v>25.72</c:v>
                </c:pt>
                <c:pt idx="644">
                  <c:v>25.76</c:v>
                </c:pt>
                <c:pt idx="645">
                  <c:v>25.8</c:v>
                </c:pt>
                <c:pt idx="646">
                  <c:v>25.84</c:v>
                </c:pt>
                <c:pt idx="647">
                  <c:v>25.88</c:v>
                </c:pt>
                <c:pt idx="648">
                  <c:v>25.92</c:v>
                </c:pt>
                <c:pt idx="649">
                  <c:v>25.96</c:v>
                </c:pt>
                <c:pt idx="650">
                  <c:v>26</c:v>
                </c:pt>
                <c:pt idx="651">
                  <c:v>26.04</c:v>
                </c:pt>
                <c:pt idx="652">
                  <c:v>26.08</c:v>
                </c:pt>
                <c:pt idx="653">
                  <c:v>26.12</c:v>
                </c:pt>
                <c:pt idx="654">
                  <c:v>26.16</c:v>
                </c:pt>
                <c:pt idx="655">
                  <c:v>26.2</c:v>
                </c:pt>
                <c:pt idx="656">
                  <c:v>26.24</c:v>
                </c:pt>
                <c:pt idx="657">
                  <c:v>26.28</c:v>
                </c:pt>
                <c:pt idx="658">
                  <c:v>26.32</c:v>
                </c:pt>
                <c:pt idx="659">
                  <c:v>26.36</c:v>
                </c:pt>
                <c:pt idx="660">
                  <c:v>26.4</c:v>
                </c:pt>
                <c:pt idx="661">
                  <c:v>26.44</c:v>
                </c:pt>
                <c:pt idx="662">
                  <c:v>26.48</c:v>
                </c:pt>
                <c:pt idx="663">
                  <c:v>26.52</c:v>
                </c:pt>
                <c:pt idx="664">
                  <c:v>26.56</c:v>
                </c:pt>
                <c:pt idx="665">
                  <c:v>26.6</c:v>
                </c:pt>
                <c:pt idx="666">
                  <c:v>26.64</c:v>
                </c:pt>
                <c:pt idx="667">
                  <c:v>26.68</c:v>
                </c:pt>
                <c:pt idx="668">
                  <c:v>26.72</c:v>
                </c:pt>
                <c:pt idx="669">
                  <c:v>26.76</c:v>
                </c:pt>
                <c:pt idx="670">
                  <c:v>26.8</c:v>
                </c:pt>
                <c:pt idx="671">
                  <c:v>26.84</c:v>
                </c:pt>
                <c:pt idx="672">
                  <c:v>26.88</c:v>
                </c:pt>
                <c:pt idx="673">
                  <c:v>26.92</c:v>
                </c:pt>
                <c:pt idx="674">
                  <c:v>26.96</c:v>
                </c:pt>
                <c:pt idx="675">
                  <c:v>27</c:v>
                </c:pt>
                <c:pt idx="676">
                  <c:v>27.04</c:v>
                </c:pt>
                <c:pt idx="677">
                  <c:v>27.08</c:v>
                </c:pt>
                <c:pt idx="678">
                  <c:v>27.12</c:v>
                </c:pt>
                <c:pt idx="679">
                  <c:v>27.16</c:v>
                </c:pt>
                <c:pt idx="680">
                  <c:v>27.2</c:v>
                </c:pt>
                <c:pt idx="681">
                  <c:v>27.24</c:v>
                </c:pt>
                <c:pt idx="682">
                  <c:v>27.28</c:v>
                </c:pt>
                <c:pt idx="683">
                  <c:v>27.32</c:v>
                </c:pt>
                <c:pt idx="684">
                  <c:v>27.36</c:v>
                </c:pt>
                <c:pt idx="685">
                  <c:v>27.4</c:v>
                </c:pt>
                <c:pt idx="686">
                  <c:v>27.44</c:v>
                </c:pt>
                <c:pt idx="687">
                  <c:v>27.48</c:v>
                </c:pt>
                <c:pt idx="688">
                  <c:v>27.52</c:v>
                </c:pt>
                <c:pt idx="689">
                  <c:v>27.56</c:v>
                </c:pt>
                <c:pt idx="690">
                  <c:v>27.6</c:v>
                </c:pt>
                <c:pt idx="691">
                  <c:v>27.64</c:v>
                </c:pt>
                <c:pt idx="692">
                  <c:v>27.68</c:v>
                </c:pt>
                <c:pt idx="693">
                  <c:v>27.72</c:v>
                </c:pt>
                <c:pt idx="694">
                  <c:v>27.76</c:v>
                </c:pt>
                <c:pt idx="695">
                  <c:v>27.8</c:v>
                </c:pt>
                <c:pt idx="696">
                  <c:v>27.84</c:v>
                </c:pt>
                <c:pt idx="697">
                  <c:v>27.88</c:v>
                </c:pt>
                <c:pt idx="698">
                  <c:v>27.92</c:v>
                </c:pt>
                <c:pt idx="699">
                  <c:v>27.96</c:v>
                </c:pt>
                <c:pt idx="700">
                  <c:v>28</c:v>
                </c:pt>
                <c:pt idx="701">
                  <c:v>28.04</c:v>
                </c:pt>
                <c:pt idx="702">
                  <c:v>28.08</c:v>
                </c:pt>
                <c:pt idx="703">
                  <c:v>28.12</c:v>
                </c:pt>
                <c:pt idx="704">
                  <c:v>28.16</c:v>
                </c:pt>
                <c:pt idx="705">
                  <c:v>28.2</c:v>
                </c:pt>
                <c:pt idx="706">
                  <c:v>28.24</c:v>
                </c:pt>
                <c:pt idx="707">
                  <c:v>28.28</c:v>
                </c:pt>
                <c:pt idx="708">
                  <c:v>28.32</c:v>
                </c:pt>
                <c:pt idx="709">
                  <c:v>28.36</c:v>
                </c:pt>
                <c:pt idx="710">
                  <c:v>28.4</c:v>
                </c:pt>
                <c:pt idx="711">
                  <c:v>28.44</c:v>
                </c:pt>
                <c:pt idx="712">
                  <c:v>28.48</c:v>
                </c:pt>
                <c:pt idx="713">
                  <c:v>28.52</c:v>
                </c:pt>
                <c:pt idx="714">
                  <c:v>28.56</c:v>
                </c:pt>
                <c:pt idx="715">
                  <c:v>28.6</c:v>
                </c:pt>
                <c:pt idx="716">
                  <c:v>28.64</c:v>
                </c:pt>
                <c:pt idx="717">
                  <c:v>28.68</c:v>
                </c:pt>
                <c:pt idx="718">
                  <c:v>28.72</c:v>
                </c:pt>
                <c:pt idx="719">
                  <c:v>28.76</c:v>
                </c:pt>
                <c:pt idx="720">
                  <c:v>28.8</c:v>
                </c:pt>
                <c:pt idx="721">
                  <c:v>28.84</c:v>
                </c:pt>
                <c:pt idx="722">
                  <c:v>28.88</c:v>
                </c:pt>
                <c:pt idx="723">
                  <c:v>28.92</c:v>
                </c:pt>
                <c:pt idx="724">
                  <c:v>28.96</c:v>
                </c:pt>
                <c:pt idx="725">
                  <c:v>29</c:v>
                </c:pt>
                <c:pt idx="726">
                  <c:v>29.04</c:v>
                </c:pt>
                <c:pt idx="727">
                  <c:v>29.08</c:v>
                </c:pt>
                <c:pt idx="728">
                  <c:v>29.12</c:v>
                </c:pt>
                <c:pt idx="729">
                  <c:v>29.16</c:v>
                </c:pt>
                <c:pt idx="730">
                  <c:v>29.2</c:v>
                </c:pt>
                <c:pt idx="731">
                  <c:v>29.24</c:v>
                </c:pt>
                <c:pt idx="732">
                  <c:v>29.28</c:v>
                </c:pt>
                <c:pt idx="733">
                  <c:v>29.32</c:v>
                </c:pt>
                <c:pt idx="734">
                  <c:v>29.36</c:v>
                </c:pt>
                <c:pt idx="735">
                  <c:v>29.4</c:v>
                </c:pt>
                <c:pt idx="736">
                  <c:v>29.44</c:v>
                </c:pt>
                <c:pt idx="737">
                  <c:v>29.48</c:v>
                </c:pt>
                <c:pt idx="738">
                  <c:v>29.52</c:v>
                </c:pt>
                <c:pt idx="739">
                  <c:v>29.56</c:v>
                </c:pt>
                <c:pt idx="740">
                  <c:v>29.6</c:v>
                </c:pt>
                <c:pt idx="741">
                  <c:v>29.64</c:v>
                </c:pt>
                <c:pt idx="742">
                  <c:v>29.68</c:v>
                </c:pt>
                <c:pt idx="743">
                  <c:v>29.72</c:v>
                </c:pt>
                <c:pt idx="744">
                  <c:v>29.76</c:v>
                </c:pt>
                <c:pt idx="745">
                  <c:v>29.8</c:v>
                </c:pt>
                <c:pt idx="746">
                  <c:v>29.84</c:v>
                </c:pt>
                <c:pt idx="747">
                  <c:v>29.88</c:v>
                </c:pt>
                <c:pt idx="748">
                  <c:v>29.92</c:v>
                </c:pt>
                <c:pt idx="749">
                  <c:v>29.96</c:v>
                </c:pt>
                <c:pt idx="750">
                  <c:v>30</c:v>
                </c:pt>
                <c:pt idx="751">
                  <c:v>30.04</c:v>
                </c:pt>
                <c:pt idx="752">
                  <c:v>30.08</c:v>
                </c:pt>
                <c:pt idx="753">
                  <c:v>30.12</c:v>
                </c:pt>
                <c:pt idx="754">
                  <c:v>30.16</c:v>
                </c:pt>
                <c:pt idx="755">
                  <c:v>30.2</c:v>
                </c:pt>
                <c:pt idx="756">
                  <c:v>30.24</c:v>
                </c:pt>
                <c:pt idx="757">
                  <c:v>30.28</c:v>
                </c:pt>
                <c:pt idx="758">
                  <c:v>30.32</c:v>
                </c:pt>
                <c:pt idx="759">
                  <c:v>30.36</c:v>
                </c:pt>
                <c:pt idx="760">
                  <c:v>30.4</c:v>
                </c:pt>
                <c:pt idx="761">
                  <c:v>30.44</c:v>
                </c:pt>
                <c:pt idx="762">
                  <c:v>30.48</c:v>
                </c:pt>
                <c:pt idx="763">
                  <c:v>30.52</c:v>
                </c:pt>
                <c:pt idx="764">
                  <c:v>30.56</c:v>
                </c:pt>
                <c:pt idx="765">
                  <c:v>30.6</c:v>
                </c:pt>
                <c:pt idx="766">
                  <c:v>30.64</c:v>
                </c:pt>
                <c:pt idx="767">
                  <c:v>30.68</c:v>
                </c:pt>
                <c:pt idx="768">
                  <c:v>30.72</c:v>
                </c:pt>
                <c:pt idx="769">
                  <c:v>30.76</c:v>
                </c:pt>
                <c:pt idx="770">
                  <c:v>30.8</c:v>
                </c:pt>
                <c:pt idx="771">
                  <c:v>30.84</c:v>
                </c:pt>
                <c:pt idx="772">
                  <c:v>30.88</c:v>
                </c:pt>
                <c:pt idx="773">
                  <c:v>30.92</c:v>
                </c:pt>
                <c:pt idx="774">
                  <c:v>30.96</c:v>
                </c:pt>
                <c:pt idx="775">
                  <c:v>31</c:v>
                </c:pt>
                <c:pt idx="776">
                  <c:v>31.04</c:v>
                </c:pt>
                <c:pt idx="777">
                  <c:v>31.08</c:v>
                </c:pt>
                <c:pt idx="778">
                  <c:v>31.12</c:v>
                </c:pt>
                <c:pt idx="779">
                  <c:v>31.16</c:v>
                </c:pt>
                <c:pt idx="780">
                  <c:v>31.2</c:v>
                </c:pt>
                <c:pt idx="781">
                  <c:v>31.24</c:v>
                </c:pt>
                <c:pt idx="782">
                  <c:v>31.28</c:v>
                </c:pt>
                <c:pt idx="783">
                  <c:v>31.32</c:v>
                </c:pt>
                <c:pt idx="784">
                  <c:v>31.36</c:v>
                </c:pt>
                <c:pt idx="785">
                  <c:v>31.4</c:v>
                </c:pt>
                <c:pt idx="786">
                  <c:v>31.44</c:v>
                </c:pt>
                <c:pt idx="787">
                  <c:v>31.48</c:v>
                </c:pt>
                <c:pt idx="788">
                  <c:v>31.52</c:v>
                </c:pt>
                <c:pt idx="789">
                  <c:v>31.56</c:v>
                </c:pt>
                <c:pt idx="790">
                  <c:v>31.6</c:v>
                </c:pt>
                <c:pt idx="791">
                  <c:v>31.64</c:v>
                </c:pt>
                <c:pt idx="792">
                  <c:v>31.68</c:v>
                </c:pt>
                <c:pt idx="793">
                  <c:v>31.72</c:v>
                </c:pt>
                <c:pt idx="794">
                  <c:v>31.76</c:v>
                </c:pt>
                <c:pt idx="795">
                  <c:v>31.8</c:v>
                </c:pt>
                <c:pt idx="796">
                  <c:v>31.84</c:v>
                </c:pt>
                <c:pt idx="797">
                  <c:v>31.88</c:v>
                </c:pt>
                <c:pt idx="798">
                  <c:v>31.92</c:v>
                </c:pt>
                <c:pt idx="799">
                  <c:v>31.96</c:v>
                </c:pt>
                <c:pt idx="800">
                  <c:v>32</c:v>
                </c:pt>
                <c:pt idx="801">
                  <c:v>32.04</c:v>
                </c:pt>
                <c:pt idx="802">
                  <c:v>32.08</c:v>
                </c:pt>
                <c:pt idx="803">
                  <c:v>32.12</c:v>
                </c:pt>
                <c:pt idx="804">
                  <c:v>32.16</c:v>
                </c:pt>
                <c:pt idx="805">
                  <c:v>32.2</c:v>
                </c:pt>
                <c:pt idx="806">
                  <c:v>32.24</c:v>
                </c:pt>
                <c:pt idx="807">
                  <c:v>32.28</c:v>
                </c:pt>
                <c:pt idx="808">
                  <c:v>32.32</c:v>
                </c:pt>
                <c:pt idx="809">
                  <c:v>32.36</c:v>
                </c:pt>
                <c:pt idx="810">
                  <c:v>32.4</c:v>
                </c:pt>
                <c:pt idx="811">
                  <c:v>32.44</c:v>
                </c:pt>
                <c:pt idx="812">
                  <c:v>32.48</c:v>
                </c:pt>
                <c:pt idx="813">
                  <c:v>32.52</c:v>
                </c:pt>
                <c:pt idx="814">
                  <c:v>32.56</c:v>
                </c:pt>
                <c:pt idx="815">
                  <c:v>32.6</c:v>
                </c:pt>
                <c:pt idx="816">
                  <c:v>32.64</c:v>
                </c:pt>
                <c:pt idx="817">
                  <c:v>32.68</c:v>
                </c:pt>
                <c:pt idx="818">
                  <c:v>32.72</c:v>
                </c:pt>
                <c:pt idx="819">
                  <c:v>32.76</c:v>
                </c:pt>
                <c:pt idx="820">
                  <c:v>32.8</c:v>
                </c:pt>
                <c:pt idx="821">
                  <c:v>32.84</c:v>
                </c:pt>
                <c:pt idx="822">
                  <c:v>32.88</c:v>
                </c:pt>
                <c:pt idx="823">
                  <c:v>32.92</c:v>
                </c:pt>
                <c:pt idx="824">
                  <c:v>32.96</c:v>
                </c:pt>
                <c:pt idx="825">
                  <c:v>33</c:v>
                </c:pt>
                <c:pt idx="826">
                  <c:v>33.04</c:v>
                </c:pt>
                <c:pt idx="827">
                  <c:v>33.08</c:v>
                </c:pt>
                <c:pt idx="828">
                  <c:v>33.12</c:v>
                </c:pt>
                <c:pt idx="829">
                  <c:v>33.16</c:v>
                </c:pt>
                <c:pt idx="830">
                  <c:v>33.2</c:v>
                </c:pt>
                <c:pt idx="831">
                  <c:v>33.24</c:v>
                </c:pt>
                <c:pt idx="832">
                  <c:v>33.28</c:v>
                </c:pt>
                <c:pt idx="833">
                  <c:v>33.32</c:v>
                </c:pt>
                <c:pt idx="834">
                  <c:v>33.36</c:v>
                </c:pt>
                <c:pt idx="835">
                  <c:v>33.4</c:v>
                </c:pt>
                <c:pt idx="836">
                  <c:v>33.44</c:v>
                </c:pt>
                <c:pt idx="837">
                  <c:v>33.48</c:v>
                </c:pt>
                <c:pt idx="838">
                  <c:v>33.52</c:v>
                </c:pt>
                <c:pt idx="839">
                  <c:v>33.56</c:v>
                </c:pt>
                <c:pt idx="840">
                  <c:v>33.6</c:v>
                </c:pt>
                <c:pt idx="841">
                  <c:v>33.64</c:v>
                </c:pt>
                <c:pt idx="842">
                  <c:v>33.68</c:v>
                </c:pt>
                <c:pt idx="843">
                  <c:v>33.72</c:v>
                </c:pt>
                <c:pt idx="844">
                  <c:v>33.76</c:v>
                </c:pt>
                <c:pt idx="845">
                  <c:v>33.8</c:v>
                </c:pt>
                <c:pt idx="846">
                  <c:v>33.84</c:v>
                </c:pt>
                <c:pt idx="847">
                  <c:v>33.88</c:v>
                </c:pt>
                <c:pt idx="848">
                  <c:v>33.92</c:v>
                </c:pt>
                <c:pt idx="849">
                  <c:v>33.96</c:v>
                </c:pt>
                <c:pt idx="850">
                  <c:v>34</c:v>
                </c:pt>
                <c:pt idx="851">
                  <c:v>34.04</c:v>
                </c:pt>
                <c:pt idx="852">
                  <c:v>34.08</c:v>
                </c:pt>
                <c:pt idx="853">
                  <c:v>34.12</c:v>
                </c:pt>
                <c:pt idx="854">
                  <c:v>34.16</c:v>
                </c:pt>
                <c:pt idx="855">
                  <c:v>34.2</c:v>
                </c:pt>
                <c:pt idx="856">
                  <c:v>34.24</c:v>
                </c:pt>
                <c:pt idx="857">
                  <c:v>34.28</c:v>
                </c:pt>
                <c:pt idx="858">
                  <c:v>34.32</c:v>
                </c:pt>
                <c:pt idx="859">
                  <c:v>34.36</c:v>
                </c:pt>
                <c:pt idx="860">
                  <c:v>34.4</c:v>
                </c:pt>
                <c:pt idx="861">
                  <c:v>34.44</c:v>
                </c:pt>
                <c:pt idx="862">
                  <c:v>34.48</c:v>
                </c:pt>
                <c:pt idx="863">
                  <c:v>34.52</c:v>
                </c:pt>
                <c:pt idx="864">
                  <c:v>34.56</c:v>
                </c:pt>
                <c:pt idx="865">
                  <c:v>34.6</c:v>
                </c:pt>
                <c:pt idx="866">
                  <c:v>34.64</c:v>
                </c:pt>
                <c:pt idx="867">
                  <c:v>34.68</c:v>
                </c:pt>
                <c:pt idx="868">
                  <c:v>34.72</c:v>
                </c:pt>
                <c:pt idx="869">
                  <c:v>34.76</c:v>
                </c:pt>
                <c:pt idx="870">
                  <c:v>34.8</c:v>
                </c:pt>
                <c:pt idx="871">
                  <c:v>34.84</c:v>
                </c:pt>
                <c:pt idx="872">
                  <c:v>34.88</c:v>
                </c:pt>
                <c:pt idx="873">
                  <c:v>34.92</c:v>
                </c:pt>
                <c:pt idx="874">
                  <c:v>34.96</c:v>
                </c:pt>
                <c:pt idx="875">
                  <c:v>35</c:v>
                </c:pt>
                <c:pt idx="876">
                  <c:v>35.04</c:v>
                </c:pt>
                <c:pt idx="877">
                  <c:v>35.08</c:v>
                </c:pt>
                <c:pt idx="878">
                  <c:v>35.12</c:v>
                </c:pt>
                <c:pt idx="879">
                  <c:v>35.16</c:v>
                </c:pt>
                <c:pt idx="880">
                  <c:v>35.2</c:v>
                </c:pt>
                <c:pt idx="881">
                  <c:v>35.24</c:v>
                </c:pt>
                <c:pt idx="882">
                  <c:v>35.28</c:v>
                </c:pt>
                <c:pt idx="883">
                  <c:v>35.32</c:v>
                </c:pt>
                <c:pt idx="884">
                  <c:v>35.36</c:v>
                </c:pt>
                <c:pt idx="885">
                  <c:v>35.4</c:v>
                </c:pt>
                <c:pt idx="886">
                  <c:v>35.44</c:v>
                </c:pt>
                <c:pt idx="887">
                  <c:v>35.48</c:v>
                </c:pt>
                <c:pt idx="888">
                  <c:v>35.52</c:v>
                </c:pt>
                <c:pt idx="889">
                  <c:v>35.56</c:v>
                </c:pt>
                <c:pt idx="890">
                  <c:v>35.6</c:v>
                </c:pt>
                <c:pt idx="891">
                  <c:v>35.64</c:v>
                </c:pt>
                <c:pt idx="892">
                  <c:v>35.68</c:v>
                </c:pt>
                <c:pt idx="893">
                  <c:v>35.72</c:v>
                </c:pt>
                <c:pt idx="894">
                  <c:v>35.76</c:v>
                </c:pt>
                <c:pt idx="895">
                  <c:v>35.8</c:v>
                </c:pt>
                <c:pt idx="896">
                  <c:v>35.84</c:v>
                </c:pt>
                <c:pt idx="897">
                  <c:v>35.88</c:v>
                </c:pt>
                <c:pt idx="898">
                  <c:v>35.92</c:v>
                </c:pt>
                <c:pt idx="899">
                  <c:v>35.96</c:v>
                </c:pt>
                <c:pt idx="900">
                  <c:v>36</c:v>
                </c:pt>
                <c:pt idx="901">
                  <c:v>36.04</c:v>
                </c:pt>
                <c:pt idx="902">
                  <c:v>36.08</c:v>
                </c:pt>
                <c:pt idx="903">
                  <c:v>36.12</c:v>
                </c:pt>
                <c:pt idx="904">
                  <c:v>36.16</c:v>
                </c:pt>
                <c:pt idx="905">
                  <c:v>36.2</c:v>
                </c:pt>
                <c:pt idx="906">
                  <c:v>36.24</c:v>
                </c:pt>
                <c:pt idx="907">
                  <c:v>36.28</c:v>
                </c:pt>
                <c:pt idx="908">
                  <c:v>36.32</c:v>
                </c:pt>
                <c:pt idx="909">
                  <c:v>36.36</c:v>
                </c:pt>
                <c:pt idx="910">
                  <c:v>36.4</c:v>
                </c:pt>
                <c:pt idx="911">
                  <c:v>36.44</c:v>
                </c:pt>
                <c:pt idx="912">
                  <c:v>36.48</c:v>
                </c:pt>
                <c:pt idx="913">
                  <c:v>36.52</c:v>
                </c:pt>
                <c:pt idx="914">
                  <c:v>36.56</c:v>
                </c:pt>
                <c:pt idx="915">
                  <c:v>36.6</c:v>
                </c:pt>
                <c:pt idx="916">
                  <c:v>36.64</c:v>
                </c:pt>
                <c:pt idx="917">
                  <c:v>36.68</c:v>
                </c:pt>
                <c:pt idx="918">
                  <c:v>36.72</c:v>
                </c:pt>
                <c:pt idx="919">
                  <c:v>36.76</c:v>
                </c:pt>
                <c:pt idx="920">
                  <c:v>36.8</c:v>
                </c:pt>
                <c:pt idx="921">
                  <c:v>36.84</c:v>
                </c:pt>
                <c:pt idx="922">
                  <c:v>36.88</c:v>
                </c:pt>
                <c:pt idx="923">
                  <c:v>36.92</c:v>
                </c:pt>
                <c:pt idx="924">
                  <c:v>36.96</c:v>
                </c:pt>
                <c:pt idx="925">
                  <c:v>37</c:v>
                </c:pt>
                <c:pt idx="926">
                  <c:v>37.04</c:v>
                </c:pt>
                <c:pt idx="927">
                  <c:v>37.08</c:v>
                </c:pt>
                <c:pt idx="928">
                  <c:v>37.12</c:v>
                </c:pt>
                <c:pt idx="929">
                  <c:v>37.16</c:v>
                </c:pt>
                <c:pt idx="930">
                  <c:v>37.2</c:v>
                </c:pt>
                <c:pt idx="931">
                  <c:v>37.24</c:v>
                </c:pt>
                <c:pt idx="932">
                  <c:v>37.28</c:v>
                </c:pt>
                <c:pt idx="933">
                  <c:v>37.32</c:v>
                </c:pt>
                <c:pt idx="934">
                  <c:v>37.36</c:v>
                </c:pt>
                <c:pt idx="935">
                  <c:v>37.4</c:v>
                </c:pt>
                <c:pt idx="936">
                  <c:v>37.44</c:v>
                </c:pt>
                <c:pt idx="937">
                  <c:v>37.48</c:v>
                </c:pt>
                <c:pt idx="938">
                  <c:v>37.52</c:v>
                </c:pt>
                <c:pt idx="939">
                  <c:v>37.56</c:v>
                </c:pt>
                <c:pt idx="940">
                  <c:v>37.6</c:v>
                </c:pt>
                <c:pt idx="941">
                  <c:v>37.64</c:v>
                </c:pt>
                <c:pt idx="942">
                  <c:v>37.68</c:v>
                </c:pt>
                <c:pt idx="943">
                  <c:v>37.72</c:v>
                </c:pt>
                <c:pt idx="944">
                  <c:v>37.76</c:v>
                </c:pt>
                <c:pt idx="945">
                  <c:v>37.8</c:v>
                </c:pt>
                <c:pt idx="946">
                  <c:v>37.84</c:v>
                </c:pt>
                <c:pt idx="947">
                  <c:v>37.88</c:v>
                </c:pt>
                <c:pt idx="948">
                  <c:v>37.92</c:v>
                </c:pt>
                <c:pt idx="949">
                  <c:v>37.96</c:v>
                </c:pt>
                <c:pt idx="950">
                  <c:v>38</c:v>
                </c:pt>
                <c:pt idx="951">
                  <c:v>38.04</c:v>
                </c:pt>
                <c:pt idx="952">
                  <c:v>38.08</c:v>
                </c:pt>
                <c:pt idx="953">
                  <c:v>38.12</c:v>
                </c:pt>
                <c:pt idx="954">
                  <c:v>38.16</c:v>
                </c:pt>
                <c:pt idx="955">
                  <c:v>38.2</c:v>
                </c:pt>
                <c:pt idx="956">
                  <c:v>38.24</c:v>
                </c:pt>
                <c:pt idx="957">
                  <c:v>38.28</c:v>
                </c:pt>
                <c:pt idx="958">
                  <c:v>38.32</c:v>
                </c:pt>
                <c:pt idx="959">
                  <c:v>38.36</c:v>
                </c:pt>
                <c:pt idx="960">
                  <c:v>38.4</c:v>
                </c:pt>
                <c:pt idx="961">
                  <c:v>38.44</c:v>
                </c:pt>
                <c:pt idx="962">
                  <c:v>38.48</c:v>
                </c:pt>
                <c:pt idx="963">
                  <c:v>38.52</c:v>
                </c:pt>
                <c:pt idx="964">
                  <c:v>38.56</c:v>
                </c:pt>
                <c:pt idx="965">
                  <c:v>38.6</c:v>
                </c:pt>
                <c:pt idx="966">
                  <c:v>38.64</c:v>
                </c:pt>
                <c:pt idx="967">
                  <c:v>38.68</c:v>
                </c:pt>
                <c:pt idx="968">
                  <c:v>38.72</c:v>
                </c:pt>
                <c:pt idx="969">
                  <c:v>38.76</c:v>
                </c:pt>
                <c:pt idx="970">
                  <c:v>38.8</c:v>
                </c:pt>
                <c:pt idx="971">
                  <c:v>38.84</c:v>
                </c:pt>
                <c:pt idx="972">
                  <c:v>38.88</c:v>
                </c:pt>
                <c:pt idx="973">
                  <c:v>38.92</c:v>
                </c:pt>
                <c:pt idx="974">
                  <c:v>38.96</c:v>
                </c:pt>
                <c:pt idx="975">
                  <c:v>39</c:v>
                </c:pt>
                <c:pt idx="976">
                  <c:v>39.04</c:v>
                </c:pt>
                <c:pt idx="977">
                  <c:v>39.08</c:v>
                </c:pt>
                <c:pt idx="978">
                  <c:v>39.12</c:v>
                </c:pt>
                <c:pt idx="979">
                  <c:v>39.16</c:v>
                </c:pt>
                <c:pt idx="980">
                  <c:v>39.2</c:v>
                </c:pt>
                <c:pt idx="981">
                  <c:v>39.24</c:v>
                </c:pt>
                <c:pt idx="982">
                  <c:v>39.28</c:v>
                </c:pt>
                <c:pt idx="983">
                  <c:v>39.32</c:v>
                </c:pt>
                <c:pt idx="984">
                  <c:v>39.36</c:v>
                </c:pt>
                <c:pt idx="985">
                  <c:v>39.4</c:v>
                </c:pt>
                <c:pt idx="986">
                  <c:v>39.44</c:v>
                </c:pt>
                <c:pt idx="987">
                  <c:v>39.48</c:v>
                </c:pt>
                <c:pt idx="988">
                  <c:v>39.52</c:v>
                </c:pt>
                <c:pt idx="989">
                  <c:v>39.56</c:v>
                </c:pt>
                <c:pt idx="990">
                  <c:v>39.6</c:v>
                </c:pt>
                <c:pt idx="991">
                  <c:v>39.64</c:v>
                </c:pt>
                <c:pt idx="992">
                  <c:v>39.68</c:v>
                </c:pt>
                <c:pt idx="993">
                  <c:v>39.72</c:v>
                </c:pt>
                <c:pt idx="994">
                  <c:v>39.76</c:v>
                </c:pt>
                <c:pt idx="995">
                  <c:v>39.8</c:v>
                </c:pt>
                <c:pt idx="996">
                  <c:v>39.84</c:v>
                </c:pt>
                <c:pt idx="997">
                  <c:v>39.88</c:v>
                </c:pt>
                <c:pt idx="998">
                  <c:v>39.92</c:v>
                </c:pt>
                <c:pt idx="999">
                  <c:v>39.96</c:v>
                </c:pt>
                <c:pt idx="1000">
                  <c:v>40</c:v>
                </c:pt>
                <c:pt idx="1001">
                  <c:v>40.04</c:v>
                </c:pt>
                <c:pt idx="1002">
                  <c:v>40.08</c:v>
                </c:pt>
                <c:pt idx="1003">
                  <c:v>40.12</c:v>
                </c:pt>
                <c:pt idx="1004">
                  <c:v>40.16</c:v>
                </c:pt>
                <c:pt idx="1005">
                  <c:v>40.2</c:v>
                </c:pt>
                <c:pt idx="1006">
                  <c:v>40.24</c:v>
                </c:pt>
                <c:pt idx="1007">
                  <c:v>40.28</c:v>
                </c:pt>
                <c:pt idx="1008">
                  <c:v>40.32</c:v>
                </c:pt>
                <c:pt idx="1009">
                  <c:v>40.36</c:v>
                </c:pt>
                <c:pt idx="1010">
                  <c:v>40.4</c:v>
                </c:pt>
                <c:pt idx="1011">
                  <c:v>40.44</c:v>
                </c:pt>
                <c:pt idx="1012">
                  <c:v>40.48</c:v>
                </c:pt>
                <c:pt idx="1013">
                  <c:v>40.52</c:v>
                </c:pt>
                <c:pt idx="1014">
                  <c:v>40.56</c:v>
                </c:pt>
                <c:pt idx="1015">
                  <c:v>40.6</c:v>
                </c:pt>
                <c:pt idx="1016">
                  <c:v>40.64</c:v>
                </c:pt>
                <c:pt idx="1017">
                  <c:v>40.68</c:v>
                </c:pt>
                <c:pt idx="1018">
                  <c:v>40.72</c:v>
                </c:pt>
                <c:pt idx="1019">
                  <c:v>40.76</c:v>
                </c:pt>
                <c:pt idx="1020">
                  <c:v>40.8</c:v>
                </c:pt>
                <c:pt idx="1021">
                  <c:v>40.84</c:v>
                </c:pt>
                <c:pt idx="1022">
                  <c:v>40.88</c:v>
                </c:pt>
                <c:pt idx="1023">
                  <c:v>40.92</c:v>
                </c:pt>
                <c:pt idx="1024">
                  <c:v>40.96</c:v>
                </c:pt>
                <c:pt idx="1025">
                  <c:v>41</c:v>
                </c:pt>
                <c:pt idx="1026">
                  <c:v>41.04</c:v>
                </c:pt>
                <c:pt idx="1027">
                  <c:v>41.08</c:v>
                </c:pt>
                <c:pt idx="1028">
                  <c:v>41.12</c:v>
                </c:pt>
                <c:pt idx="1029">
                  <c:v>41.16</c:v>
                </c:pt>
                <c:pt idx="1030">
                  <c:v>41.2</c:v>
                </c:pt>
                <c:pt idx="1031">
                  <c:v>41.24</c:v>
                </c:pt>
                <c:pt idx="1032">
                  <c:v>41.28</c:v>
                </c:pt>
                <c:pt idx="1033">
                  <c:v>41.32</c:v>
                </c:pt>
                <c:pt idx="1034">
                  <c:v>41.36</c:v>
                </c:pt>
                <c:pt idx="1035">
                  <c:v>41.4</c:v>
                </c:pt>
                <c:pt idx="1036">
                  <c:v>41.44</c:v>
                </c:pt>
                <c:pt idx="1037">
                  <c:v>41.48</c:v>
                </c:pt>
                <c:pt idx="1038">
                  <c:v>41.52</c:v>
                </c:pt>
                <c:pt idx="1039">
                  <c:v>41.56</c:v>
                </c:pt>
                <c:pt idx="1040">
                  <c:v>41.6</c:v>
                </c:pt>
                <c:pt idx="1041">
                  <c:v>41.64</c:v>
                </c:pt>
                <c:pt idx="1042">
                  <c:v>41.68</c:v>
                </c:pt>
                <c:pt idx="1043">
                  <c:v>41.72</c:v>
                </c:pt>
                <c:pt idx="1044">
                  <c:v>41.76</c:v>
                </c:pt>
                <c:pt idx="1045">
                  <c:v>41.8</c:v>
                </c:pt>
                <c:pt idx="1046">
                  <c:v>41.84</c:v>
                </c:pt>
                <c:pt idx="1047">
                  <c:v>41.88</c:v>
                </c:pt>
                <c:pt idx="1048">
                  <c:v>41.92</c:v>
                </c:pt>
                <c:pt idx="1049">
                  <c:v>41.96</c:v>
                </c:pt>
                <c:pt idx="1050">
                  <c:v>42</c:v>
                </c:pt>
                <c:pt idx="1051">
                  <c:v>42.04</c:v>
                </c:pt>
                <c:pt idx="1052">
                  <c:v>42.08</c:v>
                </c:pt>
                <c:pt idx="1053">
                  <c:v>42.12</c:v>
                </c:pt>
                <c:pt idx="1054">
                  <c:v>42.16</c:v>
                </c:pt>
                <c:pt idx="1055">
                  <c:v>42.2</c:v>
                </c:pt>
                <c:pt idx="1056">
                  <c:v>42.24</c:v>
                </c:pt>
                <c:pt idx="1057">
                  <c:v>42.28</c:v>
                </c:pt>
                <c:pt idx="1058">
                  <c:v>42.32</c:v>
                </c:pt>
                <c:pt idx="1059">
                  <c:v>42.36</c:v>
                </c:pt>
                <c:pt idx="1060">
                  <c:v>42.4</c:v>
                </c:pt>
                <c:pt idx="1061">
                  <c:v>42.44</c:v>
                </c:pt>
                <c:pt idx="1062">
                  <c:v>42.48</c:v>
                </c:pt>
                <c:pt idx="1063">
                  <c:v>42.52</c:v>
                </c:pt>
                <c:pt idx="1064">
                  <c:v>42.56</c:v>
                </c:pt>
                <c:pt idx="1065">
                  <c:v>42.6</c:v>
                </c:pt>
                <c:pt idx="1066">
                  <c:v>42.64</c:v>
                </c:pt>
                <c:pt idx="1067">
                  <c:v>42.68</c:v>
                </c:pt>
                <c:pt idx="1068">
                  <c:v>42.72</c:v>
                </c:pt>
                <c:pt idx="1069">
                  <c:v>42.76</c:v>
                </c:pt>
                <c:pt idx="1070">
                  <c:v>42.8</c:v>
                </c:pt>
                <c:pt idx="1071">
                  <c:v>42.84</c:v>
                </c:pt>
                <c:pt idx="1072">
                  <c:v>42.88</c:v>
                </c:pt>
                <c:pt idx="1073">
                  <c:v>42.92</c:v>
                </c:pt>
                <c:pt idx="1074">
                  <c:v>42.96</c:v>
                </c:pt>
                <c:pt idx="1075">
                  <c:v>43</c:v>
                </c:pt>
                <c:pt idx="1076">
                  <c:v>43.04</c:v>
                </c:pt>
                <c:pt idx="1077">
                  <c:v>43.08</c:v>
                </c:pt>
                <c:pt idx="1078">
                  <c:v>43.12</c:v>
                </c:pt>
                <c:pt idx="1079">
                  <c:v>43.16</c:v>
                </c:pt>
                <c:pt idx="1080">
                  <c:v>43.2</c:v>
                </c:pt>
                <c:pt idx="1081">
                  <c:v>43.24</c:v>
                </c:pt>
                <c:pt idx="1082">
                  <c:v>43.28</c:v>
                </c:pt>
                <c:pt idx="1083">
                  <c:v>43.32</c:v>
                </c:pt>
                <c:pt idx="1084">
                  <c:v>43.36</c:v>
                </c:pt>
                <c:pt idx="1085">
                  <c:v>43.4</c:v>
                </c:pt>
                <c:pt idx="1086">
                  <c:v>43.44</c:v>
                </c:pt>
                <c:pt idx="1087">
                  <c:v>43.48</c:v>
                </c:pt>
                <c:pt idx="1088">
                  <c:v>43.52</c:v>
                </c:pt>
                <c:pt idx="1089">
                  <c:v>43.56</c:v>
                </c:pt>
                <c:pt idx="1090">
                  <c:v>43.6</c:v>
                </c:pt>
                <c:pt idx="1091">
                  <c:v>43.64</c:v>
                </c:pt>
                <c:pt idx="1092">
                  <c:v>43.68</c:v>
                </c:pt>
                <c:pt idx="1093">
                  <c:v>43.72</c:v>
                </c:pt>
                <c:pt idx="1094">
                  <c:v>43.76</c:v>
                </c:pt>
                <c:pt idx="1095">
                  <c:v>43.8</c:v>
                </c:pt>
                <c:pt idx="1096">
                  <c:v>43.84</c:v>
                </c:pt>
                <c:pt idx="1097">
                  <c:v>43.88</c:v>
                </c:pt>
                <c:pt idx="1098">
                  <c:v>43.92</c:v>
                </c:pt>
                <c:pt idx="1099">
                  <c:v>43.96</c:v>
                </c:pt>
                <c:pt idx="1100">
                  <c:v>44</c:v>
                </c:pt>
                <c:pt idx="1101">
                  <c:v>44.04</c:v>
                </c:pt>
                <c:pt idx="1102">
                  <c:v>44.08</c:v>
                </c:pt>
                <c:pt idx="1103">
                  <c:v>44.12</c:v>
                </c:pt>
                <c:pt idx="1104">
                  <c:v>44.16</c:v>
                </c:pt>
                <c:pt idx="1105">
                  <c:v>44.2</c:v>
                </c:pt>
                <c:pt idx="1106">
                  <c:v>44.24</c:v>
                </c:pt>
                <c:pt idx="1107">
                  <c:v>44.28</c:v>
                </c:pt>
                <c:pt idx="1108">
                  <c:v>44.32</c:v>
                </c:pt>
                <c:pt idx="1109">
                  <c:v>44.36</c:v>
                </c:pt>
                <c:pt idx="1110">
                  <c:v>44.4</c:v>
                </c:pt>
                <c:pt idx="1111">
                  <c:v>44.44</c:v>
                </c:pt>
                <c:pt idx="1112">
                  <c:v>44.48</c:v>
                </c:pt>
                <c:pt idx="1113">
                  <c:v>44.52</c:v>
                </c:pt>
                <c:pt idx="1114">
                  <c:v>44.56</c:v>
                </c:pt>
                <c:pt idx="1115">
                  <c:v>44.6</c:v>
                </c:pt>
                <c:pt idx="1116">
                  <c:v>44.64</c:v>
                </c:pt>
                <c:pt idx="1117">
                  <c:v>44.68</c:v>
                </c:pt>
                <c:pt idx="1118">
                  <c:v>44.72</c:v>
                </c:pt>
                <c:pt idx="1119">
                  <c:v>44.76</c:v>
                </c:pt>
                <c:pt idx="1120">
                  <c:v>44.8</c:v>
                </c:pt>
                <c:pt idx="1121">
                  <c:v>44.84</c:v>
                </c:pt>
                <c:pt idx="1122">
                  <c:v>44.88</c:v>
                </c:pt>
                <c:pt idx="1123">
                  <c:v>44.92</c:v>
                </c:pt>
                <c:pt idx="1124">
                  <c:v>44.96</c:v>
                </c:pt>
                <c:pt idx="1125">
                  <c:v>45</c:v>
                </c:pt>
                <c:pt idx="1126">
                  <c:v>45.04</c:v>
                </c:pt>
                <c:pt idx="1127">
                  <c:v>45.08</c:v>
                </c:pt>
                <c:pt idx="1128">
                  <c:v>45.12</c:v>
                </c:pt>
                <c:pt idx="1129">
                  <c:v>45.16</c:v>
                </c:pt>
                <c:pt idx="1130">
                  <c:v>45.2</c:v>
                </c:pt>
                <c:pt idx="1131">
                  <c:v>45.24</c:v>
                </c:pt>
                <c:pt idx="1132">
                  <c:v>45.28</c:v>
                </c:pt>
                <c:pt idx="1133">
                  <c:v>45.32</c:v>
                </c:pt>
                <c:pt idx="1134">
                  <c:v>45.36</c:v>
                </c:pt>
                <c:pt idx="1135">
                  <c:v>45.4</c:v>
                </c:pt>
                <c:pt idx="1136">
                  <c:v>45.44</c:v>
                </c:pt>
                <c:pt idx="1137">
                  <c:v>45.48</c:v>
                </c:pt>
                <c:pt idx="1138">
                  <c:v>45.52</c:v>
                </c:pt>
                <c:pt idx="1139">
                  <c:v>45.56</c:v>
                </c:pt>
                <c:pt idx="1140">
                  <c:v>45.6</c:v>
                </c:pt>
                <c:pt idx="1141">
                  <c:v>45.64</c:v>
                </c:pt>
                <c:pt idx="1142">
                  <c:v>45.68</c:v>
                </c:pt>
                <c:pt idx="1143">
                  <c:v>45.72</c:v>
                </c:pt>
                <c:pt idx="1144">
                  <c:v>45.76</c:v>
                </c:pt>
                <c:pt idx="1145">
                  <c:v>45.8</c:v>
                </c:pt>
                <c:pt idx="1146">
                  <c:v>45.84</c:v>
                </c:pt>
                <c:pt idx="1147">
                  <c:v>45.88</c:v>
                </c:pt>
                <c:pt idx="1148">
                  <c:v>45.92</c:v>
                </c:pt>
                <c:pt idx="1149">
                  <c:v>45.96</c:v>
                </c:pt>
                <c:pt idx="1150">
                  <c:v>46</c:v>
                </c:pt>
                <c:pt idx="1151">
                  <c:v>46.04</c:v>
                </c:pt>
                <c:pt idx="1152">
                  <c:v>46.08</c:v>
                </c:pt>
                <c:pt idx="1153">
                  <c:v>46.12</c:v>
                </c:pt>
                <c:pt idx="1154">
                  <c:v>46.16</c:v>
                </c:pt>
                <c:pt idx="1155">
                  <c:v>46.2</c:v>
                </c:pt>
                <c:pt idx="1156">
                  <c:v>46.24</c:v>
                </c:pt>
                <c:pt idx="1157">
                  <c:v>46.28</c:v>
                </c:pt>
                <c:pt idx="1158">
                  <c:v>46.32</c:v>
                </c:pt>
                <c:pt idx="1159">
                  <c:v>46.36</c:v>
                </c:pt>
                <c:pt idx="1160">
                  <c:v>46.4</c:v>
                </c:pt>
                <c:pt idx="1161">
                  <c:v>46.44</c:v>
                </c:pt>
                <c:pt idx="1162">
                  <c:v>46.48</c:v>
                </c:pt>
                <c:pt idx="1163">
                  <c:v>46.52</c:v>
                </c:pt>
                <c:pt idx="1164">
                  <c:v>46.56</c:v>
                </c:pt>
                <c:pt idx="1165">
                  <c:v>46.6</c:v>
                </c:pt>
                <c:pt idx="1166">
                  <c:v>46.64</c:v>
                </c:pt>
                <c:pt idx="1167">
                  <c:v>46.68</c:v>
                </c:pt>
                <c:pt idx="1168">
                  <c:v>46.72</c:v>
                </c:pt>
                <c:pt idx="1169">
                  <c:v>46.76</c:v>
                </c:pt>
                <c:pt idx="1170">
                  <c:v>46.8</c:v>
                </c:pt>
                <c:pt idx="1171">
                  <c:v>46.84</c:v>
                </c:pt>
                <c:pt idx="1172">
                  <c:v>46.88</c:v>
                </c:pt>
                <c:pt idx="1173">
                  <c:v>46.92</c:v>
                </c:pt>
                <c:pt idx="1174">
                  <c:v>46.96</c:v>
                </c:pt>
                <c:pt idx="1175">
                  <c:v>47</c:v>
                </c:pt>
                <c:pt idx="1176">
                  <c:v>47.04</c:v>
                </c:pt>
                <c:pt idx="1177">
                  <c:v>47.08</c:v>
                </c:pt>
                <c:pt idx="1178">
                  <c:v>47.12</c:v>
                </c:pt>
                <c:pt idx="1179">
                  <c:v>47.16</c:v>
                </c:pt>
                <c:pt idx="1180">
                  <c:v>47.2</c:v>
                </c:pt>
                <c:pt idx="1181">
                  <c:v>47.24</c:v>
                </c:pt>
                <c:pt idx="1182">
                  <c:v>47.28</c:v>
                </c:pt>
                <c:pt idx="1183">
                  <c:v>47.32</c:v>
                </c:pt>
                <c:pt idx="1184">
                  <c:v>47.36</c:v>
                </c:pt>
                <c:pt idx="1185">
                  <c:v>47.4</c:v>
                </c:pt>
                <c:pt idx="1186">
                  <c:v>47.44</c:v>
                </c:pt>
                <c:pt idx="1187">
                  <c:v>47.48</c:v>
                </c:pt>
                <c:pt idx="1188">
                  <c:v>47.52</c:v>
                </c:pt>
                <c:pt idx="1189">
                  <c:v>47.56</c:v>
                </c:pt>
                <c:pt idx="1190">
                  <c:v>47.6</c:v>
                </c:pt>
                <c:pt idx="1191">
                  <c:v>47.64</c:v>
                </c:pt>
                <c:pt idx="1192">
                  <c:v>47.68</c:v>
                </c:pt>
                <c:pt idx="1193">
                  <c:v>47.72</c:v>
                </c:pt>
                <c:pt idx="1194">
                  <c:v>47.76</c:v>
                </c:pt>
                <c:pt idx="1195">
                  <c:v>47.8</c:v>
                </c:pt>
                <c:pt idx="1196">
                  <c:v>47.84</c:v>
                </c:pt>
                <c:pt idx="1197">
                  <c:v>47.88</c:v>
                </c:pt>
                <c:pt idx="1198">
                  <c:v>47.92</c:v>
                </c:pt>
                <c:pt idx="1199">
                  <c:v>47.96</c:v>
                </c:pt>
                <c:pt idx="1200">
                  <c:v>48</c:v>
                </c:pt>
                <c:pt idx="1201">
                  <c:v>48.04</c:v>
                </c:pt>
                <c:pt idx="1202">
                  <c:v>48.08</c:v>
                </c:pt>
                <c:pt idx="1203">
                  <c:v>48.12</c:v>
                </c:pt>
                <c:pt idx="1204">
                  <c:v>48.16</c:v>
                </c:pt>
                <c:pt idx="1205">
                  <c:v>48.2</c:v>
                </c:pt>
                <c:pt idx="1206">
                  <c:v>48.24</c:v>
                </c:pt>
                <c:pt idx="1207">
                  <c:v>48.28</c:v>
                </c:pt>
                <c:pt idx="1208">
                  <c:v>48.32</c:v>
                </c:pt>
                <c:pt idx="1209">
                  <c:v>48.36</c:v>
                </c:pt>
                <c:pt idx="1210">
                  <c:v>48.4</c:v>
                </c:pt>
                <c:pt idx="1211">
                  <c:v>48.44</c:v>
                </c:pt>
                <c:pt idx="1212">
                  <c:v>48.48</c:v>
                </c:pt>
                <c:pt idx="1213">
                  <c:v>48.52</c:v>
                </c:pt>
                <c:pt idx="1214">
                  <c:v>48.56</c:v>
                </c:pt>
                <c:pt idx="1215">
                  <c:v>48.6</c:v>
                </c:pt>
                <c:pt idx="1216">
                  <c:v>48.64</c:v>
                </c:pt>
                <c:pt idx="1217">
                  <c:v>48.68</c:v>
                </c:pt>
                <c:pt idx="1218">
                  <c:v>48.72</c:v>
                </c:pt>
                <c:pt idx="1219">
                  <c:v>48.76</c:v>
                </c:pt>
                <c:pt idx="1220">
                  <c:v>48.8</c:v>
                </c:pt>
                <c:pt idx="1221">
                  <c:v>48.84</c:v>
                </c:pt>
                <c:pt idx="1222">
                  <c:v>48.88</c:v>
                </c:pt>
                <c:pt idx="1223">
                  <c:v>48.92</c:v>
                </c:pt>
                <c:pt idx="1224">
                  <c:v>48.96</c:v>
                </c:pt>
                <c:pt idx="1225">
                  <c:v>49</c:v>
                </c:pt>
                <c:pt idx="1226">
                  <c:v>49.04</c:v>
                </c:pt>
                <c:pt idx="1227">
                  <c:v>49.08</c:v>
                </c:pt>
                <c:pt idx="1228">
                  <c:v>49.12</c:v>
                </c:pt>
                <c:pt idx="1229">
                  <c:v>49.16</c:v>
                </c:pt>
                <c:pt idx="1230">
                  <c:v>49.2</c:v>
                </c:pt>
                <c:pt idx="1231">
                  <c:v>49.24</c:v>
                </c:pt>
                <c:pt idx="1232">
                  <c:v>49.28</c:v>
                </c:pt>
                <c:pt idx="1233">
                  <c:v>49.32</c:v>
                </c:pt>
                <c:pt idx="1234">
                  <c:v>49.36</c:v>
                </c:pt>
                <c:pt idx="1235">
                  <c:v>49.4</c:v>
                </c:pt>
                <c:pt idx="1236">
                  <c:v>49.44</c:v>
                </c:pt>
                <c:pt idx="1237">
                  <c:v>49.48</c:v>
                </c:pt>
                <c:pt idx="1238">
                  <c:v>49.52</c:v>
                </c:pt>
                <c:pt idx="1239">
                  <c:v>49.56</c:v>
                </c:pt>
                <c:pt idx="1240">
                  <c:v>49.6</c:v>
                </c:pt>
                <c:pt idx="1241">
                  <c:v>49.64</c:v>
                </c:pt>
                <c:pt idx="1242">
                  <c:v>49.68</c:v>
                </c:pt>
                <c:pt idx="1243">
                  <c:v>49.72</c:v>
                </c:pt>
                <c:pt idx="1244">
                  <c:v>49.76</c:v>
                </c:pt>
                <c:pt idx="1245">
                  <c:v>49.8</c:v>
                </c:pt>
                <c:pt idx="1246">
                  <c:v>49.84</c:v>
                </c:pt>
                <c:pt idx="1247">
                  <c:v>49.88</c:v>
                </c:pt>
                <c:pt idx="1248">
                  <c:v>49.92</c:v>
                </c:pt>
                <c:pt idx="1249">
                  <c:v>49.96</c:v>
                </c:pt>
                <c:pt idx="1250">
                  <c:v>50</c:v>
                </c:pt>
                <c:pt idx="1251">
                  <c:v>50.04</c:v>
                </c:pt>
                <c:pt idx="1252">
                  <c:v>50.08</c:v>
                </c:pt>
                <c:pt idx="1253">
                  <c:v>50.12</c:v>
                </c:pt>
                <c:pt idx="1254">
                  <c:v>50.16</c:v>
                </c:pt>
                <c:pt idx="1255">
                  <c:v>50.2</c:v>
                </c:pt>
                <c:pt idx="1256">
                  <c:v>50.24</c:v>
                </c:pt>
                <c:pt idx="1257">
                  <c:v>50.28</c:v>
                </c:pt>
                <c:pt idx="1258">
                  <c:v>50.32</c:v>
                </c:pt>
                <c:pt idx="1259">
                  <c:v>50.36</c:v>
                </c:pt>
                <c:pt idx="1260">
                  <c:v>50.4</c:v>
                </c:pt>
                <c:pt idx="1261">
                  <c:v>50.44</c:v>
                </c:pt>
                <c:pt idx="1262">
                  <c:v>50.48</c:v>
                </c:pt>
                <c:pt idx="1263">
                  <c:v>50.52</c:v>
                </c:pt>
                <c:pt idx="1264">
                  <c:v>50.56</c:v>
                </c:pt>
                <c:pt idx="1265">
                  <c:v>50.6</c:v>
                </c:pt>
                <c:pt idx="1266">
                  <c:v>50.64</c:v>
                </c:pt>
                <c:pt idx="1267">
                  <c:v>50.68</c:v>
                </c:pt>
                <c:pt idx="1268">
                  <c:v>50.72</c:v>
                </c:pt>
                <c:pt idx="1269">
                  <c:v>50.76</c:v>
                </c:pt>
                <c:pt idx="1270">
                  <c:v>50.8</c:v>
                </c:pt>
                <c:pt idx="1271">
                  <c:v>50.84</c:v>
                </c:pt>
                <c:pt idx="1272">
                  <c:v>50.88</c:v>
                </c:pt>
                <c:pt idx="1273">
                  <c:v>50.92</c:v>
                </c:pt>
                <c:pt idx="1274">
                  <c:v>50.96</c:v>
                </c:pt>
                <c:pt idx="1275">
                  <c:v>51</c:v>
                </c:pt>
                <c:pt idx="1276">
                  <c:v>51.04</c:v>
                </c:pt>
                <c:pt idx="1277">
                  <c:v>51.08</c:v>
                </c:pt>
                <c:pt idx="1278">
                  <c:v>51.12</c:v>
                </c:pt>
                <c:pt idx="1279">
                  <c:v>51.16</c:v>
                </c:pt>
                <c:pt idx="1280">
                  <c:v>51.2</c:v>
                </c:pt>
                <c:pt idx="1281">
                  <c:v>51.24</c:v>
                </c:pt>
                <c:pt idx="1282">
                  <c:v>51.28</c:v>
                </c:pt>
                <c:pt idx="1283">
                  <c:v>51.32</c:v>
                </c:pt>
                <c:pt idx="1284">
                  <c:v>51.36</c:v>
                </c:pt>
                <c:pt idx="1285">
                  <c:v>51.4</c:v>
                </c:pt>
                <c:pt idx="1286">
                  <c:v>51.44</c:v>
                </c:pt>
                <c:pt idx="1287">
                  <c:v>51.48</c:v>
                </c:pt>
                <c:pt idx="1288">
                  <c:v>51.52</c:v>
                </c:pt>
                <c:pt idx="1289">
                  <c:v>51.56</c:v>
                </c:pt>
                <c:pt idx="1290">
                  <c:v>51.6</c:v>
                </c:pt>
                <c:pt idx="1291">
                  <c:v>51.64</c:v>
                </c:pt>
                <c:pt idx="1292">
                  <c:v>51.68</c:v>
                </c:pt>
                <c:pt idx="1293">
                  <c:v>51.72</c:v>
                </c:pt>
                <c:pt idx="1294">
                  <c:v>51.76</c:v>
                </c:pt>
                <c:pt idx="1295">
                  <c:v>51.8</c:v>
                </c:pt>
                <c:pt idx="1296">
                  <c:v>51.84</c:v>
                </c:pt>
                <c:pt idx="1297">
                  <c:v>51.88</c:v>
                </c:pt>
                <c:pt idx="1298">
                  <c:v>51.92</c:v>
                </c:pt>
                <c:pt idx="1299">
                  <c:v>51.96</c:v>
                </c:pt>
                <c:pt idx="1300">
                  <c:v>52</c:v>
                </c:pt>
                <c:pt idx="1301">
                  <c:v>52.04</c:v>
                </c:pt>
                <c:pt idx="1302">
                  <c:v>52.08</c:v>
                </c:pt>
                <c:pt idx="1303">
                  <c:v>52.12</c:v>
                </c:pt>
                <c:pt idx="1304">
                  <c:v>52.16</c:v>
                </c:pt>
                <c:pt idx="1305">
                  <c:v>52.2</c:v>
                </c:pt>
                <c:pt idx="1306">
                  <c:v>52.24</c:v>
                </c:pt>
                <c:pt idx="1307">
                  <c:v>52.28</c:v>
                </c:pt>
                <c:pt idx="1308">
                  <c:v>52.32</c:v>
                </c:pt>
                <c:pt idx="1309">
                  <c:v>52.36</c:v>
                </c:pt>
                <c:pt idx="1310">
                  <c:v>52.4</c:v>
                </c:pt>
                <c:pt idx="1311">
                  <c:v>52.44</c:v>
                </c:pt>
                <c:pt idx="1312">
                  <c:v>52.48</c:v>
                </c:pt>
                <c:pt idx="1313">
                  <c:v>52.52</c:v>
                </c:pt>
                <c:pt idx="1314">
                  <c:v>52.56</c:v>
                </c:pt>
                <c:pt idx="1315">
                  <c:v>52.6</c:v>
                </c:pt>
                <c:pt idx="1316">
                  <c:v>52.64</c:v>
                </c:pt>
                <c:pt idx="1317">
                  <c:v>52.68</c:v>
                </c:pt>
                <c:pt idx="1318">
                  <c:v>52.72</c:v>
                </c:pt>
                <c:pt idx="1319">
                  <c:v>52.76</c:v>
                </c:pt>
                <c:pt idx="1320">
                  <c:v>52.8</c:v>
                </c:pt>
                <c:pt idx="1321">
                  <c:v>52.84</c:v>
                </c:pt>
                <c:pt idx="1322">
                  <c:v>52.88</c:v>
                </c:pt>
                <c:pt idx="1323">
                  <c:v>52.92</c:v>
                </c:pt>
                <c:pt idx="1324">
                  <c:v>52.96</c:v>
                </c:pt>
                <c:pt idx="1325">
                  <c:v>53</c:v>
                </c:pt>
                <c:pt idx="1326">
                  <c:v>53.04</c:v>
                </c:pt>
                <c:pt idx="1327">
                  <c:v>53.08</c:v>
                </c:pt>
                <c:pt idx="1328">
                  <c:v>53.12</c:v>
                </c:pt>
                <c:pt idx="1329">
                  <c:v>53.16</c:v>
                </c:pt>
                <c:pt idx="1330">
                  <c:v>53.2</c:v>
                </c:pt>
                <c:pt idx="1331">
                  <c:v>53.24</c:v>
                </c:pt>
                <c:pt idx="1332">
                  <c:v>53.28</c:v>
                </c:pt>
                <c:pt idx="1333">
                  <c:v>53.32</c:v>
                </c:pt>
                <c:pt idx="1334">
                  <c:v>53.36</c:v>
                </c:pt>
                <c:pt idx="1335">
                  <c:v>53.4</c:v>
                </c:pt>
                <c:pt idx="1336">
                  <c:v>53.44</c:v>
                </c:pt>
                <c:pt idx="1337">
                  <c:v>53.48</c:v>
                </c:pt>
                <c:pt idx="1338">
                  <c:v>53.52</c:v>
                </c:pt>
                <c:pt idx="1339">
                  <c:v>53.56</c:v>
                </c:pt>
                <c:pt idx="1340">
                  <c:v>53.6</c:v>
                </c:pt>
                <c:pt idx="1341">
                  <c:v>53.64</c:v>
                </c:pt>
                <c:pt idx="1342">
                  <c:v>53.68</c:v>
                </c:pt>
                <c:pt idx="1343">
                  <c:v>53.72</c:v>
                </c:pt>
                <c:pt idx="1344">
                  <c:v>53.76</c:v>
                </c:pt>
                <c:pt idx="1345">
                  <c:v>53.8</c:v>
                </c:pt>
                <c:pt idx="1346">
                  <c:v>53.84</c:v>
                </c:pt>
                <c:pt idx="1347">
                  <c:v>53.88</c:v>
                </c:pt>
                <c:pt idx="1348">
                  <c:v>53.92</c:v>
                </c:pt>
                <c:pt idx="1349">
                  <c:v>53.96</c:v>
                </c:pt>
                <c:pt idx="1350">
                  <c:v>54</c:v>
                </c:pt>
                <c:pt idx="1351">
                  <c:v>54.04</c:v>
                </c:pt>
                <c:pt idx="1352">
                  <c:v>54.08</c:v>
                </c:pt>
                <c:pt idx="1353">
                  <c:v>54.12</c:v>
                </c:pt>
                <c:pt idx="1354">
                  <c:v>54.16</c:v>
                </c:pt>
                <c:pt idx="1355">
                  <c:v>54.2</c:v>
                </c:pt>
                <c:pt idx="1356">
                  <c:v>54.24</c:v>
                </c:pt>
                <c:pt idx="1357">
                  <c:v>54.28</c:v>
                </c:pt>
                <c:pt idx="1358">
                  <c:v>54.32</c:v>
                </c:pt>
                <c:pt idx="1359">
                  <c:v>54.36</c:v>
                </c:pt>
                <c:pt idx="1360">
                  <c:v>54.4</c:v>
                </c:pt>
                <c:pt idx="1361">
                  <c:v>54.44</c:v>
                </c:pt>
                <c:pt idx="1362">
                  <c:v>54.48</c:v>
                </c:pt>
                <c:pt idx="1363">
                  <c:v>54.52</c:v>
                </c:pt>
                <c:pt idx="1364">
                  <c:v>54.56</c:v>
                </c:pt>
                <c:pt idx="1365">
                  <c:v>54.6</c:v>
                </c:pt>
                <c:pt idx="1366">
                  <c:v>54.64</c:v>
                </c:pt>
                <c:pt idx="1367">
                  <c:v>54.68</c:v>
                </c:pt>
                <c:pt idx="1368">
                  <c:v>54.72</c:v>
                </c:pt>
                <c:pt idx="1369">
                  <c:v>54.76</c:v>
                </c:pt>
                <c:pt idx="1370">
                  <c:v>54.8</c:v>
                </c:pt>
                <c:pt idx="1371">
                  <c:v>54.84</c:v>
                </c:pt>
                <c:pt idx="1372">
                  <c:v>54.88</c:v>
                </c:pt>
                <c:pt idx="1373">
                  <c:v>54.92</c:v>
                </c:pt>
                <c:pt idx="1374">
                  <c:v>54.96</c:v>
                </c:pt>
                <c:pt idx="1375">
                  <c:v>55</c:v>
                </c:pt>
                <c:pt idx="1376">
                  <c:v>55.04</c:v>
                </c:pt>
                <c:pt idx="1377">
                  <c:v>55.08</c:v>
                </c:pt>
                <c:pt idx="1378">
                  <c:v>55.12</c:v>
                </c:pt>
                <c:pt idx="1379">
                  <c:v>55.16</c:v>
                </c:pt>
                <c:pt idx="1380">
                  <c:v>55.2</c:v>
                </c:pt>
                <c:pt idx="1381">
                  <c:v>55.24</c:v>
                </c:pt>
                <c:pt idx="1382">
                  <c:v>55.28</c:v>
                </c:pt>
                <c:pt idx="1383">
                  <c:v>55.32</c:v>
                </c:pt>
                <c:pt idx="1384">
                  <c:v>55.36</c:v>
                </c:pt>
                <c:pt idx="1385">
                  <c:v>55.4</c:v>
                </c:pt>
                <c:pt idx="1386">
                  <c:v>55.44</c:v>
                </c:pt>
                <c:pt idx="1387">
                  <c:v>55.48</c:v>
                </c:pt>
                <c:pt idx="1388">
                  <c:v>55.52</c:v>
                </c:pt>
                <c:pt idx="1389">
                  <c:v>55.56</c:v>
                </c:pt>
                <c:pt idx="1390">
                  <c:v>55.6</c:v>
                </c:pt>
                <c:pt idx="1391">
                  <c:v>55.64</c:v>
                </c:pt>
                <c:pt idx="1392">
                  <c:v>55.68</c:v>
                </c:pt>
                <c:pt idx="1393">
                  <c:v>55.72</c:v>
                </c:pt>
                <c:pt idx="1394">
                  <c:v>55.76</c:v>
                </c:pt>
                <c:pt idx="1395">
                  <c:v>55.8</c:v>
                </c:pt>
                <c:pt idx="1396">
                  <c:v>55.84</c:v>
                </c:pt>
                <c:pt idx="1397">
                  <c:v>55.88</c:v>
                </c:pt>
                <c:pt idx="1398">
                  <c:v>55.92</c:v>
                </c:pt>
                <c:pt idx="1399">
                  <c:v>55.96</c:v>
                </c:pt>
                <c:pt idx="1400">
                  <c:v>56</c:v>
                </c:pt>
                <c:pt idx="1401">
                  <c:v>56.04</c:v>
                </c:pt>
                <c:pt idx="1402">
                  <c:v>56.08</c:v>
                </c:pt>
                <c:pt idx="1403">
                  <c:v>56.12</c:v>
                </c:pt>
                <c:pt idx="1404">
                  <c:v>56.16</c:v>
                </c:pt>
                <c:pt idx="1405">
                  <c:v>56.2</c:v>
                </c:pt>
                <c:pt idx="1406">
                  <c:v>56.24</c:v>
                </c:pt>
                <c:pt idx="1407">
                  <c:v>56.28</c:v>
                </c:pt>
                <c:pt idx="1408">
                  <c:v>56.32</c:v>
                </c:pt>
                <c:pt idx="1409">
                  <c:v>56.36</c:v>
                </c:pt>
                <c:pt idx="1410">
                  <c:v>56.4</c:v>
                </c:pt>
                <c:pt idx="1411">
                  <c:v>56.44</c:v>
                </c:pt>
                <c:pt idx="1412">
                  <c:v>56.48</c:v>
                </c:pt>
                <c:pt idx="1413">
                  <c:v>56.52</c:v>
                </c:pt>
                <c:pt idx="1414">
                  <c:v>56.56</c:v>
                </c:pt>
                <c:pt idx="1415">
                  <c:v>56.6</c:v>
                </c:pt>
                <c:pt idx="1416">
                  <c:v>56.64</c:v>
                </c:pt>
                <c:pt idx="1417">
                  <c:v>56.68</c:v>
                </c:pt>
                <c:pt idx="1418">
                  <c:v>56.72</c:v>
                </c:pt>
                <c:pt idx="1419">
                  <c:v>56.76</c:v>
                </c:pt>
                <c:pt idx="1420">
                  <c:v>56.8</c:v>
                </c:pt>
                <c:pt idx="1421">
                  <c:v>56.84</c:v>
                </c:pt>
                <c:pt idx="1422">
                  <c:v>56.88</c:v>
                </c:pt>
                <c:pt idx="1423">
                  <c:v>56.92</c:v>
                </c:pt>
                <c:pt idx="1424">
                  <c:v>56.96</c:v>
                </c:pt>
                <c:pt idx="1425">
                  <c:v>57</c:v>
                </c:pt>
                <c:pt idx="1426">
                  <c:v>57.04</c:v>
                </c:pt>
                <c:pt idx="1427">
                  <c:v>57.08</c:v>
                </c:pt>
                <c:pt idx="1428">
                  <c:v>57.12</c:v>
                </c:pt>
                <c:pt idx="1429">
                  <c:v>57.16</c:v>
                </c:pt>
                <c:pt idx="1430">
                  <c:v>57.2</c:v>
                </c:pt>
                <c:pt idx="1431">
                  <c:v>57.24</c:v>
                </c:pt>
                <c:pt idx="1432">
                  <c:v>57.28</c:v>
                </c:pt>
                <c:pt idx="1433">
                  <c:v>57.32</c:v>
                </c:pt>
                <c:pt idx="1434">
                  <c:v>57.36</c:v>
                </c:pt>
                <c:pt idx="1435">
                  <c:v>57.4</c:v>
                </c:pt>
                <c:pt idx="1436">
                  <c:v>57.44</c:v>
                </c:pt>
                <c:pt idx="1437">
                  <c:v>57.48</c:v>
                </c:pt>
                <c:pt idx="1438">
                  <c:v>57.52</c:v>
                </c:pt>
                <c:pt idx="1439">
                  <c:v>57.56</c:v>
                </c:pt>
                <c:pt idx="1440">
                  <c:v>57.6</c:v>
                </c:pt>
                <c:pt idx="1441">
                  <c:v>57.64</c:v>
                </c:pt>
                <c:pt idx="1442">
                  <c:v>57.68</c:v>
                </c:pt>
                <c:pt idx="1443">
                  <c:v>57.72</c:v>
                </c:pt>
                <c:pt idx="1444">
                  <c:v>57.76</c:v>
                </c:pt>
                <c:pt idx="1445">
                  <c:v>57.8</c:v>
                </c:pt>
                <c:pt idx="1446">
                  <c:v>57.84</c:v>
                </c:pt>
                <c:pt idx="1447">
                  <c:v>57.88</c:v>
                </c:pt>
                <c:pt idx="1448">
                  <c:v>57.92</c:v>
                </c:pt>
                <c:pt idx="1449">
                  <c:v>57.96</c:v>
                </c:pt>
                <c:pt idx="1450">
                  <c:v>58</c:v>
                </c:pt>
                <c:pt idx="1451">
                  <c:v>58.04</c:v>
                </c:pt>
                <c:pt idx="1452">
                  <c:v>58.08</c:v>
                </c:pt>
                <c:pt idx="1453">
                  <c:v>58.12</c:v>
                </c:pt>
                <c:pt idx="1454">
                  <c:v>58.16</c:v>
                </c:pt>
                <c:pt idx="1455">
                  <c:v>58.2</c:v>
                </c:pt>
                <c:pt idx="1456">
                  <c:v>58.24</c:v>
                </c:pt>
                <c:pt idx="1457">
                  <c:v>58.28</c:v>
                </c:pt>
                <c:pt idx="1458">
                  <c:v>58.32</c:v>
                </c:pt>
                <c:pt idx="1459">
                  <c:v>58.36</c:v>
                </c:pt>
                <c:pt idx="1460">
                  <c:v>58.4</c:v>
                </c:pt>
                <c:pt idx="1461">
                  <c:v>58.44</c:v>
                </c:pt>
                <c:pt idx="1462">
                  <c:v>58.48</c:v>
                </c:pt>
                <c:pt idx="1463">
                  <c:v>58.52</c:v>
                </c:pt>
                <c:pt idx="1464">
                  <c:v>58.56</c:v>
                </c:pt>
                <c:pt idx="1465">
                  <c:v>58.6</c:v>
                </c:pt>
                <c:pt idx="1466">
                  <c:v>58.64</c:v>
                </c:pt>
                <c:pt idx="1467">
                  <c:v>58.68</c:v>
                </c:pt>
                <c:pt idx="1468">
                  <c:v>58.72</c:v>
                </c:pt>
                <c:pt idx="1469">
                  <c:v>58.76</c:v>
                </c:pt>
                <c:pt idx="1470">
                  <c:v>58.8</c:v>
                </c:pt>
                <c:pt idx="1471">
                  <c:v>58.84</c:v>
                </c:pt>
                <c:pt idx="1472">
                  <c:v>58.88</c:v>
                </c:pt>
                <c:pt idx="1473">
                  <c:v>58.92</c:v>
                </c:pt>
                <c:pt idx="1474">
                  <c:v>58.96</c:v>
                </c:pt>
                <c:pt idx="1475">
                  <c:v>59</c:v>
                </c:pt>
                <c:pt idx="1476">
                  <c:v>59.04</c:v>
                </c:pt>
                <c:pt idx="1477">
                  <c:v>59.08</c:v>
                </c:pt>
                <c:pt idx="1478">
                  <c:v>59.12</c:v>
                </c:pt>
                <c:pt idx="1479">
                  <c:v>59.16</c:v>
                </c:pt>
                <c:pt idx="1480">
                  <c:v>59.2</c:v>
                </c:pt>
                <c:pt idx="1481">
                  <c:v>59.24</c:v>
                </c:pt>
                <c:pt idx="1482">
                  <c:v>59.28</c:v>
                </c:pt>
                <c:pt idx="1483">
                  <c:v>59.32</c:v>
                </c:pt>
                <c:pt idx="1484">
                  <c:v>59.36</c:v>
                </c:pt>
                <c:pt idx="1485">
                  <c:v>59.4</c:v>
                </c:pt>
                <c:pt idx="1486">
                  <c:v>59.44</c:v>
                </c:pt>
                <c:pt idx="1487">
                  <c:v>59.48</c:v>
                </c:pt>
                <c:pt idx="1488">
                  <c:v>59.52</c:v>
                </c:pt>
                <c:pt idx="1489">
                  <c:v>59.56</c:v>
                </c:pt>
                <c:pt idx="1490">
                  <c:v>59.6</c:v>
                </c:pt>
                <c:pt idx="1491">
                  <c:v>59.64</c:v>
                </c:pt>
                <c:pt idx="1492">
                  <c:v>59.68</c:v>
                </c:pt>
                <c:pt idx="1493">
                  <c:v>59.72</c:v>
                </c:pt>
                <c:pt idx="1494">
                  <c:v>59.76</c:v>
                </c:pt>
                <c:pt idx="1495">
                  <c:v>59.8</c:v>
                </c:pt>
                <c:pt idx="1496">
                  <c:v>59.84</c:v>
                </c:pt>
                <c:pt idx="1497">
                  <c:v>59.88</c:v>
                </c:pt>
                <c:pt idx="1498">
                  <c:v>59.92</c:v>
                </c:pt>
                <c:pt idx="1499">
                  <c:v>59.96</c:v>
                </c:pt>
                <c:pt idx="1500">
                  <c:v>60</c:v>
                </c:pt>
              </c:numCache>
            </c:numRef>
          </c:xVal>
          <c:yVal>
            <c:numRef>
              <c:f>'Chart Data'!$D$2:$D$1502</c:f>
              <c:numCache>
                <c:formatCode>0.000</c:formatCode>
                <c:ptCount val="1501"/>
                <c:pt idx="0">
                  <c:v>0</c:v>
                </c:pt>
                <c:pt idx="1">
                  <c:v>-6.1085E-05</c:v>
                </c:pt>
                <c:pt idx="2">
                  <c:v>-0.000122136</c:v>
                </c:pt>
                <c:pt idx="3">
                  <c:v>-0.000182951</c:v>
                </c:pt>
                <c:pt idx="4">
                  <c:v>-0.000243326</c:v>
                </c:pt>
                <c:pt idx="5">
                  <c:v>-0.000303057</c:v>
                </c:pt>
                <c:pt idx="6">
                  <c:v>-0.000361944</c:v>
                </c:pt>
                <c:pt idx="7">
                  <c:v>-0.000419786</c:v>
                </c:pt>
                <c:pt idx="8">
                  <c:v>-0.000476387</c:v>
                </c:pt>
                <c:pt idx="9">
                  <c:v>-0.000531554</c:v>
                </c:pt>
                <c:pt idx="10">
                  <c:v>-0.000585098</c:v>
                </c:pt>
                <c:pt idx="11">
                  <c:v>-0.000636836</c:v>
                </c:pt>
                <c:pt idx="12">
                  <c:v>-0.000686588</c:v>
                </c:pt>
                <c:pt idx="13">
                  <c:v>-0.000734182</c:v>
                </c:pt>
                <c:pt idx="14">
                  <c:v>-0.000779452</c:v>
                </c:pt>
                <c:pt idx="15">
                  <c:v>-0.000822241</c:v>
                </c:pt>
                <c:pt idx="16">
                  <c:v>-0.000862396</c:v>
                </c:pt>
                <c:pt idx="17">
                  <c:v>-0.000899777</c:v>
                </c:pt>
                <c:pt idx="18">
                  <c:v>-0.000934249</c:v>
                </c:pt>
                <c:pt idx="19">
                  <c:v>-0.000965689</c:v>
                </c:pt>
                <c:pt idx="20">
                  <c:v>-0.000993984</c:v>
                </c:pt>
                <c:pt idx="21">
                  <c:v>-0.001019028</c:v>
                </c:pt>
                <c:pt idx="22">
                  <c:v>-0.00104073</c:v>
                </c:pt>
                <c:pt idx="23">
                  <c:v>-0.001059008</c:v>
                </c:pt>
                <c:pt idx="24">
                  <c:v>-0.00107379</c:v>
                </c:pt>
                <c:pt idx="25">
                  <c:v>-0.001085018</c:v>
                </c:pt>
                <c:pt idx="26">
                  <c:v>-0.001092645</c:v>
                </c:pt>
                <c:pt idx="27">
                  <c:v>-0.001096636</c:v>
                </c:pt>
                <c:pt idx="28">
                  <c:v>-0.001096968</c:v>
                </c:pt>
                <c:pt idx="29">
                  <c:v>-0.00109363</c:v>
                </c:pt>
                <c:pt idx="30">
                  <c:v>-0.001086625</c:v>
                </c:pt>
                <c:pt idx="31">
                  <c:v>-0.001075966</c:v>
                </c:pt>
                <c:pt idx="32">
                  <c:v>-0.001061681</c:v>
                </c:pt>
                <c:pt idx="33">
                  <c:v>-0.00104381</c:v>
                </c:pt>
                <c:pt idx="34">
                  <c:v>-0.001022402</c:v>
                </c:pt>
                <c:pt idx="35">
                  <c:v>-0.000997521</c:v>
                </c:pt>
                <c:pt idx="36">
                  <c:v>-0.000969244</c:v>
                </c:pt>
                <c:pt idx="37">
                  <c:v>-0.000937657</c:v>
                </c:pt>
                <c:pt idx="38">
                  <c:v>-0.000902858</c:v>
                </c:pt>
                <c:pt idx="39">
                  <c:v>-0.000864956</c:v>
                </c:pt>
                <c:pt idx="40">
                  <c:v>-0.000824073</c:v>
                </c:pt>
                <c:pt idx="41">
                  <c:v>-0.000780337</c:v>
                </c:pt>
                <c:pt idx="42">
                  <c:v>-0.000733891</c:v>
                </c:pt>
                <c:pt idx="43">
                  <c:v>-0.000684882</c:v>
                </c:pt>
                <c:pt idx="44">
                  <c:v>-0.000633471</c:v>
                </c:pt>
                <c:pt idx="45">
                  <c:v>-0.000579824</c:v>
                </c:pt>
                <c:pt idx="46">
                  <c:v>-0.000524115</c:v>
                </c:pt>
                <c:pt idx="47">
                  <c:v>-0.000466528</c:v>
                </c:pt>
                <c:pt idx="48">
                  <c:v>-0.00040725</c:v>
                </c:pt>
                <c:pt idx="49">
                  <c:v>-0.000346477</c:v>
                </c:pt>
                <c:pt idx="50">
                  <c:v>-0.000284408</c:v>
                </c:pt>
                <c:pt idx="51">
                  <c:v>-0.000221249</c:v>
                </c:pt>
                <c:pt idx="52">
                  <c:v>-0.000157208</c:v>
                </c:pt>
                <c:pt idx="53">
                  <c:v>-9.2497E-05</c:v>
                </c:pt>
                <c:pt idx="54">
                  <c:v>-2.7331E-05</c:v>
                </c:pt>
                <c:pt idx="55">
                  <c:v>3.8074E-05</c:v>
                </c:pt>
                <c:pt idx="56">
                  <c:v>0.0001035</c:v>
                </c:pt>
                <c:pt idx="57">
                  <c:v>0.00016873</c:v>
                </c:pt>
                <c:pt idx="58">
                  <c:v>0.000233544</c:v>
                </c:pt>
                <c:pt idx="59">
                  <c:v>0.000297727</c:v>
                </c:pt>
                <c:pt idx="60">
                  <c:v>0.000361064</c:v>
                </c:pt>
                <c:pt idx="61">
                  <c:v>0.000423341</c:v>
                </c:pt>
                <c:pt idx="62">
                  <c:v>0.000484351</c:v>
                </c:pt>
                <c:pt idx="63">
                  <c:v>0.000543886</c:v>
                </c:pt>
                <c:pt idx="64">
                  <c:v>0.000601747</c:v>
                </c:pt>
                <c:pt idx="65">
                  <c:v>0.000657737</c:v>
                </c:pt>
                <c:pt idx="66">
                  <c:v>0.000711667</c:v>
                </c:pt>
                <c:pt idx="67">
                  <c:v>0.000763353</c:v>
                </c:pt>
                <c:pt idx="68">
                  <c:v>0.000812619</c:v>
                </c:pt>
                <c:pt idx="69">
                  <c:v>0.000859296</c:v>
                </c:pt>
                <c:pt idx="70">
                  <c:v>0.000903224</c:v>
                </c:pt>
                <c:pt idx="71">
                  <c:v>0.00094425</c:v>
                </c:pt>
                <c:pt idx="72">
                  <c:v>0.000982233</c:v>
                </c:pt>
                <c:pt idx="73">
                  <c:v>0.00101704</c:v>
                </c:pt>
                <c:pt idx="74">
                  <c:v>0.001048548</c:v>
                </c:pt>
                <c:pt idx="75">
                  <c:v>0.001076645</c:v>
                </c:pt>
                <c:pt idx="76">
                  <c:v>0.001101231</c:v>
                </c:pt>
                <c:pt idx="77">
                  <c:v>0.001122215</c:v>
                </c:pt>
                <c:pt idx="78">
                  <c:v>0.001139519</c:v>
                </c:pt>
                <c:pt idx="79">
                  <c:v>0.001153078</c:v>
                </c:pt>
                <c:pt idx="80">
                  <c:v>0.001162838</c:v>
                </c:pt>
                <c:pt idx="81">
                  <c:v>0.001168756</c:v>
                </c:pt>
                <c:pt idx="82">
                  <c:v>0.001170804</c:v>
                </c:pt>
                <c:pt idx="83">
                  <c:v>0.001168965</c:v>
                </c:pt>
                <c:pt idx="84">
                  <c:v>0.001163235</c:v>
                </c:pt>
                <c:pt idx="85">
                  <c:v>0.001153623</c:v>
                </c:pt>
                <c:pt idx="86">
                  <c:v>0.001140151</c:v>
                </c:pt>
                <c:pt idx="87">
                  <c:v>0.001122853</c:v>
                </c:pt>
                <c:pt idx="88">
                  <c:v>0.001101776</c:v>
                </c:pt>
                <c:pt idx="89">
                  <c:v>0.00107698</c:v>
                </c:pt>
                <c:pt idx="90">
                  <c:v>0.001048537</c:v>
                </c:pt>
                <c:pt idx="91">
                  <c:v>0.00101653</c:v>
                </c:pt>
                <c:pt idx="92">
                  <c:v>0.000981057</c:v>
                </c:pt>
                <c:pt idx="93">
                  <c:v>0.000942225</c:v>
                </c:pt>
                <c:pt idx="94">
                  <c:v>0.000900152</c:v>
                </c:pt>
                <c:pt idx="95">
                  <c:v>0.00085497</c:v>
                </c:pt>
                <c:pt idx="96">
                  <c:v>0.00080682</c:v>
                </c:pt>
                <c:pt idx="97">
                  <c:v>0.000755851</c:v>
                </c:pt>
                <c:pt idx="98">
                  <c:v>0.000702226</c:v>
                </c:pt>
                <c:pt idx="99">
                  <c:v>0.000646115</c:v>
                </c:pt>
                <c:pt idx="100">
                  <c:v>0.000587695</c:v>
                </c:pt>
                <c:pt idx="101">
                  <c:v>0.000527156</c:v>
                </c:pt>
                <c:pt idx="102">
                  <c:v>0.000464691</c:v>
                </c:pt>
                <c:pt idx="103">
                  <c:v>0.000400502</c:v>
                </c:pt>
                <c:pt idx="104">
                  <c:v>0.000334798</c:v>
                </c:pt>
                <c:pt idx="105">
                  <c:v>0.000267793</c:v>
                </c:pt>
                <c:pt idx="106">
                  <c:v>0.000199706</c:v>
                </c:pt>
                <c:pt idx="107">
                  <c:v>0.00013076</c:v>
                </c:pt>
                <c:pt idx="108">
                  <c:v>6.1183E-05</c:v>
                </c:pt>
                <c:pt idx="109">
                  <c:v>-8.796E-06</c:v>
                </c:pt>
                <c:pt idx="110">
                  <c:v>-7.8943E-05</c:v>
                </c:pt>
                <c:pt idx="111">
                  <c:v>-0.000149027</c:v>
                </c:pt>
                <c:pt idx="112">
                  <c:v>-0.000218812</c:v>
                </c:pt>
                <c:pt idx="113">
                  <c:v>-0.000288064</c:v>
                </c:pt>
                <c:pt idx="114">
                  <c:v>-0.000356551</c:v>
                </c:pt>
                <c:pt idx="115">
                  <c:v>-0.000424042</c:v>
                </c:pt>
                <c:pt idx="116">
                  <c:v>-0.000490306</c:v>
                </c:pt>
                <c:pt idx="117">
                  <c:v>-0.00055512</c:v>
                </c:pt>
                <c:pt idx="118">
                  <c:v>-0.000618261</c:v>
                </c:pt>
                <c:pt idx="119">
                  <c:v>-0.000679514</c:v>
                </c:pt>
                <c:pt idx="120">
                  <c:v>-0.000738667</c:v>
                </c:pt>
                <c:pt idx="121">
                  <c:v>-0.000795515</c:v>
                </c:pt>
                <c:pt idx="122">
                  <c:v>-0.000849862</c:v>
                </c:pt>
                <c:pt idx="123">
                  <c:v>-0.000901518</c:v>
                </c:pt>
                <c:pt idx="124">
                  <c:v>-0.000950301</c:v>
                </c:pt>
                <c:pt idx="125">
                  <c:v>-0.00099604</c:v>
                </c:pt>
                <c:pt idx="126">
                  <c:v>-0.001038572</c:v>
                </c:pt>
                <c:pt idx="127">
                  <c:v>-0.001077745</c:v>
                </c:pt>
                <c:pt idx="128">
                  <c:v>-0.001113417</c:v>
                </c:pt>
                <c:pt idx="129">
                  <c:v>-0.00114546</c:v>
                </c:pt>
                <c:pt idx="130">
                  <c:v>-0.001173756</c:v>
                </c:pt>
                <c:pt idx="131">
                  <c:v>-0.001198198</c:v>
                </c:pt>
                <c:pt idx="132">
                  <c:v>-0.001218695</c:v>
                </c:pt>
                <c:pt idx="133">
                  <c:v>-0.001235167</c:v>
                </c:pt>
                <c:pt idx="134">
                  <c:v>-0.001247547</c:v>
                </c:pt>
                <c:pt idx="135">
                  <c:v>-0.001255783</c:v>
                </c:pt>
                <c:pt idx="136">
                  <c:v>-0.001259837</c:v>
                </c:pt>
                <c:pt idx="137">
                  <c:v>-0.001259684</c:v>
                </c:pt>
                <c:pt idx="138">
                  <c:v>-0.001255314</c:v>
                </c:pt>
                <c:pt idx="139">
                  <c:v>-0.001246732</c:v>
                </c:pt>
                <c:pt idx="140">
                  <c:v>-0.001233954</c:v>
                </c:pt>
                <c:pt idx="141">
                  <c:v>-0.001217015</c:v>
                </c:pt>
                <c:pt idx="142">
                  <c:v>-0.001195961</c:v>
                </c:pt>
                <c:pt idx="143">
                  <c:v>-0.001170852</c:v>
                </c:pt>
                <c:pt idx="144">
                  <c:v>-0.001141764</c:v>
                </c:pt>
                <c:pt idx="145">
                  <c:v>-0.001108786</c:v>
                </c:pt>
                <c:pt idx="146">
                  <c:v>-0.001072018</c:v>
                </c:pt>
                <c:pt idx="147">
                  <c:v>-0.001031577</c:v>
                </c:pt>
                <c:pt idx="148">
                  <c:v>-0.000987589</c:v>
                </c:pt>
                <c:pt idx="149">
                  <c:v>-0.000940195</c:v>
                </c:pt>
                <c:pt idx="150">
                  <c:v>-0.000889545</c:v>
                </c:pt>
                <c:pt idx="151">
                  <c:v>-0.000835804</c:v>
                </c:pt>
                <c:pt idx="152">
                  <c:v>-0.000779144</c:v>
                </c:pt>
                <c:pt idx="153">
                  <c:v>-0.000719749</c:v>
                </c:pt>
                <c:pt idx="154">
                  <c:v>-0.000657813</c:v>
                </c:pt>
                <c:pt idx="155">
                  <c:v>-0.000593538</c:v>
                </c:pt>
                <c:pt idx="156">
                  <c:v>-0.000527134</c:v>
                </c:pt>
                <c:pt idx="157">
                  <c:v>-0.00045882</c:v>
                </c:pt>
                <c:pt idx="158">
                  <c:v>-0.00038882</c:v>
                </c:pt>
                <c:pt idx="159">
                  <c:v>-0.000317365</c:v>
                </c:pt>
                <c:pt idx="160">
                  <c:v>-0.00024469</c:v>
                </c:pt>
                <c:pt idx="161">
                  <c:v>-0.000171036</c:v>
                </c:pt>
                <c:pt idx="162">
                  <c:v>-9.6648E-05</c:v>
                </c:pt>
                <c:pt idx="163">
                  <c:v>-2.1772E-05</c:v>
                </c:pt>
                <c:pt idx="164">
                  <c:v>5.3343E-05</c:v>
                </c:pt>
                <c:pt idx="165">
                  <c:v>0.000128448</c:v>
                </c:pt>
                <c:pt idx="166">
                  <c:v>0.000203291</c:v>
                </c:pt>
                <c:pt idx="167">
                  <c:v>0.000277623</c:v>
                </c:pt>
                <c:pt idx="168">
                  <c:v>0.000351195</c:v>
                </c:pt>
                <c:pt idx="169">
                  <c:v>0.000423761</c:v>
                </c:pt>
                <c:pt idx="170">
                  <c:v>0.000495078</c:v>
                </c:pt>
                <c:pt idx="171">
                  <c:v>0.000564905</c:v>
                </c:pt>
                <c:pt idx="172">
                  <c:v>0.000633009</c:v>
                </c:pt>
                <c:pt idx="173">
                  <c:v>0.000699159</c:v>
                </c:pt>
                <c:pt idx="174">
                  <c:v>0.000763131</c:v>
                </c:pt>
                <c:pt idx="175">
                  <c:v>0.000824709</c:v>
                </c:pt>
                <c:pt idx="176">
                  <c:v>0.000883684</c:v>
                </c:pt>
                <c:pt idx="177">
                  <c:v>0.000939854</c:v>
                </c:pt>
                <c:pt idx="178">
                  <c:v>0.000993028</c:v>
                </c:pt>
                <c:pt idx="179">
                  <c:v>0.001043022</c:v>
                </c:pt>
                <c:pt idx="180">
                  <c:v>0.001089665</c:v>
                </c:pt>
                <c:pt idx="181">
                  <c:v>0.001132794</c:v>
                </c:pt>
                <c:pt idx="182">
                  <c:v>0.00117226</c:v>
                </c:pt>
                <c:pt idx="183">
                  <c:v>0.001207922</c:v>
                </c:pt>
                <c:pt idx="184">
                  <c:v>0.001239656</c:v>
                </c:pt>
                <c:pt idx="185">
                  <c:v>0.001267345</c:v>
                </c:pt>
                <c:pt idx="186">
                  <c:v>0.001290891</c:v>
                </c:pt>
                <c:pt idx="187">
                  <c:v>0.001310204</c:v>
                </c:pt>
                <c:pt idx="188">
                  <c:v>0.001325212</c:v>
                </c:pt>
                <c:pt idx="189">
                  <c:v>0.001335853</c:v>
                </c:pt>
                <c:pt idx="190">
                  <c:v>0.001342082</c:v>
                </c:pt>
                <c:pt idx="191">
                  <c:v>0.001343867</c:v>
                </c:pt>
                <c:pt idx="192">
                  <c:v>0.001341192</c:v>
                </c:pt>
                <c:pt idx="193">
                  <c:v>0.001334054</c:v>
                </c:pt>
                <c:pt idx="194">
                  <c:v>0.001322464</c:v>
                </c:pt>
                <c:pt idx="195">
                  <c:v>0.001306449</c:v>
                </c:pt>
                <c:pt idx="196">
                  <c:v>0.001286051</c:v>
                </c:pt>
                <c:pt idx="197">
                  <c:v>0.001261326</c:v>
                </c:pt>
                <c:pt idx="198">
                  <c:v>0.001232342</c:v>
                </c:pt>
                <c:pt idx="199">
                  <c:v>0.001199185</c:v>
                </c:pt>
                <c:pt idx="200">
                  <c:v>0.001161951</c:v>
                </c:pt>
                <c:pt idx="201">
                  <c:v>0.001120754</c:v>
                </c:pt>
                <c:pt idx="202">
                  <c:v>0.001075719</c:v>
                </c:pt>
                <c:pt idx="203">
                  <c:v>0.001026982</c:v>
                </c:pt>
                <c:pt idx="204">
                  <c:v>0.000974695</c:v>
                </c:pt>
                <c:pt idx="205">
                  <c:v>0.000919022</c:v>
                </c:pt>
                <c:pt idx="206">
                  <c:v>0.000860135</c:v>
                </c:pt>
                <c:pt idx="207">
                  <c:v>0.000798222</c:v>
                </c:pt>
                <c:pt idx="208">
                  <c:v>0.000733478</c:v>
                </c:pt>
                <c:pt idx="209">
                  <c:v>0.00066611</c:v>
                </c:pt>
                <c:pt idx="210">
                  <c:v>0.000596333</c:v>
                </c:pt>
                <c:pt idx="211">
                  <c:v>0.000524372</c:v>
                </c:pt>
                <c:pt idx="212">
                  <c:v>0.000450459</c:v>
                </c:pt>
                <c:pt idx="213">
                  <c:v>0.000374835</c:v>
                </c:pt>
                <c:pt idx="214">
                  <c:v>0.000297744</c:v>
                </c:pt>
                <c:pt idx="215">
                  <c:v>0.00021944</c:v>
                </c:pt>
                <c:pt idx="216">
                  <c:v>0.00014018</c:v>
                </c:pt>
                <c:pt idx="217">
                  <c:v>6.0224E-05</c:v>
                </c:pt>
                <c:pt idx="218">
                  <c:v>-2.0163E-05</c:v>
                </c:pt>
                <c:pt idx="219">
                  <c:v>-0.000100715</c:v>
                </c:pt>
                <c:pt idx="220">
                  <c:v>-0.000181162</c:v>
                </c:pt>
                <c:pt idx="221">
                  <c:v>-0.000261237</c:v>
                </c:pt>
                <c:pt idx="222">
                  <c:v>-0.00034067</c:v>
                </c:pt>
                <c:pt idx="223">
                  <c:v>-0.000419194</c:v>
                </c:pt>
                <c:pt idx="224">
                  <c:v>-0.000496543</c:v>
                </c:pt>
                <c:pt idx="225">
                  <c:v>-0.000572455</c:v>
                </c:pt>
                <c:pt idx="226">
                  <c:v>-0.000646672</c:v>
                </c:pt>
                <c:pt idx="227">
                  <c:v>-0.000718939</c:v>
                </c:pt>
                <c:pt idx="228">
                  <c:v>-0.000789009</c:v>
                </c:pt>
                <c:pt idx="229">
                  <c:v>-0.000856639</c:v>
                </c:pt>
                <c:pt idx="230">
                  <c:v>-0.000921596</c:v>
                </c:pt>
                <c:pt idx="231">
                  <c:v>-0.000983653</c:v>
                </c:pt>
                <c:pt idx="232">
                  <c:v>-0.001042594</c:v>
                </c:pt>
                <c:pt idx="233">
                  <c:v>-0.001098211</c:v>
                </c:pt>
                <c:pt idx="234">
                  <c:v>-0.001150307</c:v>
                </c:pt>
                <c:pt idx="235">
                  <c:v>-0.001198697</c:v>
                </c:pt>
                <c:pt idx="236">
                  <c:v>-0.001243208</c:v>
                </c:pt>
                <c:pt idx="237">
                  <c:v>-0.001283679</c:v>
                </c:pt>
                <c:pt idx="238">
                  <c:v>-0.001319962</c:v>
                </c:pt>
                <c:pt idx="239">
                  <c:v>-0.001351923</c:v>
                </c:pt>
                <c:pt idx="240">
                  <c:v>-0.001379443</c:v>
                </c:pt>
                <c:pt idx="241">
                  <c:v>-0.001402417</c:v>
                </c:pt>
                <c:pt idx="242">
                  <c:v>-0.001420755</c:v>
                </c:pt>
                <c:pt idx="243">
                  <c:v>-0.001434383</c:v>
                </c:pt>
                <c:pt idx="244">
                  <c:v>-0.001443243</c:v>
                </c:pt>
                <c:pt idx="245">
                  <c:v>-0.001447291</c:v>
                </c:pt>
                <c:pt idx="246">
                  <c:v>-0.001446503</c:v>
                </c:pt>
                <c:pt idx="247">
                  <c:v>-0.001440868</c:v>
                </c:pt>
                <c:pt idx="248">
                  <c:v>-0.001430394</c:v>
                </c:pt>
                <c:pt idx="249">
                  <c:v>-0.001415103</c:v>
                </c:pt>
                <c:pt idx="250">
                  <c:v>-0.001395036</c:v>
                </c:pt>
                <c:pt idx="251">
                  <c:v>-0.001370248</c:v>
                </c:pt>
                <c:pt idx="252">
                  <c:v>-0.001340811</c:v>
                </c:pt>
                <c:pt idx="253">
                  <c:v>-0.001306815</c:v>
                </c:pt>
                <c:pt idx="254">
                  <c:v>-0.001268362</c:v>
                </c:pt>
                <c:pt idx="255">
                  <c:v>-0.001225572</c:v>
                </c:pt>
                <c:pt idx="256">
                  <c:v>-0.00117858</c:v>
                </c:pt>
                <c:pt idx="257">
                  <c:v>-0.001127534</c:v>
                </c:pt>
                <c:pt idx="258">
                  <c:v>-0.001072596</c:v>
                </c:pt>
                <c:pt idx="259">
                  <c:v>-0.001013944</c:v>
                </c:pt>
                <c:pt idx="260">
                  <c:v>-0.000951766</c:v>
                </c:pt>
                <c:pt idx="261">
                  <c:v>-0.000886263</c:v>
                </c:pt>
                <c:pt idx="262">
                  <c:v>-0.00081765</c:v>
                </c:pt>
                <c:pt idx="263">
                  <c:v>-0.000746148</c:v>
                </c:pt>
                <c:pt idx="264">
                  <c:v>-0.000671993</c:v>
                </c:pt>
                <c:pt idx="265">
                  <c:v>-0.000595428</c:v>
                </c:pt>
                <c:pt idx="266">
                  <c:v>-0.000516703</c:v>
                </c:pt>
                <c:pt idx="267">
                  <c:v>-0.00043608</c:v>
                </c:pt>
                <c:pt idx="268">
                  <c:v>-0.000353823</c:v>
                </c:pt>
                <c:pt idx="269">
                  <c:v>-0.000270205</c:v>
                </c:pt>
                <c:pt idx="270">
                  <c:v>-0.000185502</c:v>
                </c:pt>
                <c:pt idx="271">
                  <c:v>-9.9995E-05</c:v>
                </c:pt>
                <c:pt idx="272">
                  <c:v>-1.3969E-05</c:v>
                </c:pt>
                <c:pt idx="273">
                  <c:v>7.2291E-05</c:v>
                </c:pt>
                <c:pt idx="274">
                  <c:v>0.000158497</c:v>
                </c:pt>
                <c:pt idx="275">
                  <c:v>0.000244363</c:v>
                </c:pt>
                <c:pt idx="276">
                  <c:v>0.000329601</c:v>
                </c:pt>
                <c:pt idx="277">
                  <c:v>0.000413926</c:v>
                </c:pt>
                <c:pt idx="278">
                  <c:v>0.000497057</c:v>
                </c:pt>
                <c:pt idx="279">
                  <c:v>0.000578715</c:v>
                </c:pt>
                <c:pt idx="280">
                  <c:v>0.000658625</c:v>
                </c:pt>
                <c:pt idx="281">
                  <c:v>0.000736519</c:v>
                </c:pt>
                <c:pt idx="282">
                  <c:v>0.000812134</c:v>
                </c:pt>
                <c:pt idx="283">
                  <c:v>0.000885214</c:v>
                </c:pt>
                <c:pt idx="284">
                  <c:v>0.000955513</c:v>
                </c:pt>
                <c:pt idx="285">
                  <c:v>0.001022793</c:v>
                </c:pt>
                <c:pt idx="286">
                  <c:v>0.001086823</c:v>
                </c:pt>
                <c:pt idx="287">
                  <c:v>0.001147385</c:v>
                </c:pt>
                <c:pt idx="288">
                  <c:v>0.001204271</c:v>
                </c:pt>
                <c:pt idx="289">
                  <c:v>0.001257287</c:v>
                </c:pt>
                <c:pt idx="290">
                  <c:v>0.001306247</c:v>
                </c:pt>
                <c:pt idx="291">
                  <c:v>0.001350981</c:v>
                </c:pt>
                <c:pt idx="292">
                  <c:v>0.001391332</c:v>
                </c:pt>
                <c:pt idx="293">
                  <c:v>0.001427158</c:v>
                </c:pt>
                <c:pt idx="294">
                  <c:v>0.001458329</c:v>
                </c:pt>
                <c:pt idx="295">
                  <c:v>0.001484731</c:v>
                </c:pt>
                <c:pt idx="296">
                  <c:v>0.001506266</c:v>
                </c:pt>
                <c:pt idx="297">
                  <c:v>0.001522853</c:v>
                </c:pt>
                <c:pt idx="298">
                  <c:v>0.001534423</c:v>
                </c:pt>
                <c:pt idx="299">
                  <c:v>0.001540926</c:v>
                </c:pt>
                <c:pt idx="300">
                  <c:v>0.001542329</c:v>
                </c:pt>
                <c:pt idx="301">
                  <c:v>0.001538614</c:v>
                </c:pt>
                <c:pt idx="302">
                  <c:v>0.00152978</c:v>
                </c:pt>
                <c:pt idx="303">
                  <c:v>0.001515842</c:v>
                </c:pt>
                <c:pt idx="304">
                  <c:v>0.001496834</c:v>
                </c:pt>
                <c:pt idx="305">
                  <c:v>0.001472804</c:v>
                </c:pt>
                <c:pt idx="306">
                  <c:v>0.001443818</c:v>
                </c:pt>
                <c:pt idx="307">
                  <c:v>0.001409958</c:v>
                </c:pt>
                <c:pt idx="308">
                  <c:v>0.001371323</c:v>
                </c:pt>
                <c:pt idx="309">
                  <c:v>0.001328027</c:v>
                </c:pt>
                <c:pt idx="310">
                  <c:v>0.001280199</c:v>
                </c:pt>
                <c:pt idx="311">
                  <c:v>0.001227984</c:v>
                </c:pt>
                <c:pt idx="312">
                  <c:v>0.001171543</c:v>
                </c:pt>
                <c:pt idx="313">
                  <c:v>0.001111049</c:v>
                </c:pt>
                <c:pt idx="314">
                  <c:v>0.001046691</c:v>
                </c:pt>
                <c:pt idx="315">
                  <c:v>0.000978671</c:v>
                </c:pt>
                <c:pt idx="316">
                  <c:v>0.000907201</c:v>
                </c:pt>
                <c:pt idx="317">
                  <c:v>0.00083251</c:v>
                </c:pt>
                <c:pt idx="318">
                  <c:v>0.000754834</c:v>
                </c:pt>
                <c:pt idx="319">
                  <c:v>0.000674422</c:v>
                </c:pt>
                <c:pt idx="320">
                  <c:v>0.000591533</c:v>
                </c:pt>
                <c:pt idx="321">
                  <c:v>0.000506433</c:v>
                </c:pt>
                <c:pt idx="322">
                  <c:v>0.0004194</c:v>
                </c:pt>
                <c:pt idx="323">
                  <c:v>0.000330715</c:v>
                </c:pt>
                <c:pt idx="324">
                  <c:v>0.00024067</c:v>
                </c:pt>
                <c:pt idx="325">
                  <c:v>0.000149559</c:v>
                </c:pt>
                <c:pt idx="326">
                  <c:v>5.7682E-05</c:v>
                </c:pt>
                <c:pt idx="327">
                  <c:v>-3.4655E-05</c:v>
                </c:pt>
                <c:pt idx="328">
                  <c:v>-0.000127148</c:v>
                </c:pt>
                <c:pt idx="329">
                  <c:v>-0.000219488</c:v>
                </c:pt>
                <c:pt idx="330">
                  <c:v>-0.000311366</c:v>
                </c:pt>
                <c:pt idx="331">
                  <c:v>-0.000402473</c:v>
                </c:pt>
                <c:pt idx="332">
                  <c:v>-0.000492502</c:v>
                </c:pt>
                <c:pt idx="333">
                  <c:v>-0.000581149</c:v>
                </c:pt>
                <c:pt idx="334">
                  <c:v>-0.000668112</c:v>
                </c:pt>
                <c:pt idx="335">
                  <c:v>-0.000753095</c:v>
                </c:pt>
                <c:pt idx="336">
                  <c:v>-0.000835806</c:v>
                </c:pt>
                <c:pt idx="337">
                  <c:v>-0.000915962</c:v>
                </c:pt>
                <c:pt idx="338">
                  <c:v>-0.000993285</c:v>
                </c:pt>
                <c:pt idx="339">
                  <c:v>-0.001067506</c:v>
                </c:pt>
                <c:pt idx="340">
                  <c:v>-0.001138367</c:v>
                </c:pt>
                <c:pt idx="341">
                  <c:v>-0.001205619</c:v>
                </c:pt>
                <c:pt idx="342">
                  <c:v>-0.001269026</c:v>
                </c:pt>
                <c:pt idx="343">
                  <c:v>-0.001328363</c:v>
                </c:pt>
                <c:pt idx="344">
                  <c:v>-0.001383417</c:v>
                </c:pt>
                <c:pt idx="345">
                  <c:v>-0.001433991</c:v>
                </c:pt>
                <c:pt idx="346">
                  <c:v>-0.001479901</c:v>
                </c:pt>
                <c:pt idx="347">
                  <c:v>-0.001520979</c:v>
                </c:pt>
                <c:pt idx="348">
                  <c:v>-0.001557074</c:v>
                </c:pt>
                <c:pt idx="349">
                  <c:v>-0.001588049</c:v>
                </c:pt>
                <c:pt idx="350">
                  <c:v>-0.001613786</c:v>
                </c:pt>
                <c:pt idx="351">
                  <c:v>-0.001634184</c:v>
                </c:pt>
                <c:pt idx="352">
                  <c:v>-0.001649159</c:v>
                </c:pt>
                <c:pt idx="353">
                  <c:v>-0.001658646</c:v>
                </c:pt>
                <c:pt idx="354">
                  <c:v>-0.0016626</c:v>
                </c:pt>
                <c:pt idx="355">
                  <c:v>-0.001660992</c:v>
                </c:pt>
                <c:pt idx="356">
                  <c:v>-0.001653814</c:v>
                </c:pt>
                <c:pt idx="357">
                  <c:v>-0.001641076</c:v>
                </c:pt>
                <c:pt idx="358">
                  <c:v>-0.001622807</c:v>
                </c:pt>
                <c:pt idx="359">
                  <c:v>-0.001599056</c:v>
                </c:pt>
                <c:pt idx="360">
                  <c:v>-0.00156989</c:v>
                </c:pt>
                <c:pt idx="361">
                  <c:v>-0.001535393</c:v>
                </c:pt>
                <c:pt idx="362">
                  <c:v>-0.001495671</c:v>
                </c:pt>
                <c:pt idx="363">
                  <c:v>-0.001450845</c:v>
                </c:pt>
                <c:pt idx="364">
                  <c:v>-0.001401055</c:v>
                </c:pt>
                <c:pt idx="365">
                  <c:v>-0.001346458</c:v>
                </c:pt>
                <c:pt idx="366">
                  <c:v>-0.001287226</c:v>
                </c:pt>
                <c:pt idx="367">
                  <c:v>-0.001223551</c:v>
                </c:pt>
                <c:pt idx="368">
                  <c:v>-0.001155636</c:v>
                </c:pt>
                <c:pt idx="369">
                  <c:v>-0.001083702</c:v>
                </c:pt>
                <c:pt idx="370">
                  <c:v>-0.001007981</c:v>
                </c:pt>
                <c:pt idx="371">
                  <c:v>-0.000928721</c:v>
                </c:pt>
                <c:pt idx="372">
                  <c:v>-0.000846181</c:v>
                </c:pt>
                <c:pt idx="373">
                  <c:v>-0.000760632</c:v>
                </c:pt>
                <c:pt idx="374">
                  <c:v>-0.000672354</c:v>
                </c:pt>
                <c:pt idx="375">
                  <c:v>-0.000581639</c:v>
                </c:pt>
                <c:pt idx="376">
                  <c:v>-0.000488786</c:v>
                </c:pt>
                <c:pt idx="377">
                  <c:v>-0.0003941</c:v>
                </c:pt>
                <c:pt idx="378">
                  <c:v>-0.000297897</c:v>
                </c:pt>
                <c:pt idx="379">
                  <c:v>-0.000200495</c:v>
                </c:pt>
                <c:pt idx="380">
                  <c:v>-0.000102216</c:v>
                </c:pt>
                <c:pt idx="381">
                  <c:v>-3.388E-06</c:v>
                </c:pt>
                <c:pt idx="382">
                  <c:v>9.5661E-05</c:v>
                </c:pt>
                <c:pt idx="383">
                  <c:v>0.000194601</c:v>
                </c:pt>
                <c:pt idx="384">
                  <c:v>0.000293101</c:v>
                </c:pt>
                <c:pt idx="385">
                  <c:v>0.000390835</c:v>
                </c:pt>
                <c:pt idx="386">
                  <c:v>0.000487474</c:v>
                </c:pt>
                <c:pt idx="387">
                  <c:v>0.000582695</c:v>
                </c:pt>
                <c:pt idx="388">
                  <c:v>0.00067618</c:v>
                </c:pt>
                <c:pt idx="389">
                  <c:v>0.000767615</c:v>
                </c:pt>
                <c:pt idx="390">
                  <c:v>0.000856693</c:v>
                </c:pt>
                <c:pt idx="391">
                  <c:v>0.000943113</c:v>
                </c:pt>
                <c:pt idx="392">
                  <c:v>0.001026585</c:v>
                </c:pt>
                <c:pt idx="393">
                  <c:v>0.001106826</c:v>
                </c:pt>
                <c:pt idx="394">
                  <c:v>0.001183564</c:v>
                </c:pt>
                <c:pt idx="395">
                  <c:v>0.001256538</c:v>
                </c:pt>
                <c:pt idx="396">
                  <c:v>0.0013255</c:v>
                </c:pt>
                <c:pt idx="397">
                  <c:v>0.001390214</c:v>
                </c:pt>
                <c:pt idx="398">
                  <c:v>0.001450457</c:v>
                </c:pt>
                <c:pt idx="399">
                  <c:v>0.00150602</c:v>
                </c:pt>
                <c:pt idx="400">
                  <c:v>0.001556711</c:v>
                </c:pt>
                <c:pt idx="401">
                  <c:v>0.001602351</c:v>
                </c:pt>
                <c:pt idx="402">
                  <c:v>0.00164278</c:v>
                </c:pt>
                <c:pt idx="403">
                  <c:v>0.001677851</c:v>
                </c:pt>
                <c:pt idx="404">
                  <c:v>0.001707437</c:v>
                </c:pt>
                <c:pt idx="405">
                  <c:v>0.001731428</c:v>
                </c:pt>
                <c:pt idx="406">
                  <c:v>0.001749731</c:v>
                </c:pt>
                <c:pt idx="407">
                  <c:v>0.001762273</c:v>
                </c:pt>
                <c:pt idx="408">
                  <c:v>0.001768998</c:v>
                </c:pt>
                <c:pt idx="409">
                  <c:v>0.001769869</c:v>
                </c:pt>
                <c:pt idx="410">
                  <c:v>0.001764869</c:v>
                </c:pt>
                <c:pt idx="411">
                  <c:v>0.001753999</c:v>
                </c:pt>
                <c:pt idx="412">
                  <c:v>0.001737279</c:v>
                </c:pt>
                <c:pt idx="413">
                  <c:v>0.00171475</c:v>
                </c:pt>
                <c:pt idx="414">
                  <c:v>0.001686469</c:v>
                </c:pt>
                <c:pt idx="415">
                  <c:v>0.001652514</c:v>
                </c:pt>
                <c:pt idx="416">
                  <c:v>0.001612981</c:v>
                </c:pt>
                <c:pt idx="417">
                  <c:v>0.001567985</c:v>
                </c:pt>
                <c:pt idx="418">
                  <c:v>0.001517659</c:v>
                </c:pt>
                <c:pt idx="419">
                  <c:v>0.001462153</c:v>
                </c:pt>
                <c:pt idx="420">
                  <c:v>0.001401635</c:v>
                </c:pt>
                <c:pt idx="421">
                  <c:v>0.00133629</c:v>
                </c:pt>
                <c:pt idx="422">
                  <c:v>0.001266319</c:v>
                </c:pt>
                <c:pt idx="423">
                  <c:v>0.001191941</c:v>
                </c:pt>
                <c:pt idx="424">
                  <c:v>0.001113386</c:v>
                </c:pt>
                <c:pt idx="425">
                  <c:v>0.001030903</c:v>
                </c:pt>
                <c:pt idx="426">
                  <c:v>0.000944752</c:v>
                </c:pt>
                <c:pt idx="427">
                  <c:v>0.000855207</c:v>
                </c:pt>
                <c:pt idx="428">
                  <c:v>0.000762554</c:v>
                </c:pt>
                <c:pt idx="429">
                  <c:v>0.000667091</c:v>
                </c:pt>
                <c:pt idx="430">
                  <c:v>0.000569124</c:v>
                </c:pt>
                <c:pt idx="431">
                  <c:v>0.000468973</c:v>
                </c:pt>
                <c:pt idx="432">
                  <c:v>0.000366962</c:v>
                </c:pt>
                <c:pt idx="433">
                  <c:v>0.000263424</c:v>
                </c:pt>
                <c:pt idx="434">
                  <c:v>0.0001587</c:v>
                </c:pt>
                <c:pt idx="435">
                  <c:v>5.3135E-05</c:v>
                </c:pt>
                <c:pt idx="436">
                  <c:v>-5.2924E-05</c:v>
                </c:pt>
                <c:pt idx="437">
                  <c:v>-0.000159122</c:v>
                </c:pt>
                <c:pt idx="438">
                  <c:v>-0.000265107</c:v>
                </c:pt>
                <c:pt idx="439">
                  <c:v>-0.000370523</c:v>
                </c:pt>
                <c:pt idx="440">
                  <c:v>-0.000475017</c:v>
                </c:pt>
                <c:pt idx="441">
                  <c:v>-0.000578235</c:v>
                </c:pt>
                <c:pt idx="442">
                  <c:v>-0.000679827</c:v>
                </c:pt>
                <c:pt idx="443">
                  <c:v>-0.000779449</c:v>
                </c:pt>
                <c:pt idx="444">
                  <c:v>-0.00087676</c:v>
                </c:pt>
                <c:pt idx="445">
                  <c:v>-0.000971425</c:v>
                </c:pt>
                <c:pt idx="446">
                  <c:v>-0.001063119</c:v>
                </c:pt>
                <c:pt idx="447">
                  <c:v>-0.001151523</c:v>
                </c:pt>
                <c:pt idx="448">
                  <c:v>-0.001236331</c:v>
                </c:pt>
                <c:pt idx="449">
                  <c:v>-0.001317246</c:v>
                </c:pt>
                <c:pt idx="450">
                  <c:v>-0.001393984</c:v>
                </c:pt>
                <c:pt idx="451">
                  <c:v>-0.001466272</c:v>
                </c:pt>
                <c:pt idx="452">
                  <c:v>-0.001533854</c:v>
                </c:pt>
                <c:pt idx="453">
                  <c:v>-0.001596489</c:v>
                </c:pt>
                <c:pt idx="454">
                  <c:v>-0.001653949</c:v>
                </c:pt>
                <c:pt idx="455">
                  <c:v>-0.001706026</c:v>
                </c:pt>
                <c:pt idx="456">
                  <c:v>-0.001752529</c:v>
                </c:pt>
                <c:pt idx="457">
                  <c:v>-0.001793284</c:v>
                </c:pt>
                <c:pt idx="458">
                  <c:v>-0.001828138</c:v>
                </c:pt>
                <c:pt idx="459">
                  <c:v>-0.001856955</c:v>
                </c:pt>
                <c:pt idx="460">
                  <c:v>-0.001879623</c:v>
                </c:pt>
                <c:pt idx="461">
                  <c:v>-0.001896048</c:v>
                </c:pt>
                <c:pt idx="462">
                  <c:v>-0.001906157</c:v>
                </c:pt>
                <c:pt idx="463">
                  <c:v>-0.0019099</c:v>
                </c:pt>
                <c:pt idx="464">
                  <c:v>-0.001907248</c:v>
                </c:pt>
                <c:pt idx="465">
                  <c:v>-0.001898194</c:v>
                </c:pt>
                <c:pt idx="466">
                  <c:v>-0.001882752</c:v>
                </c:pt>
                <c:pt idx="467">
                  <c:v>-0.001860958</c:v>
                </c:pt>
                <c:pt idx="468">
                  <c:v>-0.001832872</c:v>
                </c:pt>
                <c:pt idx="469">
                  <c:v>-0.001798573</c:v>
                </c:pt>
                <c:pt idx="470">
                  <c:v>-0.001758163</c:v>
                </c:pt>
                <c:pt idx="471">
                  <c:v>-0.001711763</c:v>
                </c:pt>
                <c:pt idx="472">
                  <c:v>-0.001659519</c:v>
                </c:pt>
                <c:pt idx="473">
                  <c:v>-0.001601592</c:v>
                </c:pt>
                <c:pt idx="474">
                  <c:v>-0.001538167</c:v>
                </c:pt>
                <c:pt idx="475">
                  <c:v>-0.001469446</c:v>
                </c:pt>
                <c:pt idx="476">
                  <c:v>-0.001395649</c:v>
                </c:pt>
                <c:pt idx="477">
                  <c:v>-0.001317015</c:v>
                </c:pt>
                <c:pt idx="478">
                  <c:v>-0.001233798</c:v>
                </c:pt>
                <c:pt idx="479">
                  <c:v>-0.001146271</c:v>
                </c:pt>
                <c:pt idx="480">
                  <c:v>-0.001054718</c:v>
                </c:pt>
                <c:pt idx="481">
                  <c:v>-0.000959441</c:v>
                </c:pt>
                <c:pt idx="482">
                  <c:v>-0.000860753</c:v>
                </c:pt>
                <c:pt idx="483">
                  <c:v>-0.000758977</c:v>
                </c:pt>
                <c:pt idx="484">
                  <c:v>-0.000654451</c:v>
                </c:pt>
                <c:pt idx="485">
                  <c:v>-0.000547519</c:v>
                </c:pt>
                <c:pt idx="486">
                  <c:v>-0.000438535</c:v>
                </c:pt>
                <c:pt idx="487">
                  <c:v>-0.000327862</c:v>
                </c:pt>
                <c:pt idx="488">
                  <c:v>-0.000215865</c:v>
                </c:pt>
                <c:pt idx="489">
                  <c:v>-0.000102916</c:v>
                </c:pt>
                <c:pt idx="490">
                  <c:v>1.0608E-05</c:v>
                </c:pt>
                <c:pt idx="491">
                  <c:v>0.00012433</c:v>
                </c:pt>
                <c:pt idx="492">
                  <c:v>0.000237872</c:v>
                </c:pt>
                <c:pt idx="493">
                  <c:v>0.000350854</c:v>
                </c:pt>
                <c:pt idx="494">
                  <c:v>0.0004629</c:v>
                </c:pt>
                <c:pt idx="495">
                  <c:v>0.000573636</c:v>
                </c:pt>
                <c:pt idx="496">
                  <c:v>0.000682691</c:v>
                </c:pt>
                <c:pt idx="497">
                  <c:v>0.000789701</c:v>
                </c:pt>
                <c:pt idx="498">
                  <c:v>0.000894306</c:v>
                </c:pt>
                <c:pt idx="499">
                  <c:v>0.000996156</c:v>
                </c:pt>
                <c:pt idx="500">
                  <c:v>0.001094908</c:v>
                </c:pt>
                <c:pt idx="501">
                  <c:v>0.00119023</c:v>
                </c:pt>
                <c:pt idx="502">
                  <c:v>0.0012818</c:v>
                </c:pt>
                <c:pt idx="503">
                  <c:v>0.001369308</c:v>
                </c:pt>
                <c:pt idx="504">
                  <c:v>0.001452458</c:v>
                </c:pt>
                <c:pt idx="505">
                  <c:v>0.001530967</c:v>
                </c:pt>
                <c:pt idx="506">
                  <c:v>0.001604566</c:v>
                </c:pt>
                <c:pt idx="507">
                  <c:v>0.001673003</c:v>
                </c:pt>
                <c:pt idx="508">
                  <c:v>0.001736042</c:v>
                </c:pt>
                <c:pt idx="509">
                  <c:v>0.001793463</c:v>
                </c:pt>
                <c:pt idx="510">
                  <c:v>0.001845066</c:v>
                </c:pt>
                <c:pt idx="511">
                  <c:v>0.001890669</c:v>
                </c:pt>
                <c:pt idx="512">
                  <c:v>0.001930107</c:v>
                </c:pt>
                <c:pt idx="513">
                  <c:v>0.001963238</c:v>
                </c:pt>
                <c:pt idx="514">
                  <c:v>0.001989937</c:v>
                </c:pt>
                <c:pt idx="515">
                  <c:v>0.002010103</c:v>
                </c:pt>
                <c:pt idx="516">
                  <c:v>0.002023652</c:v>
                </c:pt>
                <c:pt idx="517">
                  <c:v>0.002030525</c:v>
                </c:pt>
                <c:pt idx="518">
                  <c:v>0.002030682</c:v>
                </c:pt>
                <c:pt idx="519">
                  <c:v>0.002024105</c:v>
                </c:pt>
                <c:pt idx="520">
                  <c:v>0.002010799</c:v>
                </c:pt>
                <c:pt idx="521">
                  <c:v>0.001990789</c:v>
                </c:pt>
                <c:pt idx="522">
                  <c:v>0.001964125</c:v>
                </c:pt>
                <c:pt idx="523">
                  <c:v>0.001930874</c:v>
                </c:pt>
                <c:pt idx="524">
                  <c:v>0.001891128</c:v>
                </c:pt>
                <c:pt idx="525">
                  <c:v>0.001845</c:v>
                </c:pt>
                <c:pt idx="526">
                  <c:v>0.001792622</c:v>
                </c:pt>
                <c:pt idx="527">
                  <c:v>0.001734151</c:v>
                </c:pt>
                <c:pt idx="528">
                  <c:v>0.001669759</c:v>
                </c:pt>
                <c:pt idx="529">
                  <c:v>0.001599642</c:v>
                </c:pt>
                <c:pt idx="530">
                  <c:v>0.001524013</c:v>
                </c:pt>
                <c:pt idx="531">
                  <c:v>0.001443105</c:v>
                </c:pt>
                <c:pt idx="532">
                  <c:v>0.001357168</c:v>
                </c:pt>
                <c:pt idx="533">
                  <c:v>0.001266471</c:v>
                </c:pt>
                <c:pt idx="534">
                  <c:v>0.001171299</c:v>
                </c:pt>
                <c:pt idx="535">
                  <c:v>0.001071951</c:v>
                </c:pt>
                <c:pt idx="536">
                  <c:v>0.000968743</c:v>
                </c:pt>
                <c:pt idx="537">
                  <c:v>0.000862004</c:v>
                </c:pt>
                <c:pt idx="538">
                  <c:v>0.000752077</c:v>
                </c:pt>
                <c:pt idx="539">
                  <c:v>0.000639315</c:v>
                </c:pt>
                <c:pt idx="540">
                  <c:v>0.000524084</c:v>
                </c:pt>
                <c:pt idx="541">
                  <c:v>0.000406758</c:v>
                </c:pt>
                <c:pt idx="542">
                  <c:v>0.00028772</c:v>
                </c:pt>
                <c:pt idx="543">
                  <c:v>0.000167361</c:v>
                </c:pt>
                <c:pt idx="544">
                  <c:v>4.6076E-05</c:v>
                </c:pt>
                <c:pt idx="545">
                  <c:v>-7.5732E-05</c:v>
                </c:pt>
                <c:pt idx="546">
                  <c:v>-0.00019766</c:v>
                </c:pt>
                <c:pt idx="547">
                  <c:v>-0.000319299</c:v>
                </c:pt>
                <c:pt idx="548">
                  <c:v>-0.000440244</c:v>
                </c:pt>
                <c:pt idx="549">
                  <c:v>-0.000560087</c:v>
                </c:pt>
                <c:pt idx="550">
                  <c:v>-0.000678423</c:v>
                </c:pt>
                <c:pt idx="551">
                  <c:v>-0.000794851</c:v>
                </c:pt>
                <c:pt idx="552">
                  <c:v>-0.000908974</c:v>
                </c:pt>
                <c:pt idx="553">
                  <c:v>-0.001020401</c:v>
                </c:pt>
                <c:pt idx="554">
                  <c:v>-0.001128749</c:v>
                </c:pt>
                <c:pt idx="555">
                  <c:v>-0.001233643</c:v>
                </c:pt>
                <c:pt idx="556">
                  <c:v>-0.00133472</c:v>
                </c:pt>
                <c:pt idx="557">
                  <c:v>-0.001431628</c:v>
                </c:pt>
                <c:pt idx="558">
                  <c:v>-0.001524025</c:v>
                </c:pt>
                <c:pt idx="559">
                  <c:v>-0.001611587</c:v>
                </c:pt>
                <c:pt idx="560">
                  <c:v>-0.001694003</c:v>
                </c:pt>
                <c:pt idx="561">
                  <c:v>-0.001770979</c:v>
                </c:pt>
                <c:pt idx="562">
                  <c:v>-0.001842238</c:v>
                </c:pt>
                <c:pt idx="563">
                  <c:v>-0.001907521</c:v>
                </c:pt>
                <c:pt idx="564">
                  <c:v>-0.001966592</c:v>
                </c:pt>
                <c:pt idx="565">
                  <c:v>-0.00201923</c:v>
                </c:pt>
                <c:pt idx="566">
                  <c:v>-0.00206524</c:v>
                </c:pt>
                <c:pt idx="567">
                  <c:v>-0.002104446</c:v>
                </c:pt>
                <c:pt idx="568">
                  <c:v>-0.002136698</c:v>
                </c:pt>
                <c:pt idx="569">
                  <c:v>-0.002161865</c:v>
                </c:pt>
                <c:pt idx="570">
                  <c:v>-0.002179844</c:v>
                </c:pt>
                <c:pt idx="571">
                  <c:v>-0.002190555</c:v>
                </c:pt>
                <c:pt idx="572">
                  <c:v>-0.002193941</c:v>
                </c:pt>
                <c:pt idx="573">
                  <c:v>-0.002189973</c:v>
                </c:pt>
                <c:pt idx="574">
                  <c:v>-0.002178646</c:v>
                </c:pt>
                <c:pt idx="575">
                  <c:v>-0.002159979</c:v>
                </c:pt>
                <c:pt idx="576">
                  <c:v>-0.002134018</c:v>
                </c:pt>
                <c:pt idx="577">
                  <c:v>-0.002100834</c:v>
                </c:pt>
                <c:pt idx="578">
                  <c:v>-0.002060522</c:v>
                </c:pt>
                <c:pt idx="579">
                  <c:v>-0.002013202</c:v>
                </c:pt>
                <c:pt idx="580">
                  <c:v>-0.001959018</c:v>
                </c:pt>
                <c:pt idx="581">
                  <c:v>-0.00189814</c:v>
                </c:pt>
                <c:pt idx="582">
                  <c:v>-0.001830758</c:v>
                </c:pt>
                <c:pt idx="583">
                  <c:v>-0.001757087</c:v>
                </c:pt>
                <c:pt idx="584">
                  <c:v>-0.001677363</c:v>
                </c:pt>
                <c:pt idx="585">
                  <c:v>-0.001591843</c:v>
                </c:pt>
                <c:pt idx="586">
                  <c:v>-0.001500804</c:v>
                </c:pt>
                <c:pt idx="587">
                  <c:v>-0.001404543</c:v>
                </c:pt>
                <c:pt idx="588">
                  <c:v>-0.001303374</c:v>
                </c:pt>
                <c:pt idx="589">
                  <c:v>-0.001197629</c:v>
                </c:pt>
                <c:pt idx="590">
                  <c:v>-0.001087656</c:v>
                </c:pt>
                <c:pt idx="591">
                  <c:v>-0.000973817</c:v>
                </c:pt>
                <c:pt idx="592">
                  <c:v>-0.000856487</c:v>
                </c:pt>
                <c:pt idx="593">
                  <c:v>-0.000736055</c:v>
                </c:pt>
                <c:pt idx="594">
                  <c:v>-0.00061292</c:v>
                </c:pt>
                <c:pt idx="595">
                  <c:v>-0.000487489</c:v>
                </c:pt>
                <c:pt idx="596">
                  <c:v>-0.000360179</c:v>
                </c:pt>
                <c:pt idx="597">
                  <c:v>-0.000231412</c:v>
                </c:pt>
                <c:pt idx="598">
                  <c:v>-0.000101617</c:v>
                </c:pt>
                <c:pt idx="599">
                  <c:v>2.8775E-05</c:v>
                </c:pt>
                <c:pt idx="600">
                  <c:v>0.000159329</c:v>
                </c:pt>
                <c:pt idx="601">
                  <c:v>0.000289611</c:v>
                </c:pt>
                <c:pt idx="602">
                  <c:v>0.000419187</c:v>
                </c:pt>
                <c:pt idx="603">
                  <c:v>0.000547624</c:v>
                </c:pt>
                <c:pt idx="604">
                  <c:v>0.000674494</c:v>
                </c:pt>
                <c:pt idx="605">
                  <c:v>0.000799372</c:v>
                </c:pt>
                <c:pt idx="606">
                  <c:v>0.000921842</c:v>
                </c:pt>
                <c:pt idx="607">
                  <c:v>0.001041493</c:v>
                </c:pt>
                <c:pt idx="608">
                  <c:v>0.001157924</c:v>
                </c:pt>
                <c:pt idx="609">
                  <c:v>0.001270746</c:v>
                </c:pt>
                <c:pt idx="610">
                  <c:v>0.001379578</c:v>
                </c:pt>
                <c:pt idx="611">
                  <c:v>0.001484054</c:v>
                </c:pt>
                <c:pt idx="612">
                  <c:v>0.001583821</c:v>
                </c:pt>
                <c:pt idx="613">
                  <c:v>0.001678543</c:v>
                </c:pt>
                <c:pt idx="614">
                  <c:v>0.001767896</c:v>
                </c:pt>
                <c:pt idx="615">
                  <c:v>0.001851578</c:v>
                </c:pt>
                <c:pt idx="616">
                  <c:v>0.001929301</c:v>
                </c:pt>
                <c:pt idx="617">
                  <c:v>0.002000798</c:v>
                </c:pt>
                <c:pt idx="618">
                  <c:v>0.002065821</c:v>
                </c:pt>
                <c:pt idx="619">
                  <c:v>0.002124144</c:v>
                </c:pt>
                <c:pt idx="620">
                  <c:v>0.002175559</c:v>
                </c:pt>
                <c:pt idx="621">
                  <c:v>0.002219885</c:v>
                </c:pt>
                <c:pt idx="622">
                  <c:v>0.002256959</c:v>
                </c:pt>
                <c:pt idx="623">
                  <c:v>0.002286642</c:v>
                </c:pt>
                <c:pt idx="624">
                  <c:v>0.002308822</c:v>
                </c:pt>
                <c:pt idx="625">
                  <c:v>0.002323406</c:v>
                </c:pt>
                <c:pt idx="626">
                  <c:v>0.002330329</c:v>
                </c:pt>
                <c:pt idx="627">
                  <c:v>0.002329549</c:v>
                </c:pt>
                <c:pt idx="628">
                  <c:v>0.002321049</c:v>
                </c:pt>
                <c:pt idx="629">
                  <c:v>0.002304836</c:v>
                </c:pt>
                <c:pt idx="630">
                  <c:v>0.002280943</c:v>
                </c:pt>
                <c:pt idx="631">
                  <c:v>0.002249428</c:v>
                </c:pt>
                <c:pt idx="632">
                  <c:v>0.002210373</c:v>
                </c:pt>
                <c:pt idx="633">
                  <c:v>0.002163886</c:v>
                </c:pt>
                <c:pt idx="634">
                  <c:v>0.002110096</c:v>
                </c:pt>
                <c:pt idx="635">
                  <c:v>0.002049161</c:v>
                </c:pt>
                <c:pt idx="636">
                  <c:v>0.001981259</c:v>
                </c:pt>
                <c:pt idx="637">
                  <c:v>0.001906591</c:v>
                </c:pt>
                <c:pt idx="638">
                  <c:v>0.001825384</c:v>
                </c:pt>
                <c:pt idx="639">
                  <c:v>0.001737884</c:v>
                </c:pt>
                <c:pt idx="640">
                  <c:v>0.001644359</c:v>
                </c:pt>
                <c:pt idx="641">
                  <c:v>0.001545098</c:v>
                </c:pt>
                <c:pt idx="642">
                  <c:v>0.001440411</c:v>
                </c:pt>
                <c:pt idx="643">
                  <c:v>0.001330624</c:v>
                </c:pt>
                <c:pt idx="644">
                  <c:v>0.001216085</c:v>
                </c:pt>
                <c:pt idx="645">
                  <c:v>0.001097156</c:v>
                </c:pt>
                <c:pt idx="646">
                  <c:v>0.000974214</c:v>
                </c:pt>
                <c:pt idx="647">
                  <c:v>0.000847655</c:v>
                </c:pt>
                <c:pt idx="648">
                  <c:v>0.000717885</c:v>
                </c:pt>
                <c:pt idx="649">
                  <c:v>0.000585324</c:v>
                </c:pt>
                <c:pt idx="650">
                  <c:v>0.000450402</c:v>
                </c:pt>
                <c:pt idx="651">
                  <c:v>0.00031356</c:v>
                </c:pt>
                <c:pt idx="652">
                  <c:v>0.000175245</c:v>
                </c:pt>
                <c:pt idx="653">
                  <c:v>3.5915E-05</c:v>
                </c:pt>
                <c:pt idx="654">
                  <c:v>-0.000103971</c:v>
                </c:pt>
                <c:pt idx="655">
                  <c:v>-0.000243948</c:v>
                </c:pt>
                <c:pt idx="656">
                  <c:v>-0.000383548</c:v>
                </c:pt>
                <c:pt idx="657">
                  <c:v>-0.000522303</c:v>
                </c:pt>
                <c:pt idx="658">
                  <c:v>-0.000659746</c:v>
                </c:pt>
                <c:pt idx="659">
                  <c:v>-0.000795412</c:v>
                </c:pt>
                <c:pt idx="660">
                  <c:v>-0.00092884</c:v>
                </c:pt>
                <c:pt idx="661">
                  <c:v>-0.001059575</c:v>
                </c:pt>
                <c:pt idx="662">
                  <c:v>-0.001187167</c:v>
                </c:pt>
                <c:pt idx="663">
                  <c:v>-0.001311178</c:v>
                </c:pt>
                <c:pt idx="664">
                  <c:v>-0.001431177</c:v>
                </c:pt>
                <c:pt idx="665">
                  <c:v>-0.001546748</c:v>
                </c:pt>
                <c:pt idx="666">
                  <c:v>-0.001657485</c:v>
                </c:pt>
                <c:pt idx="667">
                  <c:v>-0.001762999</c:v>
                </c:pt>
                <c:pt idx="668">
                  <c:v>-0.001862918</c:v>
                </c:pt>
                <c:pt idx="669">
                  <c:v>-0.001956884</c:v>
                </c:pt>
                <c:pt idx="670">
                  <c:v>-0.002044562</c:v>
                </c:pt>
                <c:pt idx="671">
                  <c:v>-0.002125636</c:v>
                </c:pt>
                <c:pt idx="672">
                  <c:v>-0.002199809</c:v>
                </c:pt>
                <c:pt idx="673">
                  <c:v>-0.002266811</c:v>
                </c:pt>
                <c:pt idx="674">
                  <c:v>-0.002326391</c:v>
                </c:pt>
                <c:pt idx="675">
                  <c:v>-0.002378327</c:v>
                </c:pt>
                <c:pt idx="676">
                  <c:v>-0.002422419</c:v>
                </c:pt>
                <c:pt idx="677">
                  <c:v>-0.002458497</c:v>
                </c:pt>
                <c:pt idx="678">
                  <c:v>-0.002486414</c:v>
                </c:pt>
                <c:pt idx="679">
                  <c:v>-0.002506054</c:v>
                </c:pt>
                <c:pt idx="680">
                  <c:v>-0.002517327</c:v>
                </c:pt>
                <c:pt idx="681">
                  <c:v>-0.002520174</c:v>
                </c:pt>
                <c:pt idx="682">
                  <c:v>-0.002514563</c:v>
                </c:pt>
                <c:pt idx="683">
                  <c:v>-0.002500491</c:v>
                </c:pt>
                <c:pt idx="684">
                  <c:v>-0.002477985</c:v>
                </c:pt>
                <c:pt idx="685">
                  <c:v>-0.002447102</c:v>
                </c:pt>
                <c:pt idx="686">
                  <c:v>-0.002407927</c:v>
                </c:pt>
                <c:pt idx="687">
                  <c:v>-0.002360573</c:v>
                </c:pt>
                <c:pt idx="688">
                  <c:v>-0.002305183</c:v>
                </c:pt>
                <c:pt idx="689">
                  <c:v>-0.002241928</c:v>
                </c:pt>
                <c:pt idx="690">
                  <c:v>-0.002171004</c:v>
                </c:pt>
                <c:pt idx="691">
                  <c:v>-0.002092637</c:v>
                </c:pt>
                <c:pt idx="692">
                  <c:v>-0.002007076</c:v>
                </c:pt>
                <c:pt idx="693">
                  <c:v>-0.001914598</c:v>
                </c:pt>
                <c:pt idx="694">
                  <c:v>-0.001815502</c:v>
                </c:pt>
                <c:pt idx="695">
                  <c:v>-0.00171011</c:v>
                </c:pt>
                <c:pt idx="696">
                  <c:v>-0.001598767</c:v>
                </c:pt>
                <c:pt idx="697">
                  <c:v>-0.001481839</c:v>
                </c:pt>
                <c:pt idx="698">
                  <c:v>-0.00135971</c:v>
                </c:pt>
                <c:pt idx="699">
                  <c:v>-0.001232782</c:v>
                </c:pt>
                <c:pt idx="700">
                  <c:v>-0.001101476</c:v>
                </c:pt>
                <c:pt idx="701">
                  <c:v>-0.000966225</c:v>
                </c:pt>
                <c:pt idx="702">
                  <c:v>-0.000827478</c:v>
                </c:pt>
                <c:pt idx="703">
                  <c:v>-0.000685695</c:v>
                </c:pt>
                <c:pt idx="704">
                  <c:v>-0.000541348</c:v>
                </c:pt>
                <c:pt idx="705">
                  <c:v>-0.000394914</c:v>
                </c:pt>
                <c:pt idx="706">
                  <c:v>-0.000246883</c:v>
                </c:pt>
                <c:pt idx="707">
                  <c:v>-9.7745E-05</c:v>
                </c:pt>
                <c:pt idx="708">
                  <c:v>5.2002E-05</c:v>
                </c:pt>
                <c:pt idx="709">
                  <c:v>0.00020186</c:v>
                </c:pt>
                <c:pt idx="710">
                  <c:v>0.000351329</c:v>
                </c:pt>
                <c:pt idx="711">
                  <c:v>0.000499913</c:v>
                </c:pt>
                <c:pt idx="712">
                  <c:v>0.000647115</c:v>
                </c:pt>
                <c:pt idx="713">
                  <c:v>0.000792444</c:v>
                </c:pt>
                <c:pt idx="714">
                  <c:v>0.000935416</c:v>
                </c:pt>
                <c:pt idx="715">
                  <c:v>0.001075553</c:v>
                </c:pt>
                <c:pt idx="716">
                  <c:v>0.001212386</c:v>
                </c:pt>
                <c:pt idx="717">
                  <c:v>0.001345459</c:v>
                </c:pt>
                <c:pt idx="718">
                  <c:v>0.001474326</c:v>
                </c:pt>
                <c:pt idx="719">
                  <c:v>0.001598554</c:v>
                </c:pt>
                <c:pt idx="720">
                  <c:v>0.001717726</c:v>
                </c:pt>
                <c:pt idx="721">
                  <c:v>0.001831442</c:v>
                </c:pt>
                <c:pt idx="722">
                  <c:v>0.001939316</c:v>
                </c:pt>
                <c:pt idx="723">
                  <c:v>0.002040985</c:v>
                </c:pt>
                <c:pt idx="724">
                  <c:v>0.002136103</c:v>
                </c:pt>
                <c:pt idx="725">
                  <c:v>0.002224344</c:v>
                </c:pt>
                <c:pt idx="726">
                  <c:v>0.002305408</c:v>
                </c:pt>
                <c:pt idx="727">
                  <c:v>0.002379013</c:v>
                </c:pt>
                <c:pt idx="728">
                  <c:v>0.002444903</c:v>
                </c:pt>
                <c:pt idx="729">
                  <c:v>0.002502846</c:v>
                </c:pt>
                <c:pt idx="730">
                  <c:v>0.002552636</c:v>
                </c:pt>
                <c:pt idx="731">
                  <c:v>0.002594092</c:v>
                </c:pt>
                <c:pt idx="732">
                  <c:v>0.00262706</c:v>
                </c:pt>
                <c:pt idx="733">
                  <c:v>0.002651411</c:v>
                </c:pt>
                <c:pt idx="734">
                  <c:v>0.002667047</c:v>
                </c:pt>
                <c:pt idx="735">
                  <c:v>0.002673894</c:v>
                </c:pt>
                <c:pt idx="736">
                  <c:v>0.002671908</c:v>
                </c:pt>
                <c:pt idx="737">
                  <c:v>0.002661074</c:v>
                </c:pt>
                <c:pt idx="738">
                  <c:v>0.002641403</c:v>
                </c:pt>
                <c:pt idx="739">
                  <c:v>0.002612936</c:v>
                </c:pt>
                <c:pt idx="740">
                  <c:v>0.002575743</c:v>
                </c:pt>
                <c:pt idx="741">
                  <c:v>0.00252992</c:v>
                </c:pt>
                <c:pt idx="742">
                  <c:v>0.002475592</c:v>
                </c:pt>
                <c:pt idx="743">
                  <c:v>0.002412914</c:v>
                </c:pt>
                <c:pt idx="744">
                  <c:v>0.002342065</c:v>
                </c:pt>
                <c:pt idx="745">
                  <c:v>0.002263253</c:v>
                </c:pt>
                <c:pt idx="746">
                  <c:v>0.002176712</c:v>
                </c:pt>
                <c:pt idx="747">
                  <c:v>0.002082701</c:v>
                </c:pt>
                <c:pt idx="748">
                  <c:v>0.001981506</c:v>
                </c:pt>
                <c:pt idx="749">
                  <c:v>0.001873437</c:v>
                </c:pt>
                <c:pt idx="750">
                  <c:v>0.001758825</c:v>
                </c:pt>
                <c:pt idx="751">
                  <c:v>0.001638027</c:v>
                </c:pt>
                <c:pt idx="752">
                  <c:v>0.00151142</c:v>
                </c:pt>
                <c:pt idx="753">
                  <c:v>0.001379402</c:v>
                </c:pt>
                <c:pt idx="754">
                  <c:v>0.00124239</c:v>
                </c:pt>
                <c:pt idx="755">
                  <c:v>0.001100819</c:v>
                </c:pt>
                <c:pt idx="756">
                  <c:v>0.000955142</c:v>
                </c:pt>
                <c:pt idx="757">
                  <c:v>0.000805827</c:v>
                </c:pt>
                <c:pt idx="758">
                  <c:v>0.000653356</c:v>
                </c:pt>
                <c:pt idx="759">
                  <c:v>0.000498223</c:v>
                </c:pt>
                <c:pt idx="760">
                  <c:v>0.000340935</c:v>
                </c:pt>
                <c:pt idx="761">
                  <c:v>0.000182007</c:v>
                </c:pt>
                <c:pt idx="762">
                  <c:v>2.1962E-05</c:v>
                </c:pt>
                <c:pt idx="763">
                  <c:v>-0.00013867</c:v>
                </c:pt>
                <c:pt idx="764">
                  <c:v>-0.000299355</c:v>
                </c:pt>
                <c:pt idx="765">
                  <c:v>-0.000459558</c:v>
                </c:pt>
                <c:pt idx="766">
                  <c:v>-0.000618739</c:v>
                </c:pt>
                <c:pt idx="767">
                  <c:v>-0.000776362</c:v>
                </c:pt>
                <c:pt idx="768">
                  <c:v>-0.000931893</c:v>
                </c:pt>
                <c:pt idx="769">
                  <c:v>-0.001084803</c:v>
                </c:pt>
                <c:pt idx="770">
                  <c:v>-0.001234569</c:v>
                </c:pt>
                <c:pt idx="771">
                  <c:v>-0.001380675</c:v>
                </c:pt>
                <c:pt idx="772">
                  <c:v>-0.001522618</c:v>
                </c:pt>
                <c:pt idx="773">
                  <c:v>-0.001659903</c:v>
                </c:pt>
                <c:pt idx="774">
                  <c:v>-0.001792051</c:v>
                </c:pt>
                <c:pt idx="775">
                  <c:v>-0.001918599</c:v>
                </c:pt>
                <c:pt idx="776">
                  <c:v>-0.002039101</c:v>
                </c:pt>
                <c:pt idx="777">
                  <c:v>-0.002153127</c:v>
                </c:pt>
                <c:pt idx="778">
                  <c:v>-0.002260271</c:v>
                </c:pt>
                <c:pt idx="779">
                  <c:v>-0.002360146</c:v>
                </c:pt>
                <c:pt idx="780">
                  <c:v>-0.002452392</c:v>
                </c:pt>
                <c:pt idx="781">
                  <c:v>-0.00253667</c:v>
                </c:pt>
                <c:pt idx="782">
                  <c:v>-0.00261267</c:v>
                </c:pt>
                <c:pt idx="783">
                  <c:v>-0.002680108</c:v>
                </c:pt>
                <c:pt idx="784">
                  <c:v>-0.002738728</c:v>
                </c:pt>
                <c:pt idx="785">
                  <c:v>-0.002788307</c:v>
                </c:pt>
                <c:pt idx="786">
                  <c:v>-0.002828647</c:v>
                </c:pt>
                <c:pt idx="787">
                  <c:v>-0.002859588</c:v>
                </c:pt>
                <c:pt idx="788">
                  <c:v>-0.002880995</c:v>
                </c:pt>
                <c:pt idx="789">
                  <c:v>-0.002892772</c:v>
                </c:pt>
                <c:pt idx="790">
                  <c:v>-0.002894853</c:v>
                </c:pt>
                <c:pt idx="791">
                  <c:v>-0.002887205</c:v>
                </c:pt>
                <c:pt idx="792">
                  <c:v>-0.002869829</c:v>
                </c:pt>
                <c:pt idx="793">
                  <c:v>-0.002842762</c:v>
                </c:pt>
                <c:pt idx="794">
                  <c:v>-0.002806072</c:v>
                </c:pt>
                <c:pt idx="795">
                  <c:v>-0.002759862</c:v>
                </c:pt>
                <c:pt idx="796">
                  <c:v>-0.002704268</c:v>
                </c:pt>
                <c:pt idx="797">
                  <c:v>-0.002639458</c:v>
                </c:pt>
                <c:pt idx="798">
                  <c:v>-0.002565632</c:v>
                </c:pt>
                <c:pt idx="799">
                  <c:v>-0.002483024</c:v>
                </c:pt>
                <c:pt idx="800">
                  <c:v>-0.002391896</c:v>
                </c:pt>
                <c:pt idx="801">
                  <c:v>-0.002292542</c:v>
                </c:pt>
                <c:pt idx="802">
                  <c:v>-0.002185282</c:v>
                </c:pt>
                <c:pt idx="803">
                  <c:v>-0.002070466</c:v>
                </c:pt>
                <c:pt idx="804">
                  <c:v>-0.00194847</c:v>
                </c:pt>
                <c:pt idx="805">
                  <c:v>-0.001819694</c:v>
                </c:pt>
                <c:pt idx="806">
                  <c:v>-0.001684562</c:v>
                </c:pt>
                <c:pt idx="807">
                  <c:v>-0.001543521</c:v>
                </c:pt>
                <c:pt idx="808">
                  <c:v>-0.001397037</c:v>
                </c:pt>
                <c:pt idx="809">
                  <c:v>-0.001245596</c:v>
                </c:pt>
                <c:pt idx="810">
                  <c:v>-0.001089701</c:v>
                </c:pt>
                <c:pt idx="811">
                  <c:v>-0.000929868</c:v>
                </c:pt>
                <c:pt idx="812">
                  <c:v>-0.000766631</c:v>
                </c:pt>
                <c:pt idx="813">
                  <c:v>-0.000600531</c:v>
                </c:pt>
                <c:pt idx="814">
                  <c:v>-0.000432122</c:v>
                </c:pt>
                <c:pt idx="815">
                  <c:v>-0.000261965</c:v>
                </c:pt>
                <c:pt idx="816">
                  <c:v>-9.0625E-05</c:v>
                </c:pt>
                <c:pt idx="817">
                  <c:v>8.1326E-05</c:v>
                </c:pt>
                <c:pt idx="818">
                  <c:v>0.000253315</c:v>
                </c:pt>
                <c:pt idx="819">
                  <c:v>0.00042477</c:v>
                </c:pt>
                <c:pt idx="820">
                  <c:v>0.00059512</c:v>
                </c:pt>
                <c:pt idx="821">
                  <c:v>0.000763798</c:v>
                </c:pt>
                <c:pt idx="822">
                  <c:v>0.00093024</c:v>
                </c:pt>
                <c:pt idx="823">
                  <c:v>0.001093893</c:v>
                </c:pt>
                <c:pt idx="824">
                  <c:v>0.001254212</c:v>
                </c:pt>
                <c:pt idx="825">
                  <c:v>0.001410661</c:v>
                </c:pt>
                <c:pt idx="826">
                  <c:v>0.001562718</c:v>
                </c:pt>
                <c:pt idx="827">
                  <c:v>0.001709875</c:v>
                </c:pt>
                <c:pt idx="828">
                  <c:v>0.001851641</c:v>
                </c:pt>
                <c:pt idx="829">
                  <c:v>0.001987541</c:v>
                </c:pt>
                <c:pt idx="830">
                  <c:v>0.002117118</c:v>
                </c:pt>
                <c:pt idx="831">
                  <c:v>0.002239937</c:v>
                </c:pt>
                <c:pt idx="832">
                  <c:v>0.002355583</c:v>
                </c:pt>
                <c:pt idx="833">
                  <c:v>0.002463665</c:v>
                </c:pt>
                <c:pt idx="834">
                  <c:v>0.002563817</c:v>
                </c:pt>
                <c:pt idx="835">
                  <c:v>0.002655694</c:v>
                </c:pt>
                <c:pt idx="836">
                  <c:v>0.002738982</c:v>
                </c:pt>
                <c:pt idx="837">
                  <c:v>0.002813391</c:v>
                </c:pt>
                <c:pt idx="838">
                  <c:v>0.00287866</c:v>
                </c:pt>
                <c:pt idx="839">
                  <c:v>0.002934557</c:v>
                </c:pt>
                <c:pt idx="840">
                  <c:v>0.00298088</c:v>
                </c:pt>
                <c:pt idx="841">
                  <c:v>0.003017457</c:v>
                </c:pt>
                <c:pt idx="842">
                  <c:v>0.003044145</c:v>
                </c:pt>
                <c:pt idx="843">
                  <c:v>0.003060834</c:v>
                </c:pt>
                <c:pt idx="844">
                  <c:v>0.003067446</c:v>
                </c:pt>
                <c:pt idx="845">
                  <c:v>0.003063934</c:v>
                </c:pt>
                <c:pt idx="846">
                  <c:v>0.003050283</c:v>
                </c:pt>
                <c:pt idx="847">
                  <c:v>0.003026512</c:v>
                </c:pt>
                <c:pt idx="848">
                  <c:v>0.00299267</c:v>
                </c:pt>
                <c:pt idx="849">
                  <c:v>0.002948839</c:v>
                </c:pt>
                <c:pt idx="850">
                  <c:v>0.002895135</c:v>
                </c:pt>
                <c:pt idx="851">
                  <c:v>0.002831704</c:v>
                </c:pt>
                <c:pt idx="852">
                  <c:v>0.002758723</c:v>
                </c:pt>
                <c:pt idx="853">
                  <c:v>0.002676403</c:v>
                </c:pt>
                <c:pt idx="854">
                  <c:v>0.002584984</c:v>
                </c:pt>
                <c:pt idx="855">
                  <c:v>0.002484735</c:v>
                </c:pt>
                <c:pt idx="856">
                  <c:v>0.002375957</c:v>
                </c:pt>
                <c:pt idx="857">
                  <c:v>0.002258978</c:v>
                </c:pt>
                <c:pt idx="858">
                  <c:v>0.002134154</c:v>
                </c:pt>
                <c:pt idx="859">
                  <c:v>0.002001869</c:v>
                </c:pt>
                <c:pt idx="860">
                  <c:v>0.001862531</c:v>
                </c:pt>
                <c:pt idx="861">
                  <c:v>0.001716575</c:v>
                </c:pt>
                <c:pt idx="862">
                  <c:v>0.001564458</c:v>
                </c:pt>
                <c:pt idx="863">
                  <c:v>0.001406659</c:v>
                </c:pt>
                <c:pt idx="864">
                  <c:v>0.001243679</c:v>
                </c:pt>
                <c:pt idx="865">
                  <c:v>0.001076037</c:v>
                </c:pt>
                <c:pt idx="866">
                  <c:v>0.000904271</c:v>
                </c:pt>
                <c:pt idx="867">
                  <c:v>0.000728934</c:v>
                </c:pt>
                <c:pt idx="868">
                  <c:v>0.000550596</c:v>
                </c:pt>
                <c:pt idx="869">
                  <c:v>0.000369836</c:v>
                </c:pt>
                <c:pt idx="870">
                  <c:v>0.000187248</c:v>
                </c:pt>
                <c:pt idx="871">
                  <c:v>3.432E-06</c:v>
                </c:pt>
                <c:pt idx="872">
                  <c:v>-0.000181005</c:v>
                </c:pt>
                <c:pt idx="873">
                  <c:v>-0.000365447</c:v>
                </c:pt>
                <c:pt idx="874">
                  <c:v>-0.000549279</c:v>
                </c:pt>
                <c:pt idx="875">
                  <c:v>-0.000731884</c:v>
                </c:pt>
                <c:pt idx="876">
                  <c:v>-0.000912644</c:v>
                </c:pt>
                <c:pt idx="877">
                  <c:v>-0.001090947</c:v>
                </c:pt>
                <c:pt idx="878">
                  <c:v>-0.001266183</c:v>
                </c:pt>
                <c:pt idx="879">
                  <c:v>-0.001437753</c:v>
                </c:pt>
                <c:pt idx="880">
                  <c:v>-0.001605064</c:v>
                </c:pt>
                <c:pt idx="881">
                  <c:v>-0.001767538</c:v>
                </c:pt>
                <c:pt idx="882">
                  <c:v>-0.001924607</c:v>
                </c:pt>
                <c:pt idx="883">
                  <c:v>-0.002075723</c:v>
                </c:pt>
                <c:pt idx="884">
                  <c:v>-0.002220351</c:v>
                </c:pt>
                <c:pt idx="885">
                  <c:v>-0.00235798</c:v>
                </c:pt>
                <c:pt idx="886">
                  <c:v>-0.002488119</c:v>
                </c:pt>
                <c:pt idx="887">
                  <c:v>-0.002610301</c:v>
                </c:pt>
                <c:pt idx="888">
                  <c:v>-0.002724083</c:v>
                </c:pt>
                <c:pt idx="889">
                  <c:v>-0.002829052</c:v>
                </c:pt>
                <c:pt idx="890">
                  <c:v>-0.00292482</c:v>
                </c:pt>
                <c:pt idx="891">
                  <c:v>-0.003011034</c:v>
                </c:pt>
                <c:pt idx="892">
                  <c:v>-0.003087369</c:v>
                </c:pt>
                <c:pt idx="893">
                  <c:v>-0.003153534</c:v>
                </c:pt>
                <c:pt idx="894">
                  <c:v>-0.003209274</c:v>
                </c:pt>
                <c:pt idx="895">
                  <c:v>-0.003254367</c:v>
                </c:pt>
                <c:pt idx="896">
                  <c:v>-0.00328863</c:v>
                </c:pt>
                <c:pt idx="897">
                  <c:v>-0.003311914</c:v>
                </c:pt>
                <c:pt idx="898">
                  <c:v>-0.00332411</c:v>
                </c:pt>
                <c:pt idx="899">
                  <c:v>-0.003325147</c:v>
                </c:pt>
                <c:pt idx="900">
                  <c:v>-0.003314993</c:v>
                </c:pt>
                <c:pt idx="901">
                  <c:v>-0.003293654</c:v>
                </c:pt>
                <c:pt idx="902">
                  <c:v>-0.003261177</c:v>
                </c:pt>
                <c:pt idx="903">
                  <c:v>-0.003217645</c:v>
                </c:pt>
                <c:pt idx="904">
                  <c:v>-0.003163182</c:v>
                </c:pt>
                <c:pt idx="905">
                  <c:v>-0.00309795</c:v>
                </c:pt>
                <c:pt idx="906">
                  <c:v>-0.003022149</c:v>
                </c:pt>
                <c:pt idx="907">
                  <c:v>-0.002936015</c:v>
                </c:pt>
                <c:pt idx="908">
                  <c:v>-0.002839821</c:v>
                </c:pt>
                <c:pt idx="909">
                  <c:v>-0.002733876</c:v>
                </c:pt>
                <c:pt idx="910">
                  <c:v>-0.002618522</c:v>
                </c:pt>
                <c:pt idx="911">
                  <c:v>-0.002494135</c:v>
                </c:pt>
                <c:pt idx="912">
                  <c:v>-0.002361123</c:v>
                </c:pt>
                <c:pt idx="913">
                  <c:v>-0.002219921</c:v>
                </c:pt>
                <c:pt idx="914">
                  <c:v>-0.002070998</c:v>
                </c:pt>
                <c:pt idx="915">
                  <c:v>-0.001914844</c:v>
                </c:pt>
                <c:pt idx="916">
                  <c:v>-0.001751978</c:v>
                </c:pt>
                <c:pt idx="917">
                  <c:v>-0.001582942</c:v>
                </c:pt>
                <c:pt idx="918">
                  <c:v>-0.001408297</c:v>
                </c:pt>
                <c:pt idx="919">
                  <c:v>-0.001228624</c:v>
                </c:pt>
                <c:pt idx="920">
                  <c:v>-0.001044523</c:v>
                </c:pt>
                <c:pt idx="921">
                  <c:v>-0.000856607</c:v>
                </c:pt>
                <c:pt idx="922">
                  <c:v>-0.000665502</c:v>
                </c:pt>
                <c:pt idx="923">
                  <c:v>-0.000471846</c:v>
                </c:pt>
                <c:pt idx="924">
                  <c:v>-0.000276285</c:v>
                </c:pt>
                <c:pt idx="925">
                  <c:v>-7.9469E-05</c:v>
                </c:pt>
                <c:pt idx="926">
                  <c:v>0.000117945</c:v>
                </c:pt>
                <c:pt idx="927">
                  <c:v>0.000315299</c:v>
                </c:pt>
                <c:pt idx="928">
                  <c:v>0.000511936</c:v>
                </c:pt>
                <c:pt idx="929">
                  <c:v>0.000707202</c:v>
                </c:pt>
                <c:pt idx="930">
                  <c:v>0.000900446</c:v>
                </c:pt>
                <c:pt idx="931">
                  <c:v>0.001091027</c:v>
                </c:pt>
                <c:pt idx="932">
                  <c:v>0.001278309</c:v>
                </c:pt>
                <c:pt idx="933">
                  <c:v>0.00146167</c:v>
                </c:pt>
                <c:pt idx="934">
                  <c:v>0.0016405</c:v>
                </c:pt>
                <c:pt idx="935">
                  <c:v>0.001814203</c:v>
                </c:pt>
                <c:pt idx="936">
                  <c:v>0.001982202</c:v>
                </c:pt>
                <c:pt idx="937">
                  <c:v>0.002143935</c:v>
                </c:pt>
                <c:pt idx="938">
                  <c:v>0.002298864</c:v>
                </c:pt>
                <c:pt idx="939">
                  <c:v>0.00244647</c:v>
                </c:pt>
                <c:pt idx="940">
                  <c:v>0.002586259</c:v>
                </c:pt>
                <c:pt idx="941">
                  <c:v>0.002717762</c:v>
                </c:pt>
                <c:pt idx="942">
                  <c:v>0.002840535</c:v>
                </c:pt>
                <c:pt idx="943">
                  <c:v>0.002954163</c:v>
                </c:pt>
                <c:pt idx="944">
                  <c:v>0.00305826</c:v>
                </c:pt>
                <c:pt idx="945">
                  <c:v>0.003152467</c:v>
                </c:pt>
                <c:pt idx="946">
                  <c:v>0.003236462</c:v>
                </c:pt>
                <c:pt idx="947">
                  <c:v>0.003309949</c:v>
                </c:pt>
                <c:pt idx="948">
                  <c:v>0.003372668</c:v>
                </c:pt>
                <c:pt idx="949">
                  <c:v>0.003424393</c:v>
                </c:pt>
                <c:pt idx="950">
                  <c:v>0.003464932</c:v>
                </c:pt>
                <c:pt idx="951">
                  <c:v>0.003494128</c:v>
                </c:pt>
                <c:pt idx="952">
                  <c:v>0.003511858</c:v>
                </c:pt>
                <c:pt idx="953">
                  <c:v>0.003518039</c:v>
                </c:pt>
                <c:pt idx="954">
                  <c:v>0.00351262</c:v>
                </c:pt>
                <c:pt idx="955">
                  <c:v>0.00349559</c:v>
                </c:pt>
                <c:pt idx="956">
                  <c:v>0.003466973</c:v>
                </c:pt>
                <c:pt idx="957">
                  <c:v>0.00342683</c:v>
                </c:pt>
                <c:pt idx="958">
                  <c:v>0.003375259</c:v>
                </c:pt>
                <c:pt idx="959">
                  <c:v>0.003312394</c:v>
                </c:pt>
                <c:pt idx="960">
                  <c:v>0.003238407</c:v>
                </c:pt>
                <c:pt idx="961">
                  <c:v>0.003153504</c:v>
                </c:pt>
                <c:pt idx="962">
                  <c:v>0.003057928</c:v>
                </c:pt>
                <c:pt idx="963">
                  <c:v>0.002951957</c:v>
                </c:pt>
                <c:pt idx="964">
                  <c:v>0.002835901</c:v>
                </c:pt>
                <c:pt idx="965">
                  <c:v>0.002710107</c:v>
                </c:pt>
                <c:pt idx="966">
                  <c:v>0.002574953</c:v>
                </c:pt>
                <c:pt idx="967">
                  <c:v>0.002430848</c:v>
                </c:pt>
                <c:pt idx="968">
                  <c:v>0.002278233</c:v>
                </c:pt>
                <c:pt idx="969">
                  <c:v>0.002117578</c:v>
                </c:pt>
                <c:pt idx="970">
                  <c:v>0.001949381</c:v>
                </c:pt>
                <c:pt idx="971">
                  <c:v>0.001774168</c:v>
                </c:pt>
                <c:pt idx="972">
                  <c:v>0.00159249</c:v>
                </c:pt>
                <c:pt idx="973">
                  <c:v>0.00140492</c:v>
                </c:pt>
                <c:pt idx="974">
                  <c:v>0.001212056</c:v>
                </c:pt>
                <c:pt idx="975">
                  <c:v>0.001014514</c:v>
                </c:pt>
                <c:pt idx="976">
                  <c:v>0.000812931</c:v>
                </c:pt>
                <c:pt idx="977">
                  <c:v>0.000607959</c:v>
                </c:pt>
                <c:pt idx="978">
                  <c:v>0.000400265</c:v>
                </c:pt>
                <c:pt idx="979">
                  <c:v>0.000190529</c:v>
                </c:pt>
                <c:pt idx="980">
                  <c:v>-2.0559E-05</c:v>
                </c:pt>
                <c:pt idx="981">
                  <c:v>-0.000232301</c:v>
                </c:pt>
                <c:pt idx="982">
                  <c:v>-0.000443991</c:v>
                </c:pt>
                <c:pt idx="983">
                  <c:v>-0.000654922</c:v>
                </c:pt>
                <c:pt idx="984">
                  <c:v>-0.000864385</c:v>
                </c:pt>
                <c:pt idx="985">
                  <c:v>-0.00107167</c:v>
                </c:pt>
                <c:pt idx="986">
                  <c:v>-0.001276074</c:v>
                </c:pt>
                <c:pt idx="987">
                  <c:v>-0.001476897</c:v>
                </c:pt>
                <c:pt idx="988">
                  <c:v>-0.001673449</c:v>
                </c:pt>
                <c:pt idx="989">
                  <c:v>-0.001865051</c:v>
                </c:pt>
                <c:pt idx="990">
                  <c:v>-0.002051036</c:v>
                </c:pt>
                <c:pt idx="991">
                  <c:v>-0.002230754</c:v>
                </c:pt>
                <c:pt idx="992">
                  <c:v>-0.002403573</c:v>
                </c:pt>
                <c:pt idx="993">
                  <c:v>-0.002568883</c:v>
                </c:pt>
                <c:pt idx="994">
                  <c:v>-0.002726093</c:v>
                </c:pt>
                <c:pt idx="995">
                  <c:v>-0.002874641</c:v>
                </c:pt>
                <c:pt idx="996">
                  <c:v>-0.003013991</c:v>
                </c:pt>
                <c:pt idx="997">
                  <c:v>-0.003143636</c:v>
                </c:pt>
                <c:pt idx="998">
                  <c:v>-0.0032631</c:v>
                </c:pt>
                <c:pt idx="999">
                  <c:v>-0.003371943</c:v>
                </c:pt>
                <c:pt idx="1000">
                  <c:v>-0.003469758</c:v>
                </c:pt>
                <c:pt idx="1001">
                  <c:v>-0.003556174</c:v>
                </c:pt>
                <c:pt idx="1002">
                  <c:v>-0.003630861</c:v>
                </c:pt>
                <c:pt idx="1003">
                  <c:v>-0.003693527</c:v>
                </c:pt>
                <c:pt idx="1004">
                  <c:v>-0.003743921</c:v>
                </c:pt>
                <c:pt idx="1005">
                  <c:v>-0.003781836</c:v>
                </c:pt>
                <c:pt idx="1006">
                  <c:v>-0.003807105</c:v>
                </c:pt>
                <c:pt idx="1007">
                  <c:v>-0.003819608</c:v>
                </c:pt>
                <c:pt idx="1008">
                  <c:v>-0.003819267</c:v>
                </c:pt>
                <c:pt idx="1009">
                  <c:v>-0.003806051</c:v>
                </c:pt>
                <c:pt idx="1010">
                  <c:v>-0.003779973</c:v>
                </c:pt>
                <c:pt idx="1011">
                  <c:v>-0.003741092</c:v>
                </c:pt>
                <c:pt idx="1012">
                  <c:v>-0.00368951</c:v>
                </c:pt>
                <c:pt idx="1013">
                  <c:v>-0.003625376</c:v>
                </c:pt>
                <c:pt idx="1014">
                  <c:v>-0.003548883</c:v>
                </c:pt>
                <c:pt idx="1015">
                  <c:v>-0.003460267</c:v>
                </c:pt>
                <c:pt idx="1016">
                  <c:v>-0.003359807</c:v>
                </c:pt>
                <c:pt idx="1017">
                  <c:v>-0.003247825</c:v>
                </c:pt>
                <c:pt idx="1018">
                  <c:v>-0.003124681</c:v>
                </c:pt>
                <c:pt idx="1019">
                  <c:v>-0.002990778</c:v>
                </c:pt>
                <c:pt idx="1020">
                  <c:v>-0.002846553</c:v>
                </c:pt>
                <c:pt idx="1021">
                  <c:v>-0.002692482</c:v>
                </c:pt>
                <c:pt idx="1022">
                  <c:v>-0.002529075</c:v>
                </c:pt>
                <c:pt idx="1023">
                  <c:v>-0.002356874</c:v>
                </c:pt>
                <c:pt idx="1024">
                  <c:v>-0.00217645</c:v>
                </c:pt>
                <c:pt idx="1025">
                  <c:v>-0.001988407</c:v>
                </c:pt>
                <c:pt idx="1026">
                  <c:v>-0.00179337</c:v>
                </c:pt>
                <c:pt idx="1027">
                  <c:v>-0.001591991</c:v>
                </c:pt>
                <c:pt idx="1028">
                  <c:v>-0.001384943</c:v>
                </c:pt>
                <c:pt idx="1029">
                  <c:v>-0.001172918</c:v>
                </c:pt>
                <c:pt idx="1030">
                  <c:v>-0.000956624</c:v>
                </c:pt>
                <c:pt idx="1031">
                  <c:v>-0.000736785</c:v>
                </c:pt>
                <c:pt idx="1032">
                  <c:v>-0.000514135</c:v>
                </c:pt>
                <c:pt idx="1033">
                  <c:v>-0.000289417</c:v>
                </c:pt>
                <c:pt idx="1034">
                  <c:v>-6.338E-05</c:v>
                </c:pt>
                <c:pt idx="1035">
                  <c:v>0.000163222</c:v>
                </c:pt>
                <c:pt idx="1036">
                  <c:v>0.000389633</c:v>
                </c:pt>
                <c:pt idx="1037">
                  <c:v>0.0006151</c:v>
                </c:pt>
                <c:pt idx="1038">
                  <c:v>0.000838873</c:v>
                </c:pt>
                <c:pt idx="1039">
                  <c:v>0.001060208</c:v>
                </c:pt>
                <c:pt idx="1040">
                  <c:v>0.00127837</c:v>
                </c:pt>
                <c:pt idx="1041">
                  <c:v>0.001492635</c:v>
                </c:pt>
                <c:pt idx="1042">
                  <c:v>0.001702291</c:v>
                </c:pt>
                <c:pt idx="1043">
                  <c:v>0.001906644</c:v>
                </c:pt>
                <c:pt idx="1044">
                  <c:v>0.002105015</c:v>
                </c:pt>
                <c:pt idx="1045">
                  <c:v>0.002296745</c:v>
                </c:pt>
                <c:pt idx="1046">
                  <c:v>0.002481199</c:v>
                </c:pt>
                <c:pt idx="1047">
                  <c:v>0.002657764</c:v>
                </c:pt>
                <c:pt idx="1048">
                  <c:v>0.002825851</c:v>
                </c:pt>
                <c:pt idx="1049">
                  <c:v>0.002984901</c:v>
                </c:pt>
                <c:pt idx="1050">
                  <c:v>0.003134382</c:v>
                </c:pt>
                <c:pt idx="1051">
                  <c:v>0.003273792</c:v>
                </c:pt>
                <c:pt idx="1052">
                  <c:v>0.003402663</c:v>
                </c:pt>
                <c:pt idx="1053">
                  <c:v>0.003520559</c:v>
                </c:pt>
                <c:pt idx="1054">
                  <c:v>0.003627077</c:v>
                </c:pt>
                <c:pt idx="1055">
                  <c:v>0.003721852</c:v>
                </c:pt>
                <c:pt idx="1056">
                  <c:v>0.003804554</c:v>
                </c:pt>
                <c:pt idx="1057">
                  <c:v>0.003874892</c:v>
                </c:pt>
                <c:pt idx="1058">
                  <c:v>0.003932611</c:v>
                </c:pt>
                <c:pt idx="1059">
                  <c:v>0.003977499</c:v>
                </c:pt>
                <c:pt idx="1060">
                  <c:v>0.004009382</c:v>
                </c:pt>
                <c:pt idx="1061">
                  <c:v>0.004028125</c:v>
                </c:pt>
                <c:pt idx="1062">
                  <c:v>0.004033637</c:v>
                </c:pt>
                <c:pt idx="1063">
                  <c:v>0.004025867</c:v>
                </c:pt>
                <c:pt idx="1064">
                  <c:v>0.004004804</c:v>
                </c:pt>
                <c:pt idx="1065">
                  <c:v>0.003970482</c:v>
                </c:pt>
                <c:pt idx="1066">
                  <c:v>0.003922975</c:v>
                </c:pt>
                <c:pt idx="1067">
                  <c:v>0.003862397</c:v>
                </c:pt>
                <c:pt idx="1068">
                  <c:v>0.003788908</c:v>
                </c:pt>
                <c:pt idx="1069">
                  <c:v>0.003702705</c:v>
                </c:pt>
                <c:pt idx="1070">
                  <c:v>0.003604028</c:v>
                </c:pt>
                <c:pt idx="1071">
                  <c:v>0.003493158</c:v>
                </c:pt>
                <c:pt idx="1072">
                  <c:v>0.003370415</c:v>
                </c:pt>
                <c:pt idx="1073">
                  <c:v>0.003236156</c:v>
                </c:pt>
                <c:pt idx="1074">
                  <c:v>0.003090781</c:v>
                </c:pt>
                <c:pt idx="1075">
                  <c:v>0.002934723</c:v>
                </c:pt>
                <c:pt idx="1076">
                  <c:v>0.002768454</c:v>
                </c:pt>
                <c:pt idx="1077">
                  <c:v>0.002592478</c:v>
                </c:pt>
                <c:pt idx="1078">
                  <c:v>0.002407336</c:v>
                </c:pt>
                <c:pt idx="1079">
                  <c:v>0.002213599</c:v>
                </c:pt>
                <c:pt idx="1080">
                  <c:v>0.002011871</c:v>
                </c:pt>
                <c:pt idx="1081">
                  <c:v>0.001802782</c:v>
                </c:pt>
                <c:pt idx="1082">
                  <c:v>0.001586992</c:v>
                </c:pt>
                <c:pt idx="1083">
                  <c:v>0.001365186</c:v>
                </c:pt>
                <c:pt idx="1084">
                  <c:v>0.001138071</c:v>
                </c:pt>
                <c:pt idx="1085">
                  <c:v>0.000906377</c:v>
                </c:pt>
                <c:pt idx="1086">
                  <c:v>0.000670853</c:v>
                </c:pt>
                <c:pt idx="1087">
                  <c:v>0.000432265</c:v>
                </c:pt>
                <c:pt idx="1088">
                  <c:v>0.000191393</c:v>
                </c:pt>
                <c:pt idx="1089">
                  <c:v>-5.0971E-05</c:v>
                </c:pt>
                <c:pt idx="1090">
                  <c:v>-0.000294025</c:v>
                </c:pt>
                <c:pt idx="1091">
                  <c:v>-0.000536959</c:v>
                </c:pt>
                <c:pt idx="1092">
                  <c:v>-0.00077896</c:v>
                </c:pt>
                <c:pt idx="1093">
                  <c:v>-0.001019213</c:v>
                </c:pt>
                <c:pt idx="1094">
                  <c:v>-0.001256905</c:v>
                </c:pt>
                <c:pt idx="1095">
                  <c:v>-0.001491225</c:v>
                </c:pt>
                <c:pt idx="1096">
                  <c:v>-0.00172137</c:v>
                </c:pt>
                <c:pt idx="1097">
                  <c:v>-0.001946548</c:v>
                </c:pt>
                <c:pt idx="1098">
                  <c:v>-0.002165976</c:v>
                </c:pt>
                <c:pt idx="1099">
                  <c:v>-0.002378889</c:v>
                </c:pt>
                <c:pt idx="1100">
                  <c:v>-0.002584541</c:v>
                </c:pt>
                <c:pt idx="1101">
                  <c:v>-0.002782204</c:v>
                </c:pt>
                <c:pt idx="1102">
                  <c:v>-0.002971176</c:v>
                </c:pt>
                <c:pt idx="1103">
                  <c:v>-0.003150781</c:v>
                </c:pt>
                <c:pt idx="1104">
                  <c:v>-0.003320371</c:v>
                </c:pt>
                <c:pt idx="1105">
                  <c:v>-0.003479331</c:v>
                </c:pt>
                <c:pt idx="1106">
                  <c:v>-0.00362708</c:v>
                </c:pt>
                <c:pt idx="1107">
                  <c:v>-0.003763073</c:v>
                </c:pt>
                <c:pt idx="1108">
                  <c:v>-0.003886803</c:v>
                </c:pt>
                <c:pt idx="1109">
                  <c:v>-0.003997805</c:v>
                </c:pt>
                <c:pt idx="1110">
                  <c:v>-0.004095656</c:v>
                </c:pt>
                <c:pt idx="1111">
                  <c:v>-0.004179978</c:v>
                </c:pt>
                <c:pt idx="1112">
                  <c:v>-0.004250439</c:v>
                </c:pt>
                <c:pt idx="1113">
                  <c:v>-0.004306754</c:v>
                </c:pt>
                <c:pt idx="1114">
                  <c:v>-0.004348688</c:v>
                </c:pt>
                <c:pt idx="1115">
                  <c:v>-0.004376056</c:v>
                </c:pt>
                <c:pt idx="1116">
                  <c:v>-0.004388722</c:v>
                </c:pt>
                <c:pt idx="1117">
                  <c:v>-0.004386605</c:v>
                </c:pt>
                <c:pt idx="1118">
                  <c:v>-0.004369673</c:v>
                </c:pt>
                <c:pt idx="1119">
                  <c:v>-0.004337948</c:v>
                </c:pt>
                <c:pt idx="1120">
                  <c:v>-0.004291503</c:v>
                </c:pt>
                <c:pt idx="1121">
                  <c:v>-0.004230466</c:v>
                </c:pt>
                <c:pt idx="1122">
                  <c:v>-0.004155013</c:v>
                </c:pt>
                <c:pt idx="1123">
                  <c:v>-0.004065375</c:v>
                </c:pt>
                <c:pt idx="1124">
                  <c:v>-0.003961831</c:v>
                </c:pt>
                <c:pt idx="1125">
                  <c:v>-0.00384471</c:v>
                </c:pt>
                <c:pt idx="1126">
                  <c:v>-0.003714391</c:v>
                </c:pt>
                <c:pt idx="1127">
                  <c:v>-0.003571297</c:v>
                </c:pt>
                <c:pt idx="1128">
                  <c:v>-0.003415898</c:v>
                </c:pt>
                <c:pt idx="1129">
                  <c:v>-0.003248707</c:v>
                </c:pt>
                <c:pt idx="1130">
                  <c:v>-0.003070278</c:v>
                </c:pt>
                <c:pt idx="1131">
                  <c:v>-0.002881206</c:v>
                </c:pt>
                <c:pt idx="1132">
                  <c:v>-0.002682122</c:v>
                </c:pt>
                <c:pt idx="1133">
                  <c:v>-0.002473691</c:v>
                </c:pt>
                <c:pt idx="1134">
                  <c:v>-0.002256612</c:v>
                </c:pt>
                <c:pt idx="1135">
                  <c:v>-0.002031612</c:v>
                </c:pt>
                <c:pt idx="1136">
                  <c:v>-0.001799446</c:v>
                </c:pt>
                <c:pt idx="1137">
                  <c:v>-0.001560893</c:v>
                </c:pt>
                <c:pt idx="1138">
                  <c:v>-0.001316753</c:v>
                </c:pt>
                <c:pt idx="1139">
                  <c:v>-0.001067843</c:v>
                </c:pt>
                <c:pt idx="1140">
                  <c:v>-0.000814999</c:v>
                </c:pt>
                <c:pt idx="1141">
                  <c:v>-0.000559067</c:v>
                </c:pt>
                <c:pt idx="1142">
                  <c:v>-0.000300901</c:v>
                </c:pt>
                <c:pt idx="1143">
                  <c:v>-4.1365E-05</c:v>
                </c:pt>
                <c:pt idx="1144">
                  <c:v>0.000218677</c:v>
                </c:pt>
                <c:pt idx="1145">
                  <c:v>0.000478356</c:v>
                </c:pt>
                <c:pt idx="1146">
                  <c:v>0.000736811</c:v>
                </c:pt>
                <c:pt idx="1147">
                  <c:v>0.000993181</c:v>
                </c:pt>
                <c:pt idx="1148">
                  <c:v>0.001246616</c:v>
                </c:pt>
                <c:pt idx="1149">
                  <c:v>0.001496275</c:v>
                </c:pt>
                <c:pt idx="1150">
                  <c:v>0.001741333</c:v>
                </c:pt>
                <c:pt idx="1151">
                  <c:v>0.001980978</c:v>
                </c:pt>
                <c:pt idx="1152">
                  <c:v>0.002214417</c:v>
                </c:pt>
                <c:pt idx="1153">
                  <c:v>0.00244088</c:v>
                </c:pt>
                <c:pt idx="1154">
                  <c:v>0.002659619</c:v>
                </c:pt>
                <c:pt idx="1155">
                  <c:v>0.002869909</c:v>
                </c:pt>
                <c:pt idx="1156">
                  <c:v>0.003071057</c:v>
                </c:pt>
                <c:pt idx="1157">
                  <c:v>0.003262395</c:v>
                </c:pt>
                <c:pt idx="1158">
                  <c:v>0.003443291</c:v>
                </c:pt>
                <c:pt idx="1159">
                  <c:v>0.003613144</c:v>
                </c:pt>
                <c:pt idx="1160">
                  <c:v>0.003771386</c:v>
                </c:pt>
                <c:pt idx="1161">
                  <c:v>0.003917489</c:v>
                </c:pt>
                <c:pt idx="1162">
                  <c:v>0.004050962</c:v>
                </c:pt>
                <c:pt idx="1163">
                  <c:v>0.004171352</c:v>
                </c:pt>
                <c:pt idx="1164">
                  <c:v>0.004278248</c:v>
                </c:pt>
                <c:pt idx="1165">
                  <c:v>0.004371282</c:v>
                </c:pt>
                <c:pt idx="1166">
                  <c:v>0.004450126</c:v>
                </c:pt>
                <c:pt idx="1167">
                  <c:v>0.004514499</c:v>
                </c:pt>
                <c:pt idx="1168">
                  <c:v>0.004564162</c:v>
                </c:pt>
                <c:pt idx="1169">
                  <c:v>0.004598923</c:v>
                </c:pt>
                <c:pt idx="1170">
                  <c:v>0.004618635</c:v>
                </c:pt>
                <c:pt idx="1171">
                  <c:v>0.004623199</c:v>
                </c:pt>
                <c:pt idx="1172">
                  <c:v>0.004612562</c:v>
                </c:pt>
                <c:pt idx="1173">
                  <c:v>0.004586718</c:v>
                </c:pt>
                <c:pt idx="1174">
                  <c:v>0.004545708</c:v>
                </c:pt>
                <c:pt idx="1175">
                  <c:v>0.004489622</c:v>
                </c:pt>
                <c:pt idx="1176">
                  <c:v>0.004418597</c:v>
                </c:pt>
                <c:pt idx="1177">
                  <c:v>0.004332815</c:v>
                </c:pt>
                <c:pt idx="1178">
                  <c:v>0.004232507</c:v>
                </c:pt>
                <c:pt idx="1179">
                  <c:v>0.004117951</c:v>
                </c:pt>
                <c:pt idx="1180">
                  <c:v>0.003989469</c:v>
                </c:pt>
                <c:pt idx="1181">
                  <c:v>0.003847429</c:v>
                </c:pt>
                <c:pt idx="1182">
                  <c:v>0.003692245</c:v>
                </c:pt>
                <c:pt idx="1183">
                  <c:v>0.003524372</c:v>
                </c:pt>
                <c:pt idx="1184">
                  <c:v>0.003344308</c:v>
                </c:pt>
                <c:pt idx="1185">
                  <c:v>0.003152594</c:v>
                </c:pt>
                <c:pt idx="1186">
                  <c:v>0.00294981</c:v>
                </c:pt>
                <c:pt idx="1187">
                  <c:v>0.002736574</c:v>
                </c:pt>
                <c:pt idx="1188">
                  <c:v>0.002513542</c:v>
                </c:pt>
                <c:pt idx="1189">
                  <c:v>0.002281403</c:v>
                </c:pt>
                <c:pt idx="1190">
                  <c:v>0.002040883</c:v>
                </c:pt>
                <c:pt idx="1191">
                  <c:v>0.001792737</c:v>
                </c:pt>
                <c:pt idx="1192">
                  <c:v>0.001537748</c:v>
                </c:pt>
                <c:pt idx="1193">
                  <c:v>0.00127673</c:v>
                </c:pt>
                <c:pt idx="1194">
                  <c:v>0.001010519</c:v>
                </c:pt>
                <c:pt idx="1195">
                  <c:v>0.000739973</c:v>
                </c:pt>
                <c:pt idx="1196">
                  <c:v>0.00046597</c:v>
                </c:pt>
                <c:pt idx="1197">
                  <c:v>0.000189407</c:v>
                </c:pt>
                <c:pt idx="1198">
                  <c:v>-8.8807E-05</c:v>
                </c:pt>
                <c:pt idx="1199">
                  <c:v>-0.000367752</c:v>
                </c:pt>
                <c:pt idx="1200">
                  <c:v>-0.000646499</c:v>
                </c:pt>
                <c:pt idx="1201">
                  <c:v>-0.000924113</c:v>
                </c:pt>
                <c:pt idx="1202">
                  <c:v>-0.001199658</c:v>
                </c:pt>
                <c:pt idx="1203">
                  <c:v>-0.001472199</c:v>
                </c:pt>
                <c:pt idx="1204">
                  <c:v>-0.001740806</c:v>
                </c:pt>
                <c:pt idx="1205">
                  <c:v>-0.002004553</c:v>
                </c:pt>
                <c:pt idx="1206">
                  <c:v>-0.002262531</c:v>
                </c:pt>
                <c:pt idx="1207">
                  <c:v>-0.002513841</c:v>
                </c:pt>
                <c:pt idx="1208">
                  <c:v>-0.002757601</c:v>
                </c:pt>
                <c:pt idx="1209">
                  <c:v>-0.002992954</c:v>
                </c:pt>
                <c:pt idx="1210">
                  <c:v>-0.003219063</c:v>
                </c:pt>
                <c:pt idx="1211">
                  <c:v>-0.00343512</c:v>
                </c:pt>
                <c:pt idx="1212">
                  <c:v>-0.003640349</c:v>
                </c:pt>
                <c:pt idx="1213">
                  <c:v>-0.003834004</c:v>
                </c:pt>
                <c:pt idx="1214">
                  <c:v>-0.004015379</c:v>
                </c:pt>
                <c:pt idx="1215">
                  <c:v>-0.004183806</c:v>
                </c:pt>
                <c:pt idx="1216">
                  <c:v>-0.004338658</c:v>
                </c:pt>
                <c:pt idx="1217">
                  <c:v>-0.004479356</c:v>
                </c:pt>
                <c:pt idx="1218">
                  <c:v>-0.004605365</c:v>
                </c:pt>
                <c:pt idx="1219">
                  <c:v>-0.004716202</c:v>
                </c:pt>
                <c:pt idx="1220">
                  <c:v>-0.004811435</c:v>
                </c:pt>
                <c:pt idx="1221">
                  <c:v>-0.004890684</c:v>
                </c:pt>
                <c:pt idx="1222">
                  <c:v>-0.004953626</c:v>
                </c:pt>
                <c:pt idx="1223">
                  <c:v>-0.004999996</c:v>
                </c:pt>
                <c:pt idx="1224">
                  <c:v>-0.005029583</c:v>
                </c:pt>
                <c:pt idx="1225">
                  <c:v>-0.005042241</c:v>
                </c:pt>
                <c:pt idx="1226">
                  <c:v>-0.005037878</c:v>
                </c:pt>
                <c:pt idx="1227">
                  <c:v>-0.005016467</c:v>
                </c:pt>
                <c:pt idx="1228">
                  <c:v>-0.00497804</c:v>
                </c:pt>
                <c:pt idx="1229">
                  <c:v>-0.004922688</c:v>
                </c:pt>
                <c:pt idx="1230">
                  <c:v>-0.004850567</c:v>
                </c:pt>
                <c:pt idx="1231">
                  <c:v>-0.004761889</c:v>
                </c:pt>
                <c:pt idx="1232">
                  <c:v>-0.004656927</c:v>
                </c:pt>
                <c:pt idx="1233">
                  <c:v>-0.004536013</c:v>
                </c:pt>
                <c:pt idx="1234">
                  <c:v>-0.004399535</c:v>
                </c:pt>
                <c:pt idx="1235">
                  <c:v>-0.004247937</c:v>
                </c:pt>
                <c:pt idx="1236">
                  <c:v>-0.004081718</c:v>
                </c:pt>
                <c:pt idx="1237">
                  <c:v>-0.003901427</c:v>
                </c:pt>
                <c:pt idx="1238">
                  <c:v>-0.003707665</c:v>
                </c:pt>
                <c:pt idx="1239">
                  <c:v>-0.00350108</c:v>
                </c:pt>
                <c:pt idx="1240">
                  <c:v>-0.003282363</c:v>
                </c:pt>
                <c:pt idx="1241">
                  <c:v>-0.003052251</c:v>
                </c:pt>
                <c:pt idx="1242">
                  <c:v>-0.002811517</c:v>
                </c:pt>
                <c:pt idx="1243">
                  <c:v>-0.002560972</c:v>
                </c:pt>
                <c:pt idx="1244">
                  <c:v>-0.002301462</c:v>
                </c:pt>
                <c:pt idx="1245">
                  <c:v>-0.002033861</c:v>
                </c:pt>
                <c:pt idx="1246">
                  <c:v>-0.00175907</c:v>
                </c:pt>
                <c:pt idx="1247">
                  <c:v>-0.001478015</c:v>
                </c:pt>
                <c:pt idx="1248">
                  <c:v>-0.00119164</c:v>
                </c:pt>
                <c:pt idx="1249">
                  <c:v>-0.000900908</c:v>
                </c:pt>
                <c:pt idx="1250">
                  <c:v>-0.000606795</c:v>
                </c:pt>
                <c:pt idx="1251">
                  <c:v>-0.000310284</c:v>
                </c:pt>
                <c:pt idx="1252">
                  <c:v>-1.2368E-05</c:v>
                </c:pt>
                <c:pt idx="1253">
                  <c:v>0.000285959</c:v>
                </c:pt>
                <c:pt idx="1254">
                  <c:v>0.000583704</c:v>
                </c:pt>
                <c:pt idx="1255">
                  <c:v>0.000879876</c:v>
                </c:pt>
                <c:pt idx="1256">
                  <c:v>0.001173494</c:v>
                </c:pt>
                <c:pt idx="1257">
                  <c:v>0.001463583</c:v>
                </c:pt>
                <c:pt idx="1258">
                  <c:v>0.001749185</c:v>
                </c:pt>
                <c:pt idx="1259">
                  <c:v>0.002029358</c:v>
                </c:pt>
                <c:pt idx="1260">
                  <c:v>0.002303176</c:v>
                </c:pt>
                <c:pt idx="1261">
                  <c:v>0.002569739</c:v>
                </c:pt>
                <c:pt idx="1262">
                  <c:v>0.002828171</c:v>
                </c:pt>
                <c:pt idx="1263">
                  <c:v>0.00307762</c:v>
                </c:pt>
                <c:pt idx="1264">
                  <c:v>0.003317269</c:v>
                </c:pt>
                <c:pt idx="1265">
                  <c:v>0.003546328</c:v>
                </c:pt>
                <c:pt idx="1266">
                  <c:v>0.003764045</c:v>
                </c:pt>
                <c:pt idx="1267">
                  <c:v>0.003969704</c:v>
                </c:pt>
                <c:pt idx="1268">
                  <c:v>0.004162625</c:v>
                </c:pt>
                <c:pt idx="1269">
                  <c:v>0.004342171</c:v>
                </c:pt>
                <c:pt idx="1270">
                  <c:v>0.004507744</c:v>
                </c:pt>
                <c:pt idx="1271">
                  <c:v>0.004658794</c:v>
                </c:pt>
                <c:pt idx="1272">
                  <c:v>0.004794812</c:v>
                </c:pt>
                <c:pt idx="1273">
                  <c:v>0.004915337</c:v>
                </c:pt>
                <c:pt idx="1274">
                  <c:v>0.005019955</c:v>
                </c:pt>
                <c:pt idx="1275">
                  <c:v>0.005108303</c:v>
                </c:pt>
                <c:pt idx="1276">
                  <c:v>0.005180064</c:v>
                </c:pt>
                <c:pt idx="1277">
                  <c:v>0.005234976</c:v>
                </c:pt>
                <c:pt idx="1278">
                  <c:v>0.005272826</c:v>
                </c:pt>
                <c:pt idx="1279">
                  <c:v>0.005293452</c:v>
                </c:pt>
                <c:pt idx="1280">
                  <c:v>0.005296748</c:v>
                </c:pt>
                <c:pt idx="1281">
                  <c:v>0.005282659</c:v>
                </c:pt>
                <c:pt idx="1282">
                  <c:v>0.005251184</c:v>
                </c:pt>
                <c:pt idx="1283">
                  <c:v>0.005202374</c:v>
                </c:pt>
                <c:pt idx="1284">
                  <c:v>0.005136337</c:v>
                </c:pt>
                <c:pt idx="1285">
                  <c:v>0.005053233</c:v>
                </c:pt>
                <c:pt idx="1286">
                  <c:v>0.004953273</c:v>
                </c:pt>
                <c:pt idx="1287">
                  <c:v>0.004836725</c:v>
                </c:pt>
                <c:pt idx="1288">
                  <c:v>0.004703908</c:v>
                </c:pt>
                <c:pt idx="1289">
                  <c:v>0.004555193</c:v>
                </c:pt>
                <c:pt idx="1290">
                  <c:v>0.004391003</c:v>
                </c:pt>
                <c:pt idx="1291">
                  <c:v>0.00421181</c:v>
                </c:pt>
                <c:pt idx="1292">
                  <c:v>0.004018137</c:v>
                </c:pt>
                <c:pt idx="1293">
                  <c:v>0.003810556</c:v>
                </c:pt>
                <c:pt idx="1294">
                  <c:v>0.003589683</c:v>
                </c:pt>
                <c:pt idx="1295">
                  <c:v>0.003356184</c:v>
                </c:pt>
                <c:pt idx="1296">
                  <c:v>0.003110765</c:v>
                </c:pt>
                <c:pt idx="1297">
                  <c:v>0.002854177</c:v>
                </c:pt>
                <c:pt idx="1298">
                  <c:v>0.00258721</c:v>
                </c:pt>
                <c:pt idx="1299">
                  <c:v>0.002310693</c:v>
                </c:pt>
                <c:pt idx="1300">
                  <c:v>0.00202549</c:v>
                </c:pt>
                <c:pt idx="1301">
                  <c:v>0.001732501</c:v>
                </c:pt>
                <c:pt idx="1302">
                  <c:v>0.001432655</c:v>
                </c:pt>
                <c:pt idx="1303">
                  <c:v>0.00112691</c:v>
                </c:pt>
                <c:pt idx="1304">
                  <c:v>0.000816251</c:v>
                </c:pt>
                <c:pt idx="1305">
                  <c:v>0.000501684</c:v>
                </c:pt>
                <c:pt idx="1306">
                  <c:v>0.000184238</c:v>
                </c:pt>
                <c:pt idx="1307">
                  <c:v>-0.000135046</c:v>
                </c:pt>
                <c:pt idx="1308">
                  <c:v>-0.000455109</c:v>
                </c:pt>
                <c:pt idx="1309">
                  <c:v>-0.000774887</c:v>
                </c:pt>
                <c:pt idx="1310">
                  <c:v>-0.001093305</c:v>
                </c:pt>
                <c:pt idx="1311">
                  <c:v>-0.001409288</c:v>
                </c:pt>
                <c:pt idx="1312">
                  <c:v>-0.001721761</c:v>
                </c:pt>
                <c:pt idx="1313">
                  <c:v>-0.002029655</c:v>
                </c:pt>
                <c:pt idx="1314">
                  <c:v>-0.002331907</c:v>
                </c:pt>
                <c:pt idx="1315">
                  <c:v>-0.00262747</c:v>
                </c:pt>
                <c:pt idx="1316">
                  <c:v>-0.002915309</c:v>
                </c:pt>
                <c:pt idx="1317">
                  <c:v>-0.003194411</c:v>
                </c:pt>
                <c:pt idx="1318">
                  <c:v>-0.003463789</c:v>
                </c:pt>
                <c:pt idx="1319">
                  <c:v>-0.00372248</c:v>
                </c:pt>
                <c:pt idx="1320">
                  <c:v>-0.003969554</c:v>
                </c:pt>
                <c:pt idx="1321">
                  <c:v>-0.004204117</c:v>
                </c:pt>
                <c:pt idx="1322">
                  <c:v>-0.004425313</c:v>
                </c:pt>
                <c:pt idx="1323">
                  <c:v>-0.004632327</c:v>
                </c:pt>
                <c:pt idx="1324">
                  <c:v>-0.004824392</c:v>
                </c:pt>
                <c:pt idx="1325">
                  <c:v>-0.005000789</c:v>
                </c:pt>
                <c:pt idx="1326">
                  <c:v>-0.00516085</c:v>
                </c:pt>
                <c:pt idx="1327">
                  <c:v>-0.005303963</c:v>
                </c:pt>
                <c:pt idx="1328">
                  <c:v>-0.005429573</c:v>
                </c:pt>
                <c:pt idx="1329">
                  <c:v>-0.005537185</c:v>
                </c:pt>
                <c:pt idx="1330">
                  <c:v>-0.005626367</c:v>
                </c:pt>
                <c:pt idx="1331">
                  <c:v>-0.005696751</c:v>
                </c:pt>
                <c:pt idx="1332">
                  <c:v>-0.005748035</c:v>
                </c:pt>
                <c:pt idx="1333">
                  <c:v>-0.005779984</c:v>
                </c:pt>
                <c:pt idx="1334">
                  <c:v>-0.005792433</c:v>
                </c:pt>
                <c:pt idx="1335">
                  <c:v>-0.005785286</c:v>
                </c:pt>
                <c:pt idx="1336">
                  <c:v>-0.005758517</c:v>
                </c:pt>
                <c:pt idx="1337">
                  <c:v>-0.005712172</c:v>
                </c:pt>
                <c:pt idx="1338">
                  <c:v>-0.005646365</c:v>
                </c:pt>
                <c:pt idx="1339">
                  <c:v>-0.005561284</c:v>
                </c:pt>
                <c:pt idx="1340">
                  <c:v>-0.005457184</c:v>
                </c:pt>
                <c:pt idx="1341">
                  <c:v>-0.00533439</c:v>
                </c:pt>
                <c:pt idx="1342">
                  <c:v>-0.005193294</c:v>
                </c:pt>
                <c:pt idx="1343">
                  <c:v>-0.005034355</c:v>
                </c:pt>
                <c:pt idx="1344">
                  <c:v>-0.004858094</c:v>
                </c:pt>
                <c:pt idx="1345">
                  <c:v>-0.004665099</c:v>
                </c:pt>
                <c:pt idx="1346">
                  <c:v>-0.004456012</c:v>
                </c:pt>
                <c:pt idx="1347">
                  <c:v>-0.004231537</c:v>
                </c:pt>
                <c:pt idx="1348">
                  <c:v>-0.003992431</c:v>
                </c:pt>
                <c:pt idx="1349">
                  <c:v>-0.003739501</c:v>
                </c:pt>
                <c:pt idx="1350">
                  <c:v>-0.003473604</c:v>
                </c:pt>
                <c:pt idx="1351">
                  <c:v>-0.003195641</c:v>
                </c:pt>
                <c:pt idx="1352">
                  <c:v>-0.002906556</c:v>
                </c:pt>
                <c:pt idx="1353">
                  <c:v>-0.002607328</c:v>
                </c:pt>
                <c:pt idx="1354">
                  <c:v>-0.002298971</c:v>
                </c:pt>
                <c:pt idx="1355">
                  <c:v>-0.00198253</c:v>
                </c:pt>
                <c:pt idx="1356">
                  <c:v>-0.001659075</c:v>
                </c:pt>
                <c:pt idx="1357">
                  <c:v>-0.001329697</c:v>
                </c:pt>
                <c:pt idx="1358">
                  <c:v>-0.000995507</c:v>
                </c:pt>
                <c:pt idx="1359">
                  <c:v>-0.000657628</c:v>
                </c:pt>
                <c:pt idx="1360">
                  <c:v>-0.000317193</c:v>
                </c:pt>
                <c:pt idx="1361">
                  <c:v>2.4658E-05</c:v>
                </c:pt>
                <c:pt idx="1362">
                  <c:v>0.000366783</c:v>
                </c:pt>
                <c:pt idx="1363">
                  <c:v>0.000708044</c:v>
                </c:pt>
                <c:pt idx="1364">
                  <c:v>0.001047307</c:v>
                </c:pt>
                <c:pt idx="1365">
                  <c:v>0.001383448</c:v>
                </c:pt>
                <c:pt idx="1366">
                  <c:v>0.001715356</c:v>
                </c:pt>
                <c:pt idx="1367">
                  <c:v>0.002041936</c:v>
                </c:pt>
                <c:pt idx="1368">
                  <c:v>0.002362116</c:v>
                </c:pt>
                <c:pt idx="1369">
                  <c:v>0.002674843</c:v>
                </c:pt>
                <c:pt idx="1370">
                  <c:v>0.002979093</c:v>
                </c:pt>
                <c:pt idx="1371">
                  <c:v>0.003273871</c:v>
                </c:pt>
                <c:pt idx="1372">
                  <c:v>0.003558213</c:v>
                </c:pt>
                <c:pt idx="1373">
                  <c:v>0.003831193</c:v>
                </c:pt>
                <c:pt idx="1374">
                  <c:v>0.004091918</c:v>
                </c:pt>
                <c:pt idx="1375">
                  <c:v>0.004339538</c:v>
                </c:pt>
                <c:pt idx="1376">
                  <c:v>0.004573245</c:v>
                </c:pt>
                <c:pt idx="1377">
                  <c:v>0.004792273</c:v>
                </c:pt>
                <c:pt idx="1378">
                  <c:v>0.004995905</c:v>
                </c:pt>
                <c:pt idx="1379">
                  <c:v>0.00518347</c:v>
                </c:pt>
                <c:pt idx="1380">
                  <c:v>0.005354347</c:v>
                </c:pt>
                <c:pt idx="1381">
                  <c:v>0.005507969</c:v>
                </c:pt>
                <c:pt idx="1382">
                  <c:v>0.005643818</c:v>
                </c:pt>
                <c:pt idx="1383">
                  <c:v>0.005761433</c:v>
                </c:pt>
                <c:pt idx="1384">
                  <c:v>0.005860406</c:v>
                </c:pt>
                <c:pt idx="1385">
                  <c:v>0.005940388</c:v>
                </c:pt>
                <c:pt idx="1386">
                  <c:v>0.006001087</c:v>
                </c:pt>
                <c:pt idx="1387">
                  <c:v>0.006042266</c:v>
                </c:pt>
                <c:pt idx="1388">
                  <c:v>0.006063751</c:v>
                </c:pt>
                <c:pt idx="1389">
                  <c:v>0.006065426</c:v>
                </c:pt>
                <c:pt idx="1390">
                  <c:v>0.006047234</c:v>
                </c:pt>
                <c:pt idx="1391">
                  <c:v>0.00600918</c:v>
                </c:pt>
                <c:pt idx="1392">
                  <c:v>0.005951328</c:v>
                </c:pt>
                <c:pt idx="1393">
                  <c:v>0.005873805</c:v>
                </c:pt>
                <c:pt idx="1394">
                  <c:v>0.005776795</c:v>
                </c:pt>
                <c:pt idx="1395">
                  <c:v>0.005660546</c:v>
                </c:pt>
                <c:pt idx="1396">
                  <c:v>0.005525363</c:v>
                </c:pt>
                <c:pt idx="1397">
                  <c:v>0.005371614</c:v>
                </c:pt>
                <c:pt idx="1398">
                  <c:v>0.005199723</c:v>
                </c:pt>
                <c:pt idx="1399">
                  <c:v>0.005010174</c:v>
                </c:pt>
                <c:pt idx="1400">
                  <c:v>0.004803508</c:v>
                </c:pt>
                <c:pt idx="1401">
                  <c:v>0.004580321</c:v>
                </c:pt>
                <c:pt idx="1402">
                  <c:v>0.004341267</c:v>
                </c:pt>
                <c:pt idx="1403">
                  <c:v>0.004087051</c:v>
                </c:pt>
                <c:pt idx="1404">
                  <c:v>0.003818432</c:v>
                </c:pt>
                <c:pt idx="1405">
                  <c:v>0.003536216</c:v>
                </c:pt>
                <c:pt idx="1406">
                  <c:v>0.003241262</c:v>
                </c:pt>
                <c:pt idx="1407">
                  <c:v>0.002934473</c:v>
                </c:pt>
                <c:pt idx="1408">
                  <c:v>0.002616795</c:v>
                </c:pt>
                <c:pt idx="1409">
                  <c:v>0.002289217</c:v>
                </c:pt>
                <c:pt idx="1410">
                  <c:v>0.001952768</c:v>
                </c:pt>
                <c:pt idx="1411">
                  <c:v>0.00160851</c:v>
                </c:pt>
                <c:pt idx="1412">
                  <c:v>0.001257542</c:v>
                </c:pt>
                <c:pt idx="1413">
                  <c:v>0.000900989</c:v>
                </c:pt>
                <c:pt idx="1414">
                  <c:v>0.000540007</c:v>
                </c:pt>
                <c:pt idx="1415">
                  <c:v>0.000175772</c:v>
                </c:pt>
                <c:pt idx="1416">
                  <c:v>-0.00019052</c:v>
                </c:pt>
                <c:pt idx="1417">
                  <c:v>-0.000557657</c:v>
                </c:pt>
                <c:pt idx="1418">
                  <c:v>-0.000924413</c:v>
                </c:pt>
                <c:pt idx="1419">
                  <c:v>-0.001289558</c:v>
                </c:pt>
                <c:pt idx="1420">
                  <c:v>-0.001651855</c:v>
                </c:pt>
                <c:pt idx="1421">
                  <c:v>-0.002010069</c:v>
                </c:pt>
                <c:pt idx="1422">
                  <c:v>-0.00236297</c:v>
                </c:pt>
                <c:pt idx="1423">
                  <c:v>-0.002709338</c:v>
                </c:pt>
                <c:pt idx="1424">
                  <c:v>-0.003047965</c:v>
                </c:pt>
                <c:pt idx="1425">
                  <c:v>-0.003377662</c:v>
                </c:pt>
                <c:pt idx="1426">
                  <c:v>-0.003697263</c:v>
                </c:pt>
                <c:pt idx="1427">
                  <c:v>-0.00400563</c:v>
                </c:pt>
                <c:pt idx="1428">
                  <c:v>-0.004301654</c:v>
                </c:pt>
                <c:pt idx="1429">
                  <c:v>-0.004584266</c:v>
                </c:pt>
                <c:pt idx="1430">
                  <c:v>-0.004852433</c:v>
                </c:pt>
                <c:pt idx="1431">
                  <c:v>-0.005105171</c:v>
                </c:pt>
                <c:pt idx="1432">
                  <c:v>-0.005341542</c:v>
                </c:pt>
                <c:pt idx="1433">
                  <c:v>-0.005560661</c:v>
                </c:pt>
                <c:pt idx="1434">
                  <c:v>-0.0057617</c:v>
                </c:pt>
                <c:pt idx="1435">
                  <c:v>-0.005943893</c:v>
                </c:pt>
                <c:pt idx="1436">
                  <c:v>-0.006106535</c:v>
                </c:pt>
                <c:pt idx="1437">
                  <c:v>-0.006248989</c:v>
                </c:pt>
                <c:pt idx="1438">
                  <c:v>-0.006370688</c:v>
                </c:pt>
                <c:pt idx="1439">
                  <c:v>-0.006471137</c:v>
                </c:pt>
                <c:pt idx="1440">
                  <c:v>-0.006549915</c:v>
                </c:pt>
                <c:pt idx="1441">
                  <c:v>-0.006606681</c:v>
                </c:pt>
                <c:pt idx="1442">
                  <c:v>-0.006641169</c:v>
                </c:pt>
                <c:pt idx="1443">
                  <c:v>-0.006653196</c:v>
                </c:pt>
                <c:pt idx="1444">
                  <c:v>-0.006642659</c:v>
                </c:pt>
                <c:pt idx="1445">
                  <c:v>-0.006609536</c:v>
                </c:pt>
                <c:pt idx="1446">
                  <c:v>-0.006553888</c:v>
                </c:pt>
                <c:pt idx="1447">
                  <c:v>-0.006475859</c:v>
                </c:pt>
                <c:pt idx="1448">
                  <c:v>-0.006375673</c:v>
                </c:pt>
                <c:pt idx="1449">
                  <c:v>-0.006253638</c:v>
                </c:pt>
                <c:pt idx="1450">
                  <c:v>-0.006110139</c:v>
                </c:pt>
                <c:pt idx="1451">
                  <c:v>-0.005945641</c:v>
                </c:pt>
                <c:pt idx="1452">
                  <c:v>-0.005760684</c:v>
                </c:pt>
                <c:pt idx="1453">
                  <c:v>-0.005555884</c:v>
                </c:pt>
                <c:pt idx="1454">
                  <c:v>-0.005331929</c:v>
                </c:pt>
                <c:pt idx="1455">
                  <c:v>-0.005089574</c:v>
                </c:pt>
                <c:pt idx="1456">
                  <c:v>-0.004829643</c:v>
                </c:pt>
                <c:pt idx="1457">
                  <c:v>-0.004553019</c:v>
                </c:pt>
                <c:pt idx="1458">
                  <c:v>-0.004260647</c:v>
                </c:pt>
                <c:pt idx="1459">
                  <c:v>-0.003953525</c:v>
                </c:pt>
                <c:pt idx="1460">
                  <c:v>-0.003632702</c:v>
                </c:pt>
                <c:pt idx="1461">
                  <c:v>-0.003299275</c:v>
                </c:pt>
                <c:pt idx="1462">
                  <c:v>-0.002954382</c:v>
                </c:pt>
                <c:pt idx="1463">
                  <c:v>-0.002599199</c:v>
                </c:pt>
                <c:pt idx="1464">
                  <c:v>-0.002234936</c:v>
                </c:pt>
                <c:pt idx="1465">
                  <c:v>-0.001862829</c:v>
                </c:pt>
                <c:pt idx="1466">
                  <c:v>-0.001484141</c:v>
                </c:pt>
                <c:pt idx="1467">
                  <c:v>-0.001100152</c:v>
                </c:pt>
                <c:pt idx="1468">
                  <c:v>-0.000712156</c:v>
                </c:pt>
                <c:pt idx="1469">
                  <c:v>-0.000321457</c:v>
                </c:pt>
                <c:pt idx="1470">
                  <c:v>7.0635E-05</c:v>
                </c:pt>
                <c:pt idx="1471">
                  <c:v>0.000462811</c:v>
                </c:pt>
                <c:pt idx="1472">
                  <c:v>0.000853767</c:v>
                </c:pt>
                <c:pt idx="1473">
                  <c:v>0.001242204</c:v>
                </c:pt>
                <c:pt idx="1474">
                  <c:v>0.00162684</c:v>
                </c:pt>
                <c:pt idx="1475">
                  <c:v>0.002006406</c:v>
                </c:pt>
                <c:pt idx="1476">
                  <c:v>0.002379656</c:v>
                </c:pt>
                <c:pt idx="1477">
                  <c:v>0.002745367</c:v>
                </c:pt>
                <c:pt idx="1478">
                  <c:v>0.003102346</c:v>
                </c:pt>
                <c:pt idx="1479">
                  <c:v>0.003449429</c:v>
                </c:pt>
                <c:pt idx="1480">
                  <c:v>0.00378549</c:v>
                </c:pt>
                <c:pt idx="1481">
                  <c:v>0.004109437</c:v>
                </c:pt>
                <c:pt idx="1482">
                  <c:v>0.004420222</c:v>
                </c:pt>
                <c:pt idx="1483">
                  <c:v>0.004716839</c:v>
                </c:pt>
                <c:pt idx="1484">
                  <c:v>0.004998329</c:v>
                </c:pt>
                <c:pt idx="1485">
                  <c:v>0.005263781</c:v>
                </c:pt>
                <c:pt idx="1486">
                  <c:v>0.005512336</c:v>
                </c:pt>
                <c:pt idx="1487">
                  <c:v>0.005743186</c:v>
                </c:pt>
                <c:pt idx="1488">
                  <c:v>0.00595558</c:v>
                </c:pt>
                <c:pt idx="1489">
                  <c:v>0.006148823</c:v>
                </c:pt>
                <c:pt idx="1490">
                  <c:v>0.006322277</c:v>
                </c:pt>
                <c:pt idx="1491">
                  <c:v>0.006475367</c:v>
                </c:pt>
                <c:pt idx="1492">
                  <c:v>0.006607576</c:v>
                </c:pt>
                <c:pt idx="1493">
                  <c:v>0.006718452</c:v>
                </c:pt>
                <c:pt idx="1494">
                  <c:v>0.006807607</c:v>
                </c:pt>
                <c:pt idx="1495">
                  <c:v>0.006874715</c:v>
                </c:pt>
                <c:pt idx="1496">
                  <c:v>0.006919518</c:v>
                </c:pt>
                <c:pt idx="1497">
                  <c:v>0.006941824</c:v>
                </c:pt>
                <c:pt idx="1498">
                  <c:v>0.006941507</c:v>
                </c:pt>
                <c:pt idx="1499">
                  <c:v>0.006918511</c:v>
                </c:pt>
                <c:pt idx="1500">
                  <c:v>0.006872844</c:v>
                </c:pt>
              </c:numCache>
            </c:numRef>
          </c:yVal>
          <c:smooth val="0"/>
          <c:extLst>
            <c:ext uri="{C3380CC4-5D6E-409C-BE32-E72D297353CC}">
              <ns2:uniqueId val="{00000001-8DA0-499F-A092-F05C9C5BBF76}"/>
            </c:ext>
          </c:extLst>
        </c:ser>
        <c:ser>
          <c:idx val="2"/>
          <c:order val="2"/>
          <c:tx>
            <c:v>Zero</c:v>
          </c:tx>
          <c:spPr>
            <a:ln w="9525">
              <a:solidFill>
                <a:srgbClr val="536873"/>
              </a:solidFill>
              <a:prstDash val="dash"/>
            </a:ln>
          </c:spPr>
          <c:marker>
            <c:symbol val="none"/>
          </c:marker>
          <c:xVal>
            <c:numRef>
              <c:f>'Chart Data'!$E$2:$E$3</c:f>
              <c:numCache>
                <c:formatCode>General</c:formatCode>
                <c:ptCount val="2"/>
                <c:pt idx="0">
                  <c:v>0</c:v>
                </c:pt>
                <c:pt idx="1">
                  <c:v>60</c:v>
                </c:pt>
              </c:numCache>
            </c:numRef>
          </c:xVal>
          <c:yVal>
            <c:numRef>
              <c:f>'Chart Data'!$F$2:$F$3</c:f>
              <c:numCache>
                <c:formatCode>0.000</c:formatCode>
                <c:ptCount val="2"/>
                <c:pt idx="0">
                  <c:v>0</c:v>
                </c:pt>
                <c:pt idx="1">
                  <c:v>0</c:v>
                </c:pt>
              </c:numCache>
            </c:numRef>
          </c:yVal>
          <c:smooth val="0"/>
          <c:extLst>
            <c:ext uri="{C3380CC4-5D6E-409C-BE32-E72D297353CC}">
              <ns2:uniqueId val="{00000002-8DA0-499F-A092-F05C9C5BBF76}"/>
            </c:ext>
          </c:extLst>
        </c:ser>
        <c:dLbls>
          <c:showLegendKey val="0"/>
          <c:showVal val="0"/>
          <c:showCatName val="0"/>
          <c:showSerName val="0"/>
          <c:showPercent val="0"/>
          <c:showBubbleSize val="0"/>
        </c:dLbls>
        <c:axId val="48650112"/>
        <c:axId val="48672768"/>
      </c:scatterChart>
      <c:valAx>
        <c:axId val="48672768"/>
        <c:scaling>
          <c:orientation val="minMax"/>
          <c:max val="0.011"/>
          <c:min val="-0.01"/>
        </c:scaling>
        <c:delete val="0"/>
        <c:axPos val="l"/>
        <c:majorGridlines>
          <c:spPr>
            <a:ln w="7620">
              <a:solidFill>
                <a:srgbClr val="D8DFDE"/>
              </a:solidFill>
            </a:ln>
          </c:spPr>
        </c:majorGridlines>
        <c:numFmt formatCode="0.000"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50112"/>
        <c:crosses val="autoZero"/>
        <c:crossBetween val="midCat"/>
        <c:majorUnit val="5.0000000000000001E-3"/>
      </c:valAx>
      <c:valAx>
        <c:axId val="48650112"/>
        <c:scaling>
          <c:orientation val="minMax"/>
          <c:max val="60"/>
          <c:min val="0"/>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00">
                <a:solidFill>
                  <a:srgbClr val="536873"/>
                </a:solidFill>
                <a:latin typeface="Arial"/>
                <a:ea typeface="Arial"/>
                <a:cs typeface="Arial"/>
              </a:defRPr>
            </a:pPr>
            <a:endParaRPr lang="zh-CN"/>
          </a:p>
        </c:txPr>
        <c:crossAx val="48672768"/>
        <c:crosses val="autoZero"/>
        <c:crossBetween val="midCat"/>
        <c:majorUnit val="20"/>
      </c:valAx>
      <c:spPr>
        <a:solidFill>
          <a:srgbClr val="F6F4EE"/>
        </a:solidFill>
      </c:spPr>
    </c:plotArea>
    <c:plotVisOnly val="1"/>
    <c:dispBlanksAs val="zero"/>
    <c:showDLblsOverMax val="1"/>
  </c:chart>
  <c:spPr>
    <a:solidFill>
      <a:srgbClr val="F6F4EE"/>
    </a:solidFill>
  </c:spPr>
  <c:externalData r:id="rId1">
    <c:autoUpdate val="0"/>
  </c:externalData>
</c:chartSpace>
</file>

<file path=ppt/slides/slide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Text: Can ATP supply keep up&#10;when demand increases?">
            <a:extLst xmlns:a="http://schemas.openxmlformats.org/drawingml/2006/main">
              <a:ext uri="{FF2B5EF4-FFF2-40B4-BE49-F238E27FC236}">
                <a16:creationId xmlns:a16="http://schemas.microsoft.com/office/drawing/2014/main" id="{A6C5110D-A2E0-473F-909B-AF34FB7547DF}"/>
              </a:ext>
            </a:extLst>
          </p:cNvPr>
          <p:cNvSpPr>
            <a:spLocks xmlns:a="http://schemas.openxmlformats.org/drawingml/2006/main" noGrp="1"/>
          </p:cNvSpPr>
          <p:nvPr/>
        </p:nvSpPr>
        <p:spPr>
          <a:xfrm xmlns:a="http://schemas.openxmlformats.org/drawingml/2006/main">
            <a:off x="742950" y="1476375"/>
            <a:ext cx="107061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425" b="1">
                <a:solidFill>
                  <a:srgbClr val="142F3B"/>
                </a:solidFill>
                <a:latin typeface="Arial"/>
                <a:ea typeface="Arial"/>
                <a:cs typeface="Arial"/>
              </a:defRPr>
            </a:defPPr>
            <a:lvl1pPr algn="l">
              <a:buNone/>
              <a:defRPr sz="4575" b="1">
                <a:solidFill>
                  <a:srgbClr val="FFFFFF"/>
                </a:solidFill>
                <a:latin typeface="Arial"/>
                <a:ea typeface="Arial"/>
                <a:cs typeface="Arial"/>
              </a:defRPr>
            </a:lvl1pPr>
            <a:lvl2pPr algn="l">
              <a:buNone/>
              <a:defRPr sz="4575" b="1">
                <a:solidFill>
                  <a:srgbClr val="FFFFFF"/>
                </a:solidFill>
                <a:latin typeface="Arial"/>
                <a:ea typeface="Arial"/>
                <a:cs typeface="Arial"/>
              </a:defRPr>
            </a:lvl2pPr>
            <a:lvl3pPr algn="l">
              <a:buNone/>
              <a:defRPr sz="4575" b="1">
                <a:solidFill>
                  <a:srgbClr val="FFFFFF"/>
                </a:solidFill>
                <a:latin typeface="Arial"/>
                <a:ea typeface="Arial"/>
                <a:cs typeface="Arial"/>
              </a:defRPr>
            </a:lvl3pPr>
            <a:lvl4pPr algn="l">
              <a:buNone/>
              <a:defRPr sz="4575" b="1">
                <a:solidFill>
                  <a:srgbClr val="FFFFFF"/>
                </a:solidFill>
                <a:latin typeface="Arial"/>
                <a:ea typeface="Arial"/>
                <a:cs typeface="Arial"/>
              </a:defRPr>
            </a:lvl4pPr>
            <a:lvl5pPr algn="l">
              <a:buNone/>
              <a:defRPr sz="4575" b="1">
                <a:solidFill>
                  <a:srgbClr val="FFFFFF"/>
                </a:solidFill>
                <a:latin typeface="Arial"/>
                <a:ea typeface="Arial"/>
                <a:cs typeface="Arial"/>
              </a:defRPr>
            </a:lvl5pPr>
            <a:lvl6pPr algn="l">
              <a:buNone/>
              <a:defRPr sz="4575" b="1">
                <a:solidFill>
                  <a:srgbClr val="FFFFFF"/>
                </a:solidFill>
                <a:latin typeface="Arial"/>
                <a:ea typeface="Arial"/>
                <a:cs typeface="Arial"/>
              </a:defRPr>
            </a:lvl6pPr>
            <a:lvl7pPr algn="l">
              <a:buNone/>
              <a:defRPr sz="4575" b="1">
                <a:solidFill>
                  <a:srgbClr val="FFFFFF"/>
                </a:solidFill>
                <a:latin typeface="Arial"/>
                <a:ea typeface="Arial"/>
                <a:cs typeface="Arial"/>
              </a:defRPr>
            </a:lvl7pPr>
            <a:lvl8pPr algn="l">
              <a:buNone/>
              <a:defRPr sz="4575" b="1">
                <a:solidFill>
                  <a:srgbClr val="FFFFFF"/>
                </a:solidFill>
                <a:latin typeface="Arial"/>
                <a:ea typeface="Arial"/>
                <a:cs typeface="Arial"/>
              </a:defRPr>
            </a:lvl8pPr>
            <a:lvl9pPr algn="l">
              <a:buNone/>
              <a:defRPr sz="4575" b="1">
                <a:solidFill>
                  <a:srgbClr val="FFFFFF"/>
                </a:solidFill>
                <a:latin typeface="Arial"/>
                <a:ea typeface="Arial"/>
                <a:cs typeface="Arial"/>
              </a:defRPr>
            </a:lvl9pPr>
          </a:lstStyle>
          <a:p xmlns:a="http://schemas.openxmlformats.org/drawingml/2006/main">
            <a:pPr algn="ctr">
              <a:buNone/>
              <a:defRPr sz="4425" b="1">
                <a:solidFill>
                  <a:srgbClr val="142F3B"/>
                </a:solidFill>
                <a:latin typeface="Arial"/>
                <a:ea typeface="Arial"/>
                <a:cs typeface="Arial"/>
              </a:defRPr>
            </a:pPr>
            <a:r>
              <a:rPr sz="4425" b="1">
                <a:solidFill>
                  <a:srgbClr val="142F3B"/>
                </a:solidFill>
                <a:latin typeface="Arial"/>
                <a:ea typeface="Arial"/>
                <a:cs typeface="Arial"/>
              </a:rPr>
              <a:t>Can ATP supply keep up</a:t>
            </a:r>
          </a:p>
          <a:p xmlns:a="http://schemas.openxmlformats.org/drawingml/2006/main">
            <a:pPr algn="ctr">
              <a:buNone/>
              <a:defRPr sz="4425" b="1">
                <a:solidFill>
                  <a:srgbClr val="142F3B"/>
                </a:solidFill>
                <a:latin typeface="Arial"/>
                <a:ea typeface="Arial"/>
                <a:cs typeface="Arial"/>
              </a:defRPr>
            </a:pPr>
            <a:r>
              <a:rPr sz="4425" b="1">
                <a:solidFill>
                  <a:srgbClr val="142F3B"/>
                </a:solidFill>
                <a:latin typeface="Arial"/>
                <a:ea typeface="Arial"/>
                <a:cs typeface="Arial"/>
              </a:rPr>
              <a:t>when demand increases?</a:t>
            </a:r>
          </a:p>
        </p:txBody>
      </p:sp>
      <p:sp>
        <p:nvSpPr>
          <p:cNvPr id="2" name="Text: Supply–demand balance locates the steady stat">
            <a:extLst xmlns:a="http://schemas.openxmlformats.org/drawingml/2006/main">
              <a:ext uri="{FF2B5EF4-FFF2-40B4-BE49-F238E27FC236}">
                <a16:creationId xmlns:a16="http://schemas.microsoft.com/office/drawing/2014/main" id="{4DFBA3AE-DE1A-4BE2-8B66-81342F91536A}"/>
              </a:ext>
            </a:extLst>
          </p:cNvPr>
          <p:cNvSpPr>
            <a:spLocks xmlns:a="http://schemas.openxmlformats.org/drawingml/2006/main" noGrp="1"/>
          </p:cNvSpPr>
          <p:nvPr/>
        </p:nvSpPr>
        <p:spPr>
          <a:xfrm xmlns:a="http://schemas.openxmlformats.org/drawingml/2006/main">
            <a:off x="1047750" y="352425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0">
                <a:solidFill>
                  <a:srgbClr val="142F3B"/>
                </a:solidFill>
                <a:latin typeface="Arial"/>
                <a:ea typeface="Arial"/>
                <a:cs typeface="Arial"/>
              </a:defRPr>
            </a:defPPr>
            <a:lvl1pPr algn="l">
              <a:buNone/>
              <a:defRPr sz="2550" b="0">
                <a:solidFill>
                  <a:srgbClr val="8FD0D3"/>
                </a:solidFill>
                <a:latin typeface="Arial"/>
                <a:ea typeface="Arial"/>
                <a:cs typeface="Arial"/>
              </a:defRPr>
            </a:lvl1pPr>
            <a:lvl2pPr algn="l">
              <a:buNone/>
              <a:defRPr sz="2550" b="0">
                <a:solidFill>
                  <a:srgbClr val="8FD0D3"/>
                </a:solidFill>
                <a:latin typeface="Arial"/>
                <a:ea typeface="Arial"/>
                <a:cs typeface="Arial"/>
              </a:defRPr>
            </a:lvl2pPr>
            <a:lvl3pPr algn="l">
              <a:buNone/>
              <a:defRPr sz="2550" b="0">
                <a:solidFill>
                  <a:srgbClr val="8FD0D3"/>
                </a:solidFill>
                <a:latin typeface="Arial"/>
                <a:ea typeface="Arial"/>
                <a:cs typeface="Arial"/>
              </a:defRPr>
            </a:lvl3pPr>
            <a:lvl4pPr algn="l">
              <a:buNone/>
              <a:defRPr sz="2550" b="0">
                <a:solidFill>
                  <a:srgbClr val="8FD0D3"/>
                </a:solidFill>
                <a:latin typeface="Arial"/>
                <a:ea typeface="Arial"/>
                <a:cs typeface="Arial"/>
              </a:defRPr>
            </a:lvl4pPr>
            <a:lvl5pPr algn="l">
              <a:buNone/>
              <a:defRPr sz="2550" b="0">
                <a:solidFill>
                  <a:srgbClr val="8FD0D3"/>
                </a:solidFill>
                <a:latin typeface="Arial"/>
                <a:ea typeface="Arial"/>
                <a:cs typeface="Arial"/>
              </a:defRPr>
            </a:lvl5pPr>
            <a:lvl6pPr algn="l">
              <a:buNone/>
              <a:defRPr sz="2550" b="0">
                <a:solidFill>
                  <a:srgbClr val="8FD0D3"/>
                </a:solidFill>
                <a:latin typeface="Arial"/>
                <a:ea typeface="Arial"/>
                <a:cs typeface="Arial"/>
              </a:defRPr>
            </a:lvl6pPr>
            <a:lvl7pPr algn="l">
              <a:buNone/>
              <a:defRPr sz="2550" b="0">
                <a:solidFill>
                  <a:srgbClr val="8FD0D3"/>
                </a:solidFill>
                <a:latin typeface="Arial"/>
                <a:ea typeface="Arial"/>
                <a:cs typeface="Arial"/>
              </a:defRPr>
            </a:lvl7pPr>
            <a:lvl8pPr algn="l">
              <a:buNone/>
              <a:defRPr sz="2550" b="0">
                <a:solidFill>
                  <a:srgbClr val="8FD0D3"/>
                </a:solidFill>
                <a:latin typeface="Arial"/>
                <a:ea typeface="Arial"/>
                <a:cs typeface="Arial"/>
              </a:defRPr>
            </a:lvl8pPr>
            <a:lvl9pPr algn="l">
              <a:buNone/>
              <a:defRPr sz="2550" b="0">
                <a:solidFill>
                  <a:srgbClr val="8FD0D3"/>
                </a:solidFill>
                <a:latin typeface="Arial"/>
                <a:ea typeface="Arial"/>
                <a:cs typeface="Arial"/>
              </a:defRPr>
            </a:lvl9pPr>
          </a:lstStyle>
          <a:p xmlns:a="http://schemas.openxmlformats.org/drawingml/2006/main">
            <a:pPr algn="ctr">
              <a:buNone/>
              <a:defRPr sz="2325" b="0">
                <a:solidFill>
                  <a:srgbClr val="142F3B"/>
                </a:solidFill>
                <a:latin typeface="Arial"/>
                <a:ea typeface="Arial"/>
                <a:cs typeface="Arial"/>
              </a:defRPr>
            </a:pPr>
            <a:r>
              <a:rPr sz="2325" b="0">
                <a:solidFill>
                  <a:srgbClr val="142F3B"/>
                </a:solidFill>
                <a:latin typeface="Arial"/>
                <a:ea typeface="Arial"/>
                <a:cs typeface="Arial"/>
              </a:rPr>
              <a:t>How ATP concentration responds to higher demand</a:t>
            </a:r>
          </a:p>
        </p:txBody>
      </p:sp>
      <p:sp>
        <p:nvSpPr>
          <p:cNvPr id="3" name="Text: Feedback determines whether ATP can settle th">
            <a:extLst xmlns:a="http://schemas.openxmlformats.org/drawingml/2006/main">
              <a:ext uri="{FF2B5EF4-FFF2-40B4-BE49-F238E27FC236}">
                <a16:creationId xmlns:a16="http://schemas.microsoft.com/office/drawing/2014/main" id="{28DB5D97-9C52-4627-A874-3AD3B036B0BD}"/>
              </a:ext>
            </a:extLst>
          </p:cNvPr>
          <p:cNvSpPr>
            <a:spLocks xmlns:a="http://schemas.openxmlformats.org/drawingml/2006/main" noGrp="1"/>
          </p:cNvSpPr>
          <p:nvPr/>
        </p:nvSpPr>
        <p:spPr>
          <a:xfrm xmlns:a="http://schemas.openxmlformats.org/drawingml/2006/main">
            <a:off x="1047750" y="409575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0">
                <a:solidFill>
                  <a:srgbClr val="142F3B"/>
                </a:solidFill>
                <a:latin typeface="Arial"/>
                <a:ea typeface="Arial"/>
                <a:cs typeface="Arial"/>
              </a:defRPr>
            </a:defPPr>
            <a:lvl1pPr algn="l">
              <a:buNone/>
              <a:defRPr sz="2550" b="0">
                <a:solidFill>
                  <a:srgbClr val="8FD0D3"/>
                </a:solidFill>
                <a:latin typeface="Arial"/>
                <a:ea typeface="Arial"/>
                <a:cs typeface="Arial"/>
              </a:defRPr>
            </a:lvl1pPr>
            <a:lvl2pPr algn="l">
              <a:buNone/>
              <a:defRPr sz="2550" b="0">
                <a:solidFill>
                  <a:srgbClr val="8FD0D3"/>
                </a:solidFill>
                <a:latin typeface="Arial"/>
                <a:ea typeface="Arial"/>
                <a:cs typeface="Arial"/>
              </a:defRPr>
            </a:lvl2pPr>
            <a:lvl3pPr algn="l">
              <a:buNone/>
              <a:defRPr sz="2550" b="0">
                <a:solidFill>
                  <a:srgbClr val="8FD0D3"/>
                </a:solidFill>
                <a:latin typeface="Arial"/>
                <a:ea typeface="Arial"/>
                <a:cs typeface="Arial"/>
              </a:defRPr>
            </a:lvl3pPr>
            <a:lvl4pPr algn="l">
              <a:buNone/>
              <a:defRPr sz="2550" b="0">
                <a:solidFill>
                  <a:srgbClr val="8FD0D3"/>
                </a:solidFill>
                <a:latin typeface="Arial"/>
                <a:ea typeface="Arial"/>
                <a:cs typeface="Arial"/>
              </a:defRPr>
            </a:lvl4pPr>
            <a:lvl5pPr algn="l">
              <a:buNone/>
              <a:defRPr sz="2550" b="0">
                <a:solidFill>
                  <a:srgbClr val="8FD0D3"/>
                </a:solidFill>
                <a:latin typeface="Arial"/>
                <a:ea typeface="Arial"/>
                <a:cs typeface="Arial"/>
              </a:defRPr>
            </a:lvl5pPr>
            <a:lvl6pPr algn="l">
              <a:buNone/>
              <a:defRPr sz="2550" b="0">
                <a:solidFill>
                  <a:srgbClr val="8FD0D3"/>
                </a:solidFill>
                <a:latin typeface="Arial"/>
                <a:ea typeface="Arial"/>
                <a:cs typeface="Arial"/>
              </a:defRPr>
            </a:lvl6pPr>
            <a:lvl7pPr algn="l">
              <a:buNone/>
              <a:defRPr sz="2550" b="0">
                <a:solidFill>
                  <a:srgbClr val="8FD0D3"/>
                </a:solidFill>
                <a:latin typeface="Arial"/>
                <a:ea typeface="Arial"/>
                <a:cs typeface="Arial"/>
              </a:defRPr>
            </a:lvl7pPr>
            <a:lvl8pPr algn="l">
              <a:buNone/>
              <a:defRPr sz="2550" b="0">
                <a:solidFill>
                  <a:srgbClr val="8FD0D3"/>
                </a:solidFill>
                <a:latin typeface="Arial"/>
                <a:ea typeface="Arial"/>
                <a:cs typeface="Arial"/>
              </a:defRPr>
            </a:lvl8pPr>
            <a:lvl9pPr algn="l">
              <a:buNone/>
              <a:defRPr sz="2550" b="0">
                <a:solidFill>
                  <a:srgbClr val="8FD0D3"/>
                </a:solidFill>
                <a:latin typeface="Arial"/>
                <a:ea typeface="Arial"/>
                <a:cs typeface="Arial"/>
              </a:defRPr>
            </a:lvl9pPr>
          </a:lstStyle>
          <a:p xmlns:a="http://schemas.openxmlformats.org/drawingml/2006/main">
            <a:pPr algn="ctr">
              <a:buNone/>
              <a:defRPr sz="2325" b="0">
                <a:solidFill>
                  <a:srgbClr val="142F3B"/>
                </a:solidFill>
                <a:latin typeface="Arial"/>
                <a:ea typeface="Arial"/>
                <a:cs typeface="Arial"/>
              </a:defRPr>
            </a:pPr>
            <a:r>
              <a:rPr sz="2325" b="0">
                <a:solidFill>
                  <a:srgbClr val="142F3B"/>
                </a:solidFill>
                <a:latin typeface="Arial"/>
                <a:ea typeface="Arial"/>
                <a:cs typeface="Arial"/>
              </a:rPr>
              <a:t>How feedback sensitivity changes recovery</a:t>
            </a:r>
          </a:p>
        </p:txBody>
      </p:sp>
      <p:sp>
        <p:nvSpPr>
          <p:cNvPr id="4" name="Text: CCBS 2026 / Lecture 13, points 1–3">
            <a:extLst xmlns:a="http://schemas.openxmlformats.org/drawingml/2006/main">
              <a:ext uri="{FF2B5EF4-FFF2-40B4-BE49-F238E27FC236}">
                <a16:creationId xmlns:a16="http://schemas.microsoft.com/office/drawing/2014/main" id="{1824F4B8-C9E5-41E2-AFC9-90721A5367AD}"/>
              </a:ext>
            </a:extLst>
          </p:cNvPr>
          <p:cNvSpPr>
            <a:spLocks xmlns:a="http://schemas.openxmlformats.org/drawingml/2006/main" noGrp="1"/>
          </p:cNvSpPr>
          <p:nvPr/>
        </p:nvSpPr>
        <p:spPr>
          <a:xfrm xmlns:a="http://schemas.openxmlformats.org/drawingml/2006/main">
            <a:off x="952500" y="53816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36873"/>
                </a:solidFill>
                <a:latin typeface="Arial"/>
                <a:ea typeface="Arial"/>
                <a:cs typeface="Arial"/>
              </a:defRPr>
            </a:defPPr>
            <a:lvl1pPr algn="l">
              <a:buNone/>
              <a:defRPr sz="1950" b="0">
                <a:solidFill>
                  <a:srgbClr val="B9CCD1"/>
                </a:solidFill>
                <a:latin typeface="Arial"/>
                <a:ea typeface="Arial"/>
                <a:cs typeface="Arial"/>
              </a:defRPr>
            </a:lvl1pPr>
            <a:lvl2pPr algn="l">
              <a:buNone/>
              <a:defRPr sz="1950" b="0">
                <a:solidFill>
                  <a:srgbClr val="B9CCD1"/>
                </a:solidFill>
                <a:latin typeface="Arial"/>
                <a:ea typeface="Arial"/>
                <a:cs typeface="Arial"/>
              </a:defRPr>
            </a:lvl2pPr>
            <a:lvl3pPr algn="l">
              <a:buNone/>
              <a:defRPr sz="1950" b="0">
                <a:solidFill>
                  <a:srgbClr val="B9CCD1"/>
                </a:solidFill>
                <a:latin typeface="Arial"/>
                <a:ea typeface="Arial"/>
                <a:cs typeface="Arial"/>
              </a:defRPr>
            </a:lvl3pPr>
            <a:lvl4pPr algn="l">
              <a:buNone/>
              <a:defRPr sz="1950" b="0">
                <a:solidFill>
                  <a:srgbClr val="B9CCD1"/>
                </a:solidFill>
                <a:latin typeface="Arial"/>
                <a:ea typeface="Arial"/>
                <a:cs typeface="Arial"/>
              </a:defRPr>
            </a:lvl4pPr>
            <a:lvl5pPr algn="l">
              <a:buNone/>
              <a:defRPr sz="1950" b="0">
                <a:solidFill>
                  <a:srgbClr val="B9CCD1"/>
                </a:solidFill>
                <a:latin typeface="Arial"/>
                <a:ea typeface="Arial"/>
                <a:cs typeface="Arial"/>
              </a:defRPr>
            </a:lvl5pPr>
            <a:lvl6pPr algn="l">
              <a:buNone/>
              <a:defRPr sz="1950" b="0">
                <a:solidFill>
                  <a:srgbClr val="B9CCD1"/>
                </a:solidFill>
                <a:latin typeface="Arial"/>
                <a:ea typeface="Arial"/>
                <a:cs typeface="Arial"/>
              </a:defRPr>
            </a:lvl6pPr>
            <a:lvl7pPr algn="l">
              <a:buNone/>
              <a:defRPr sz="1950" b="0">
                <a:solidFill>
                  <a:srgbClr val="B9CCD1"/>
                </a:solidFill>
                <a:latin typeface="Arial"/>
                <a:ea typeface="Arial"/>
                <a:cs typeface="Arial"/>
              </a:defRPr>
            </a:lvl7pPr>
            <a:lvl8pPr algn="l">
              <a:buNone/>
              <a:defRPr sz="1950" b="0">
                <a:solidFill>
                  <a:srgbClr val="B9CCD1"/>
                </a:solidFill>
                <a:latin typeface="Arial"/>
                <a:ea typeface="Arial"/>
                <a:cs typeface="Arial"/>
              </a:defRPr>
            </a:lvl8pPr>
            <a:lvl9pPr algn="l">
              <a:buNone/>
              <a:defRPr sz="1950" b="0">
                <a:solidFill>
                  <a:srgbClr val="B9CCD1"/>
                </a:solidFill>
                <a:latin typeface="Arial"/>
                <a:ea typeface="Arial"/>
                <a:cs typeface="Arial"/>
              </a:defRPr>
            </a:lvl9pPr>
          </a:lstStyle>
          <a:p xmlns:a="http://schemas.openxmlformats.org/drawingml/2006/main">
            <a:pPr algn="ctr">
              <a:buNone/>
              <a:defRPr sz="1875" b="0">
                <a:solidFill>
                  <a:srgbClr val="536873"/>
                </a:solidFill>
                <a:latin typeface="Arial"/>
                <a:ea typeface="Arial"/>
                <a:cs typeface="Arial"/>
              </a:defRPr>
            </a:pPr>
            <a:r>
              <a:rPr sz="1875" b="0">
                <a:solidFill>
                  <a:srgbClr val="536873"/>
                </a:solidFill>
                <a:latin typeface="Arial"/>
                <a:ea typeface="Arial"/>
                <a:cs typeface="Arial"/>
              </a:rPr>
              <a:t>CCBS 2026 / Lecture 13 / Part 3: ATP feedback</a:t>
            </a:r>
          </a:p>
        </p:txBody>
      </p:sp>
      <p:sp>
        <p:nvSpPr>
          <p:cNvPr id="5" name="Text: Wang Zixuan, Jin Chengwei, Supeng">
            <a:extLst xmlns:a="http://schemas.openxmlformats.org/drawingml/2006/main">
              <a:ext uri="{FF2B5EF4-FFF2-40B4-BE49-F238E27FC236}">
                <a16:creationId xmlns:a16="http://schemas.microsoft.com/office/drawing/2014/main" id="{015A7C6F-1E00-4E26-B67C-4C10FFCA9DDA}"/>
              </a:ext>
            </a:extLst>
          </p:cNvPr>
          <p:cNvSpPr>
            <a:spLocks xmlns:a="http://schemas.openxmlformats.org/drawingml/2006/main" noGrp="1"/>
          </p:cNvSpPr>
          <p:nvPr/>
        </p:nvSpPr>
        <p:spPr>
          <a:xfrm xmlns:a="http://schemas.openxmlformats.org/drawingml/2006/main">
            <a:off x="952500" y="58769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36873"/>
                </a:solidFill>
                <a:latin typeface="Arial"/>
                <a:ea typeface="Arial"/>
                <a:cs typeface="Arial"/>
              </a:defRPr>
            </a:defPPr>
            <a:lvl1pPr algn="l">
              <a:buNone/>
              <a:defRPr sz="1800" b="0">
                <a:solidFill>
                  <a:srgbClr val="B9CCD1"/>
                </a:solidFill>
                <a:latin typeface="Arial"/>
                <a:ea typeface="Arial"/>
                <a:cs typeface="Arial"/>
              </a:defRPr>
            </a:lvl1pPr>
            <a:lvl2pPr algn="l">
              <a:buNone/>
              <a:defRPr sz="1800" b="0">
                <a:solidFill>
                  <a:srgbClr val="B9CCD1"/>
                </a:solidFill>
                <a:latin typeface="Arial"/>
                <a:ea typeface="Arial"/>
                <a:cs typeface="Arial"/>
              </a:defRPr>
            </a:lvl2pPr>
            <a:lvl3pPr algn="l">
              <a:buNone/>
              <a:defRPr sz="1800" b="0">
                <a:solidFill>
                  <a:srgbClr val="B9CCD1"/>
                </a:solidFill>
                <a:latin typeface="Arial"/>
                <a:ea typeface="Arial"/>
                <a:cs typeface="Arial"/>
              </a:defRPr>
            </a:lvl3pPr>
            <a:lvl4pPr algn="l">
              <a:buNone/>
              <a:defRPr sz="1800" b="0">
                <a:solidFill>
                  <a:srgbClr val="B9CCD1"/>
                </a:solidFill>
                <a:latin typeface="Arial"/>
                <a:ea typeface="Arial"/>
                <a:cs typeface="Arial"/>
              </a:defRPr>
            </a:lvl4pPr>
            <a:lvl5pPr algn="l">
              <a:buNone/>
              <a:defRPr sz="1800" b="0">
                <a:solidFill>
                  <a:srgbClr val="B9CCD1"/>
                </a:solidFill>
                <a:latin typeface="Arial"/>
                <a:ea typeface="Arial"/>
                <a:cs typeface="Arial"/>
              </a:defRPr>
            </a:lvl5pPr>
            <a:lvl6pPr algn="l">
              <a:buNone/>
              <a:defRPr sz="1800" b="0">
                <a:solidFill>
                  <a:srgbClr val="B9CCD1"/>
                </a:solidFill>
                <a:latin typeface="Arial"/>
                <a:ea typeface="Arial"/>
                <a:cs typeface="Arial"/>
              </a:defRPr>
            </a:lvl6pPr>
            <a:lvl7pPr algn="l">
              <a:buNone/>
              <a:defRPr sz="1800" b="0">
                <a:solidFill>
                  <a:srgbClr val="B9CCD1"/>
                </a:solidFill>
                <a:latin typeface="Arial"/>
                <a:ea typeface="Arial"/>
                <a:cs typeface="Arial"/>
              </a:defRPr>
            </a:lvl7pPr>
            <a:lvl8pPr algn="l">
              <a:buNone/>
              <a:defRPr sz="1800" b="0">
                <a:solidFill>
                  <a:srgbClr val="B9CCD1"/>
                </a:solidFill>
                <a:latin typeface="Arial"/>
                <a:ea typeface="Arial"/>
                <a:cs typeface="Arial"/>
              </a:defRPr>
            </a:lvl8pPr>
            <a:lvl9pPr algn="l">
              <a:buNone/>
              <a:defRPr sz="1800" b="0">
                <a:solidFill>
                  <a:srgbClr val="B9CCD1"/>
                </a:solidFill>
                <a:latin typeface="Arial"/>
                <a:ea typeface="Arial"/>
                <a:cs typeface="Arial"/>
              </a:defRPr>
            </a:lvl9pPr>
          </a:lstStyle>
          <a:p xmlns:a="http://schemas.openxmlformats.org/drawingml/2006/main">
            <a:pPr algn="ctr">
              <a:buNone/>
              <a:defRPr sz="1725" b="0">
                <a:solidFill>
                  <a:srgbClr val="536873"/>
                </a:solidFill>
                <a:latin typeface="Arial"/>
                <a:ea typeface="Arial"/>
                <a:cs typeface="Arial"/>
              </a:defRPr>
            </a:pPr>
            <a:r>
              <a:rPr sz="1725" b="0">
                <a:solidFill>
                  <a:srgbClr val="536873"/>
                </a:solidFill>
                <a:latin typeface="Arial"/>
                <a:ea typeface="Arial"/>
                <a:cs typeface="Arial"/>
              </a:rPr>
              <a:t>Wang Zixuan, Jin Chengwei, Supeng</a:t>
            </a:r>
          </a:p>
        </p:txBody>
      </p:sp>
      <p:sp>
        <p:nvSpPr>
          <p:cNvPr id="6" name="Text: 01">
            <a:extLst xmlns:a="http://schemas.openxmlformats.org/drawingml/2006/main">
              <a:ext uri="{FF2B5EF4-FFF2-40B4-BE49-F238E27FC236}">
                <a16:creationId xmlns:a16="http://schemas.microsoft.com/office/drawing/2014/main" id="{897471EF-7456-4E63-B623-06B20D7348E0}"/>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B9CCD1"/>
                </a:solidFill>
                <a:latin typeface="Arial"/>
                <a:ea typeface="Arial"/>
                <a:cs typeface="Arial"/>
              </a:defRPr>
            </a:lvl1pPr>
            <a:lvl2pPr algn="r">
              <a:buNone/>
              <a:defRPr sz="1350" b="0">
                <a:solidFill>
                  <a:srgbClr val="B9CCD1"/>
                </a:solidFill>
                <a:latin typeface="Arial"/>
                <a:ea typeface="Arial"/>
                <a:cs typeface="Arial"/>
              </a:defRPr>
            </a:lvl2pPr>
            <a:lvl3pPr algn="r">
              <a:buNone/>
              <a:defRPr sz="1350" b="0">
                <a:solidFill>
                  <a:srgbClr val="B9CCD1"/>
                </a:solidFill>
                <a:latin typeface="Arial"/>
                <a:ea typeface="Arial"/>
                <a:cs typeface="Arial"/>
              </a:defRPr>
            </a:lvl3pPr>
            <a:lvl4pPr algn="r">
              <a:buNone/>
              <a:defRPr sz="1350" b="0">
                <a:solidFill>
                  <a:srgbClr val="B9CCD1"/>
                </a:solidFill>
                <a:latin typeface="Arial"/>
                <a:ea typeface="Arial"/>
                <a:cs typeface="Arial"/>
              </a:defRPr>
            </a:lvl4pPr>
            <a:lvl5pPr algn="r">
              <a:buNone/>
              <a:defRPr sz="1350" b="0">
                <a:solidFill>
                  <a:srgbClr val="B9CCD1"/>
                </a:solidFill>
                <a:latin typeface="Arial"/>
                <a:ea typeface="Arial"/>
                <a:cs typeface="Arial"/>
              </a:defRPr>
            </a:lvl5pPr>
            <a:lvl6pPr algn="r">
              <a:buNone/>
              <a:defRPr sz="1350" b="0">
                <a:solidFill>
                  <a:srgbClr val="B9CCD1"/>
                </a:solidFill>
                <a:latin typeface="Arial"/>
                <a:ea typeface="Arial"/>
                <a:cs typeface="Arial"/>
              </a:defRPr>
            </a:lvl6pPr>
            <a:lvl7pPr algn="r">
              <a:buNone/>
              <a:defRPr sz="1350" b="0">
                <a:solidFill>
                  <a:srgbClr val="B9CCD1"/>
                </a:solidFill>
                <a:latin typeface="Arial"/>
                <a:ea typeface="Arial"/>
                <a:cs typeface="Arial"/>
              </a:defRPr>
            </a:lvl7pPr>
            <a:lvl8pPr algn="r">
              <a:buNone/>
              <a:defRPr sz="1350" b="0">
                <a:solidFill>
                  <a:srgbClr val="B9CCD1"/>
                </a:solidFill>
                <a:latin typeface="Arial"/>
                <a:ea typeface="Arial"/>
                <a:cs typeface="Arial"/>
              </a:defRPr>
            </a:lvl8pPr>
            <a:lvl9pPr algn="r">
              <a:buNone/>
              <a:defRPr sz="1350" b="0">
                <a:solidFill>
                  <a:srgbClr val="B9CCD1"/>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01</a:t>
            </a:r>
          </a:p>
        </p:txBody>
      </p:sp>
    </p:spTree>
    <p:extLst>
      <p:ext uri="{BB962C8B-B14F-4D97-AF65-F5344CB8AC3E}">
        <p14:creationId xmlns:p14="http://schemas.microsoft.com/office/powerpoint/2010/main" val="1312524823"/>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Text: ATP reactions and concentration balances">
            <a:extLst xmlns:a="http://schemas.openxmlformats.org/drawingml/2006/main">
              <a:ext uri="{FF2B5EF4-FFF2-40B4-BE49-F238E27FC236}">
                <a16:creationId xmlns:a16="http://schemas.microsoft.com/office/drawing/2014/main" id="{0B7068B0-66E6-4505-8209-A088E9703E5F}"/>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ATP reactions and concentration balances</a:t>
            </a:r>
          </a:p>
        </p:txBody>
      </p:sp>
      <p:sp>
        <p:nvSpPr>
          <p:cNvPr id="2" name="Text: 02">
            <a:extLst xmlns:a="http://schemas.openxmlformats.org/drawingml/2006/main">
              <a:ext uri="{FF2B5EF4-FFF2-40B4-BE49-F238E27FC236}">
                <a16:creationId xmlns:a16="http://schemas.microsoft.com/office/drawing/2014/main" id="{A7CC91A7-5A14-4D94-88F4-6840CB36E03F}"/>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02</a:t>
            </a:r>
          </a:p>
        </p:txBody>
      </p:sp>
      <p:sp>
        <p:nvSpPr>
          <p:cNvPr id="3" name="Text: 01 Model">
            <a:extLst xmlns:a="http://schemas.openxmlformats.org/drawingml/2006/main">
              <a:ext uri="{FF2B5EF4-FFF2-40B4-BE49-F238E27FC236}">
                <a16:creationId xmlns:a16="http://schemas.microsoft.com/office/drawing/2014/main" id="{7FA38A44-B206-4E32-B84F-82F4BCA2E42E}"/>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01 Model</a:t>
            </a:r>
          </a:p>
        </p:txBody>
      </p:sp>
      <p:sp>
        <p:nvSpPr>
          <p:cNvPr id="4" name="Text: Investment">
            <a:extLst xmlns:a="http://schemas.openxmlformats.org/drawingml/2006/main">
              <a:ext uri="{FF2B5EF4-FFF2-40B4-BE49-F238E27FC236}">
                <a16:creationId xmlns:a16="http://schemas.microsoft.com/office/drawing/2014/main" id="{ED2B0927-E914-49FA-BC61-5E72C19C4C9A}"/>
              </a:ext>
            </a:extLst>
          </p:cNvPr>
          <p:cNvSpPr>
            <a:spLocks xmlns:a="http://schemas.openxmlformats.org/drawingml/2006/main" noGrp="1"/>
          </p:cNvSpPr>
          <p:nvPr/>
        </p:nvSpPr>
        <p:spPr>
          <a:xfrm xmlns:a="http://schemas.openxmlformats.org/drawingml/2006/main">
            <a:off x="742950" y="14097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65C2A"/>
                </a:solidFill>
                <a:latin typeface="Arial"/>
                <a:ea typeface="Arial"/>
                <a:cs typeface="Arial"/>
              </a:defRPr>
            </a:defPPr>
            <a:lvl1pPr algn="l">
              <a:buNone/>
              <a:defRPr sz="2175" b="1">
                <a:solidFill>
                  <a:srgbClr val="C65C2A"/>
                </a:solidFill>
                <a:latin typeface="Arial"/>
                <a:ea typeface="Arial"/>
                <a:cs typeface="Arial"/>
              </a:defRPr>
            </a:lvl1pPr>
            <a:lvl2pPr algn="l">
              <a:buNone/>
              <a:defRPr sz="2175" b="1">
                <a:solidFill>
                  <a:srgbClr val="C65C2A"/>
                </a:solidFill>
                <a:latin typeface="Arial"/>
                <a:ea typeface="Arial"/>
                <a:cs typeface="Arial"/>
              </a:defRPr>
            </a:lvl2pPr>
            <a:lvl3pPr algn="l">
              <a:buNone/>
              <a:defRPr sz="2175" b="1">
                <a:solidFill>
                  <a:srgbClr val="C65C2A"/>
                </a:solidFill>
                <a:latin typeface="Arial"/>
                <a:ea typeface="Arial"/>
                <a:cs typeface="Arial"/>
              </a:defRPr>
            </a:lvl3pPr>
            <a:lvl4pPr algn="l">
              <a:buNone/>
              <a:defRPr sz="2175" b="1">
                <a:solidFill>
                  <a:srgbClr val="C65C2A"/>
                </a:solidFill>
                <a:latin typeface="Arial"/>
                <a:ea typeface="Arial"/>
                <a:cs typeface="Arial"/>
              </a:defRPr>
            </a:lvl4pPr>
            <a:lvl5pPr algn="l">
              <a:buNone/>
              <a:defRPr sz="2175" b="1">
                <a:solidFill>
                  <a:srgbClr val="C65C2A"/>
                </a:solidFill>
                <a:latin typeface="Arial"/>
                <a:ea typeface="Arial"/>
                <a:cs typeface="Arial"/>
              </a:defRPr>
            </a:lvl5pPr>
            <a:lvl6pPr algn="l">
              <a:buNone/>
              <a:defRPr sz="2175" b="1">
                <a:solidFill>
                  <a:srgbClr val="C65C2A"/>
                </a:solidFill>
                <a:latin typeface="Arial"/>
                <a:ea typeface="Arial"/>
                <a:cs typeface="Arial"/>
              </a:defRPr>
            </a:lvl6pPr>
            <a:lvl7pPr algn="l">
              <a:buNone/>
              <a:defRPr sz="2175" b="1">
                <a:solidFill>
                  <a:srgbClr val="C65C2A"/>
                </a:solidFill>
                <a:latin typeface="Arial"/>
                <a:ea typeface="Arial"/>
                <a:cs typeface="Arial"/>
              </a:defRPr>
            </a:lvl7pPr>
            <a:lvl8pPr algn="l">
              <a:buNone/>
              <a:defRPr sz="2175" b="1">
                <a:solidFill>
                  <a:srgbClr val="C65C2A"/>
                </a:solidFill>
                <a:latin typeface="Arial"/>
                <a:ea typeface="Arial"/>
                <a:cs typeface="Arial"/>
              </a:defRPr>
            </a:lvl8pPr>
            <a:lvl9pPr algn="l">
              <a:buNone/>
              <a:defRPr sz="2175" b="1">
                <a:solidFill>
                  <a:srgbClr val="C65C2A"/>
                </a:solidFill>
                <a:latin typeface="Arial"/>
                <a:ea typeface="Arial"/>
                <a:cs typeface="Arial"/>
              </a:defRPr>
            </a:lvl9pPr>
          </a:lstStyle>
          <a:p xmlns:a="http://schemas.openxmlformats.org/drawingml/2006/main">
            <a:pPr algn="l">
              <a:buNone/>
              <a:defRPr sz="2175" b="1">
                <a:solidFill>
                  <a:srgbClr val="C65C2A"/>
                </a:solidFill>
                <a:latin typeface="Arial"/>
                <a:ea typeface="Arial"/>
                <a:cs typeface="Arial"/>
              </a:defRPr>
            </a:pPr>
            <a:r>
              <a:rPr sz="2175" b="1">
                <a:solidFill>
                  <a:srgbClr val="C65C2A"/>
                </a:solidFill>
                <a:latin typeface="Arial"/>
                <a:ea typeface="Arial"/>
                <a:cs typeface="Arial"/>
              </a:rPr>
              <a:t>Investment</a:t>
            </a:r>
          </a:p>
        </p:txBody>
      </p:sp>
      <p:pic>
        <p:nvPicPr>
          <p:cNvPr id="5" name="图片 4">
            <a:extLst xmlns:a="http://schemas.openxmlformats.org/drawingml/2006/main">
              <a:ext uri="{FF2B5EF4-FFF2-40B4-BE49-F238E27FC236}">
                <a16:creationId xmlns:a16="http://schemas.microsoft.com/office/drawing/2014/main" id="{46B5C9F3-37CD-4F48-AA2E-F679C967BF6B}"/>
              </a:ext>
            </a:extLst>
          </p:cNvPr>
          <p:cNvPicPr>
            <a:picLocks xmlns:a="http://schemas.openxmlformats.org/drawingml/2006/main" noChangeAspect="1"/>
          </p:cNvPicPr>
          <p:nvPr/>
        </p:nvPicPr>
        <p:blipFill>
          <a:blip xmlns:r="http://schemas.openxmlformats.org/officeDocument/2006/relationships" xmlns:a="http://schemas.openxmlformats.org/drawingml/2006/main" r:embed="R147090c6a5ab47cb"/>
          <a:stretch xmlns:a="http://schemas.openxmlformats.org/drawingml/2006/main"/>
        </p:blipFill>
        <p:spPr>
          <a:xfrm xmlns:a="http://schemas.openxmlformats.org/drawingml/2006/main">
            <a:off x="1674558" y="1764581"/>
            <a:ext cx="2070610" cy="661839"/>
          </a:xfrm>
          <a:prstGeom xmlns:a="http://schemas.openxmlformats.org/drawingml/2006/main" prst="rect">
            <a:avLst/>
          </a:prstGeom>
        </p:spPr>
      </p:pic>
      <p:sp>
        <p:nvSpPr>
          <p:cNvPr id="6" name="Text: Payoff">
            <a:extLst xmlns:a="http://schemas.openxmlformats.org/drawingml/2006/main">
              <a:ext uri="{FF2B5EF4-FFF2-40B4-BE49-F238E27FC236}">
                <a16:creationId xmlns:a16="http://schemas.microsoft.com/office/drawing/2014/main" id="{5202C8A4-C403-498F-A6C8-5ED637E7CF44}"/>
              </a:ext>
            </a:extLst>
          </p:cNvPr>
          <p:cNvSpPr>
            <a:spLocks xmlns:a="http://schemas.openxmlformats.org/drawingml/2006/main" noGrp="1"/>
          </p:cNvSpPr>
          <p:nvPr/>
        </p:nvSpPr>
        <p:spPr>
          <a:xfrm xmlns:a="http://schemas.openxmlformats.org/drawingml/2006/main">
            <a:off x="742950" y="26765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Payoff</a:t>
            </a:r>
          </a:p>
        </p:txBody>
      </p:sp>
      <p:pic>
        <p:nvPicPr>
          <p:cNvPr id="7" name="图片 6">
            <a:extLst xmlns:a="http://schemas.openxmlformats.org/drawingml/2006/main">
              <a:ext uri="{FF2B5EF4-FFF2-40B4-BE49-F238E27FC236}">
                <a16:creationId xmlns:a16="http://schemas.microsoft.com/office/drawing/2014/main" id="{CABDFBE3-E55A-4379-95B4-4C088F653C77}"/>
              </a:ext>
            </a:extLst>
          </p:cNvPr>
          <p:cNvPicPr>
            <a:picLocks xmlns:a="http://schemas.openxmlformats.org/drawingml/2006/main" noChangeAspect="1"/>
          </p:cNvPicPr>
          <p:nvPr/>
        </p:nvPicPr>
        <p:blipFill>
          <a:blip xmlns:r="http://schemas.openxmlformats.org/officeDocument/2006/relationships" xmlns:a="http://schemas.openxmlformats.org/drawingml/2006/main" r:embed="R6a179820c08f44ad"/>
          <a:stretch xmlns:a="http://schemas.openxmlformats.org/drawingml/2006/main"/>
        </p:blipFill>
        <p:spPr>
          <a:xfrm xmlns:a="http://schemas.openxmlformats.org/drawingml/2006/main">
            <a:off x="1537463" y="3021881"/>
            <a:ext cx="2344800" cy="661839"/>
          </a:xfrm>
          <a:prstGeom xmlns:a="http://schemas.openxmlformats.org/drawingml/2006/main" prst="rect">
            <a:avLst/>
          </a:prstGeom>
        </p:spPr>
      </p:pic>
      <p:graphicFrame>
        <p:nvGraphicFramePr>
          <p:cNvPr id="8" name="表格 7">
            <a:extLst xmlns:a="http://schemas.openxmlformats.org/drawingml/2006/main">
              <a:ext uri="{FF2B5EF4-FFF2-40B4-BE49-F238E27FC236}">
                <a16:creationId xmlns:a16="http://schemas.microsoft.com/office/drawing/2014/main" id="{FDFA98BC-550E-4B03-B54D-13B64D82C00F}"/>
              </a:ext>
            </a:extLst>
          </p:cNvPr>
          <p:cNvGraphicFramePr/>
          <p:nvPr/>
        </p:nvGraphicFramePr>
        <p:xfrm>
          <a:off xmlns:a="http://schemas.openxmlformats.org/drawingml/2006/main" x="5391150" y="1409700"/>
          <a:ext xmlns:a="http://schemas.openxmlformats.org/drawingml/2006/main" cx="6096000" cy="2324100"/>
        </p:xfrm>
        <a:graphic xmlns:a="http://schemas.openxmlformats.org/drawingml/2006/main">
          <a:graphicData uri="http://schemas.openxmlformats.org/drawingml/2006/table">
            <a:tbl>
              <a:tblPr/>
              <a:tblGrid>
                <a:gridCol w="2286000"/>
                <a:gridCol w="1809750"/>
                <a:gridCol w="2000250"/>
              </a:tblGrid>
              <a:tr h="581025">
                <a:tc>
                  <a:txBody>
                    <a:bodyPr/>
                    <a:lstStyle/>
                    <a:p>
                      <a:pPr algn="l">
                        <a:buNone/>
                      </a:pPr>
                      <a:r>
                        <a:rPr sz="1950" b="1">
                          <a:solidFill>
                            <a:srgbClr val="FFFFFF"/>
                          </a:solidFill>
                          <a:latin typeface="Arial"/>
                          <a:ea typeface="Arial"/>
                          <a:cs typeface="Arial"/>
                        </a:rPr>
                        <a:t>Process</a:t>
                      </a:r>
                    </a:p>
                  </a:txBody>
                  <a:tcPr marL="91440" marR="91440" marT="45720" marB="45720" anchor="ctr">
                    <a:lnL w="6668">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c>
                  <a:txBody>
                    <a:bodyPr/>
                    <a:lstStyle/>
                    <a:p>
                      <a:pPr algn="ctr">
                        <a:buNone/>
                      </a:pPr>
                      <a:r>
                        <a:rPr sz="1950" b="1">
                          <a:solidFill>
                            <a:srgbClr val="FFFFFF"/>
                          </a:solidFill>
                          <a:latin typeface="Arial"/>
                          <a:ea typeface="Arial"/>
                          <a:cs typeface="Arial"/>
                        </a:rPr>
                        <a:t>I rate</a:t>
                      </a:r>
                    </a:p>
                  </a:txBody>
                  <a:tcPr marL="91440" marR="91440" marT="45720" marB="45720" anchor="ctr">
                    <a:lnL w="6668" cmpd="sng">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c>
                  <a:txBody>
                    <a:bodyPr/>
                    <a:lstStyle/>
                    <a:p>
                      <a:pPr algn="ctr">
                        <a:buNone/>
                      </a:pPr>
                      <a:r>
                        <a:rPr sz="1950" b="1">
                          <a:solidFill>
                            <a:srgbClr val="FFFFFF"/>
                          </a:solidFill>
                          <a:latin typeface="Arial"/>
                          <a:ea typeface="Arial"/>
                          <a:cs typeface="Arial"/>
                        </a:rPr>
                        <a:t>ATP rate</a:t>
                      </a:r>
                    </a:p>
                  </a:txBody>
                  <a:tcPr marL="91440" marR="91440" marT="45720" marB="45720" anchor="ctr">
                    <a:lnL w="6668" cmpd="sng">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r>
              <a:tr h="581025">
                <a:tc>
                  <a:txBody>
                    <a:bodyPr/>
                    <a:lstStyle/>
                    <a:p>
                      <a:pPr algn="l">
                        <a:buNone/>
                      </a:pPr>
                      <a:r>
                        <a:rPr sz="1950" b="0">
                          <a:solidFill>
                            <a:srgbClr val="142F3B"/>
                          </a:solidFill>
                          <a:latin typeface="Arial"/>
                          <a:ea typeface="Arial"/>
                          <a:cs typeface="Arial"/>
                        </a:rPr>
                        <a:t>Investment</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950" b="0">
                          <a:solidFill>
                            <a:srgbClr val="142F3B"/>
                          </a:solidFill>
                          <a:latin typeface="Arial"/>
                          <a:ea typeface="Arial"/>
                          <a:cs typeface="Arial"/>
                        </a:rPr>
                        <a:t>+v₁</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950" b="0">
                          <a:solidFill>
                            <a:srgbClr val="142F3B"/>
                          </a:solidFill>
                          <a:latin typeface="Arial"/>
                          <a:ea typeface="Arial"/>
                          <a:cs typeface="Arial"/>
                        </a:rPr>
                        <a:t>−v₁</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r>
              <a:tr h="581025">
                <a:tc>
                  <a:txBody>
                    <a:bodyPr/>
                    <a:lstStyle/>
                    <a:p>
                      <a:pPr algn="l">
                        <a:buNone/>
                      </a:pPr>
                      <a:r>
                        <a:rPr sz="1950" b="0">
                          <a:solidFill>
                            <a:srgbClr val="142F3B"/>
                          </a:solidFill>
                          <a:latin typeface="Arial"/>
                          <a:ea typeface="Arial"/>
                          <a:cs typeface="Arial"/>
                        </a:rPr>
                        <a:t>Payoff</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c>
                  <a:txBody>
                    <a:bodyPr/>
                    <a:lstStyle/>
                    <a:p>
                      <a:pPr algn="ctr">
                        <a:buNone/>
                      </a:pPr>
                      <a:r>
                        <a:rPr sz="1950" b="0">
                          <a:solidFill>
                            <a:srgbClr val="142F3B"/>
                          </a:solidFill>
                          <a:latin typeface="Arial"/>
                          <a:ea typeface="Arial"/>
                          <a:cs typeface="Arial"/>
                        </a:rPr>
                        <a:t>−v₂</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c>
                  <a:txBody>
                    <a:bodyPr/>
                    <a:lstStyle/>
                    <a:p>
                      <a:pPr algn="ctr">
                        <a:buNone/>
                      </a:pPr>
                      <a:r>
                        <a:rPr sz="1950" b="0">
                          <a:solidFill>
                            <a:srgbClr val="142F3B"/>
                          </a:solidFill>
                          <a:latin typeface="Arial"/>
                          <a:ea typeface="Arial"/>
                          <a:cs typeface="Arial"/>
                        </a:rPr>
                        <a:t>+2v₂</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r>
              <a:tr h="581025">
                <a:tc>
                  <a:txBody>
                    <a:bodyPr/>
                    <a:lstStyle/>
                    <a:p>
                      <a:pPr algn="l">
                        <a:buNone/>
                      </a:pPr>
                      <a:r>
                        <a:rPr sz="1950" b="0">
                          <a:solidFill>
                            <a:srgbClr val="142F3B"/>
                          </a:solidFill>
                          <a:latin typeface="Arial"/>
                          <a:ea typeface="Arial"/>
                          <a:cs typeface="Arial"/>
                        </a:rPr>
                        <a:t>Demand</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950" b="0">
                          <a:solidFill>
                            <a:srgbClr val="142F3B"/>
                          </a:solidFill>
                          <a:latin typeface="Arial"/>
                          <a:ea typeface="Arial"/>
                          <a:cs typeface="Arial"/>
                        </a:rPr>
                        <a:t>0</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950" b="0">
                          <a:solidFill>
                            <a:srgbClr val="142F3B"/>
                          </a:solidFill>
                          <a:latin typeface="Arial"/>
                          <a:ea typeface="Arial"/>
                          <a:cs typeface="Arial"/>
                        </a:rPr>
                        <a:t>−w</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r>
            </a:tbl>
          </a:graphicData>
        </a:graphic>
      </p:graphicFrame>
      <p:pic>
        <p:nvPicPr>
          <p:cNvPr id="9" name="图片 8">
            <a:extLst xmlns:a="http://schemas.openxmlformats.org/drawingml/2006/main">
              <a:ext uri="{FF2B5EF4-FFF2-40B4-BE49-F238E27FC236}">
                <a16:creationId xmlns:a16="http://schemas.microsoft.com/office/drawing/2014/main" id="{B621ED2E-79E7-464E-A664-B61F67D9399A}"/>
              </a:ext>
            </a:extLst>
          </p:cNvPr>
          <p:cNvPicPr>
            <a:picLocks xmlns:a="http://schemas.openxmlformats.org/drawingml/2006/main" noChangeAspect="1"/>
          </p:cNvPicPr>
          <p:nvPr/>
        </p:nvPicPr>
        <p:blipFill>
          <a:blip xmlns:r="http://schemas.openxmlformats.org/officeDocument/2006/relationships" xmlns:a="http://schemas.openxmlformats.org/drawingml/2006/main" r:embed="Rbad369dcb14c48bc"/>
          <a:stretch xmlns:a="http://schemas.openxmlformats.org/drawingml/2006/main"/>
        </p:blipFill>
        <p:spPr>
          <a:xfrm xmlns:a="http://schemas.openxmlformats.org/drawingml/2006/main">
            <a:off x="2617313" y="3933825"/>
            <a:ext cx="6957374" cy="149542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2207EFFA-2D69-4B34-B474-05D7A4C1397B}"/>
              </a:ext>
            </a:extLst>
          </p:cNvPr>
          <p:cNvPicPr>
            <a:picLocks xmlns:a="http://schemas.openxmlformats.org/drawingml/2006/main" noChangeAspect="1"/>
          </p:cNvPicPr>
          <p:nvPr/>
        </p:nvPicPr>
        <p:blipFill>
          <a:blip xmlns:r="http://schemas.openxmlformats.org/officeDocument/2006/relationships" xmlns:a="http://schemas.openxmlformats.org/drawingml/2006/main" r:embed="R7806e4c8cc494623"/>
          <a:stretch xmlns:a="http://schemas.openxmlformats.org/drawingml/2006/main"/>
        </p:blipFill>
        <p:spPr>
          <a:xfrm xmlns:a="http://schemas.openxmlformats.org/drawingml/2006/main">
            <a:off x="1811750" y="5505450"/>
            <a:ext cx="8568500" cy="447675"/>
          </a:xfrm>
          <a:prstGeom xmlns:a="http://schemas.openxmlformats.org/drawingml/2006/main" prst="rect">
            <a:avLst/>
          </a:prstGeom>
        </p:spPr>
      </p:pic>
      <p:sp>
        <p:nvSpPr>
          <p:cNvPr id="14" name="Text: Flux units: concentration per unit time (for examp">
            <a:extLst xmlns:a="http://schemas.openxmlformats.org/drawingml/2006/main">
              <a:ext uri="{FF2B5EF4-FFF2-40B4-BE49-F238E27FC236}">
                <a16:creationId xmlns:a16="http://schemas.microsoft.com/office/drawing/2014/main" id="{2AF5FE71-687F-4CDE-950A-575703D262C8}"/>
              </a:ext>
            </a:extLst>
          </p:cNvPr>
          <p:cNvSpPr>
            <a:spLocks xmlns:a="http://schemas.openxmlformats.org/drawingml/2006/main" noGrp="1"/>
          </p:cNvSpPr>
          <p:nvPr/>
        </p:nvSpPr>
        <p:spPr>
          <a:xfrm xmlns:a="http://schemas.openxmlformats.org/drawingml/2006/main">
            <a:off x="952500" y="6010275"/>
            <a:ext cx="1028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36873"/>
                </a:solidFill>
                <a:latin typeface="Arial"/>
                <a:ea typeface="Arial"/>
                <a:cs typeface="Arial"/>
              </a:defRPr>
            </a:defPPr>
            <a:lvl1pPr algn="ctr">
              <a:defRPr sz="1650" b="0">
                <a:solidFill>
                  <a:srgbClr val="536873"/>
                </a:solidFill>
                <a:latin typeface="Arial"/>
                <a:ea typeface="Arial"/>
                <a:cs typeface="Arial"/>
              </a:defRPr>
            </a:lvl1pPr>
            <a:lvl2pPr algn="ctr">
              <a:defRPr sz="1650" b="0">
                <a:solidFill>
                  <a:srgbClr val="536873"/>
                </a:solidFill>
                <a:latin typeface="Arial"/>
                <a:ea typeface="Arial"/>
                <a:cs typeface="Arial"/>
              </a:defRPr>
            </a:lvl2pPr>
            <a:lvl3pPr algn="ctr">
              <a:defRPr sz="1650" b="0">
                <a:solidFill>
                  <a:srgbClr val="536873"/>
                </a:solidFill>
                <a:latin typeface="Arial"/>
                <a:ea typeface="Arial"/>
                <a:cs typeface="Arial"/>
              </a:defRPr>
            </a:lvl3pPr>
            <a:lvl4pPr algn="ctr">
              <a:defRPr sz="1650" b="0">
                <a:solidFill>
                  <a:srgbClr val="536873"/>
                </a:solidFill>
                <a:latin typeface="Arial"/>
                <a:ea typeface="Arial"/>
                <a:cs typeface="Arial"/>
              </a:defRPr>
            </a:lvl4pPr>
            <a:lvl5pPr algn="ctr">
              <a:defRPr sz="1650" b="0">
                <a:solidFill>
                  <a:srgbClr val="536873"/>
                </a:solidFill>
                <a:latin typeface="Arial"/>
                <a:ea typeface="Arial"/>
                <a:cs typeface="Arial"/>
              </a:defRPr>
            </a:lvl5pPr>
            <a:lvl6pPr algn="ctr">
              <a:defRPr sz="1650" b="0">
                <a:solidFill>
                  <a:srgbClr val="536873"/>
                </a:solidFill>
                <a:latin typeface="Arial"/>
                <a:ea typeface="Arial"/>
                <a:cs typeface="Arial"/>
              </a:defRPr>
            </a:lvl6pPr>
            <a:lvl7pPr algn="ctr">
              <a:defRPr sz="1650" b="0">
                <a:solidFill>
                  <a:srgbClr val="536873"/>
                </a:solidFill>
                <a:latin typeface="Arial"/>
                <a:ea typeface="Arial"/>
                <a:cs typeface="Arial"/>
              </a:defRPr>
            </a:lvl7pPr>
            <a:lvl8pPr algn="ctr">
              <a:defRPr sz="1650" b="0">
                <a:solidFill>
                  <a:srgbClr val="536873"/>
                </a:solidFill>
                <a:latin typeface="Arial"/>
                <a:ea typeface="Arial"/>
                <a:cs typeface="Arial"/>
              </a:defRPr>
            </a:lvl8pPr>
            <a:lvl9pPr algn="ctr">
              <a:defRPr sz="1650" b="0">
                <a:solidFill>
                  <a:srgbClr val="536873"/>
                </a:solidFill>
                <a:latin typeface="Arial"/>
                <a:ea typeface="Arial"/>
                <a:cs typeface="Arial"/>
              </a:defRPr>
            </a:lvl9pPr>
          </a:lstStyle>
          <a:p xmlns:a="http://schemas.openxmlformats.org/drawingml/2006/main">
            <a:pPr algn="ctr">
              <a:defRPr sz="1650" b="0">
                <a:solidFill>
                  <a:srgbClr val="536873"/>
                </a:solidFill>
                <a:latin typeface="Arial"/>
                <a:ea typeface="Arial"/>
                <a:cs typeface="Arial"/>
              </a:defRPr>
            </a:pPr>
            <a:r>
              <a:rPr sz="1650" b="0">
                <a:solidFill>
                  <a:srgbClr val="536873"/>
                </a:solidFill>
                <a:latin typeface="Arial"/>
                <a:ea typeface="Arial"/>
                <a:cs typeface="Arial"/>
              </a:rPr>
              <a:t>Flux units: concentration per unit time (for example, mM per second)</a:t>
            </a:r>
          </a:p>
        </p:txBody>
      </p:sp>
    </p:spTree>
    <p:extLst>
      <p:ext uri="{BB962C8B-B14F-4D97-AF65-F5344CB8AC3E}">
        <p14:creationId xmlns:p14="http://schemas.microsoft.com/office/powerpoint/2010/main" val="915545193"/>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Text: Hill-type inhibition supplies the rate laws">
            <a:extLst xmlns:a="http://schemas.openxmlformats.org/drawingml/2006/main">
              <a:ext uri="{FF2B5EF4-FFF2-40B4-BE49-F238E27FC236}">
                <a16:creationId xmlns:a16="http://schemas.microsoft.com/office/drawing/2014/main" id="{F7D91D50-E219-4411-8DD7-8DA85469BBDC}"/>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Hill-type inhibition supplies the rate laws</a:t>
            </a:r>
          </a:p>
        </p:txBody>
      </p:sp>
      <p:sp>
        <p:nvSpPr>
          <p:cNvPr id="2" name="Text: 03">
            <a:extLst xmlns:a="http://schemas.openxmlformats.org/drawingml/2006/main">
              <a:ext uri="{FF2B5EF4-FFF2-40B4-BE49-F238E27FC236}">
                <a16:creationId xmlns:a16="http://schemas.microsoft.com/office/drawing/2014/main" id="{82BD659D-6DA0-4778-857F-A2C30DB76A83}"/>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03</a:t>
            </a:r>
          </a:p>
        </p:txBody>
      </p:sp>
      <p:sp>
        <p:nvSpPr>
          <p:cNvPr id="3" name="Text: 01 Model">
            <a:extLst xmlns:a="http://schemas.openxmlformats.org/drawingml/2006/main">
              <a:ext uri="{FF2B5EF4-FFF2-40B4-BE49-F238E27FC236}">
                <a16:creationId xmlns:a16="http://schemas.microsoft.com/office/drawing/2014/main" id="{367EFA0D-68CE-4E1B-B435-AB33EA3D2FB2}"/>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01 Model</a:t>
            </a:r>
          </a:p>
        </p:txBody>
      </p:sp>
      <p:pic>
        <p:nvPicPr>
          <p:cNvPr id="15" name="图片 14">
            <a:extLst xmlns:a="http://schemas.openxmlformats.org/drawingml/2006/main">
              <a:ext uri="{FF2B5EF4-FFF2-40B4-BE49-F238E27FC236}">
                <a16:creationId xmlns:a16="http://schemas.microsoft.com/office/drawing/2014/main" id="{3B804155-0732-46FE-865E-E87B493C0CA0}"/>
              </a:ext>
            </a:extLst>
          </p:cNvPr>
          <p:cNvPicPr>
            <a:picLocks xmlns:a="http://schemas.openxmlformats.org/drawingml/2006/main" noChangeAspect="1"/>
          </p:cNvPicPr>
          <p:nvPr/>
        </p:nvPicPr>
        <p:blipFill>
          <a:blip xmlns:r="http://schemas.openxmlformats.org/officeDocument/2006/relationships" xmlns:a="http://schemas.openxmlformats.org/drawingml/2006/main" r:embed="Ra583727c938145c4"/>
          <a:stretch xmlns:a="http://schemas.openxmlformats.org/drawingml/2006/main"/>
        </p:blipFill>
        <p:spPr>
          <a:xfrm xmlns:a="http://schemas.openxmlformats.org/drawingml/2006/main">
            <a:off x="1092326" y="1305166"/>
            <a:ext cx="4444747" cy="980594"/>
          </a:xfrm>
          <a:prstGeom xmlns:a="http://schemas.openxmlformats.org/drawingml/2006/main" prst="rect">
            <a:avLst/>
          </a:prstGeom>
        </p:spPr>
      </p:pic>
      <p:sp>
        <p:nvSpPr>
          <p:cNvPr id="16" name="Text: H: remaining active fraction&#10;L: inhibitor con">
            <a:extLst xmlns:a="http://schemas.openxmlformats.org/drawingml/2006/main">
              <a:ext uri="{FF2B5EF4-FFF2-40B4-BE49-F238E27FC236}">
                <a16:creationId xmlns:a16="http://schemas.microsoft.com/office/drawing/2014/main" id="{4C367F3C-5EA8-40BE-B75D-142EB715E7F9}"/>
              </a:ext>
            </a:extLst>
          </p:cNvPr>
          <p:cNvSpPr>
            <a:spLocks xmlns:a="http://schemas.openxmlformats.org/drawingml/2006/main" noGrp="1"/>
          </p:cNvSpPr>
          <p:nvPr/>
        </p:nvSpPr>
        <p:spPr>
          <a:xfrm xmlns:a="http://schemas.openxmlformats.org/drawingml/2006/main">
            <a:off x="6448425" y="125730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F3B"/>
                </a:solidFill>
                <a:latin typeface="Arial"/>
                <a:ea typeface="Arial"/>
                <a:cs typeface="Arial"/>
              </a:defRPr>
            </a:defPPr>
            <a:lvl1pPr algn="l">
              <a:buNone/>
              <a:defRPr sz="1800" b="0">
                <a:solidFill>
                  <a:srgbClr val="142F3B"/>
                </a:solidFill>
                <a:latin typeface="Arial"/>
                <a:ea typeface="Arial"/>
                <a:cs typeface="Arial"/>
              </a:defRPr>
            </a:lvl1pPr>
            <a:lvl2pPr algn="l">
              <a:buNone/>
              <a:defRPr sz="1800" b="0">
                <a:solidFill>
                  <a:srgbClr val="142F3B"/>
                </a:solidFill>
                <a:latin typeface="Arial"/>
                <a:ea typeface="Arial"/>
                <a:cs typeface="Arial"/>
              </a:defRPr>
            </a:lvl2pPr>
            <a:lvl3pPr algn="l">
              <a:buNone/>
              <a:defRPr sz="1800" b="0">
                <a:solidFill>
                  <a:srgbClr val="142F3B"/>
                </a:solidFill>
                <a:latin typeface="Arial"/>
                <a:ea typeface="Arial"/>
                <a:cs typeface="Arial"/>
              </a:defRPr>
            </a:lvl3pPr>
            <a:lvl4pPr algn="l">
              <a:buNone/>
              <a:defRPr sz="1800" b="0">
                <a:solidFill>
                  <a:srgbClr val="142F3B"/>
                </a:solidFill>
                <a:latin typeface="Arial"/>
                <a:ea typeface="Arial"/>
                <a:cs typeface="Arial"/>
              </a:defRPr>
            </a:lvl4pPr>
            <a:lvl5pPr algn="l">
              <a:buNone/>
              <a:defRPr sz="1800" b="0">
                <a:solidFill>
                  <a:srgbClr val="142F3B"/>
                </a:solidFill>
                <a:latin typeface="Arial"/>
                <a:ea typeface="Arial"/>
                <a:cs typeface="Arial"/>
              </a:defRPr>
            </a:lvl5pPr>
            <a:lvl6pPr algn="l">
              <a:buNone/>
              <a:defRPr sz="1800" b="0">
                <a:solidFill>
                  <a:srgbClr val="142F3B"/>
                </a:solidFill>
                <a:latin typeface="Arial"/>
                <a:ea typeface="Arial"/>
                <a:cs typeface="Arial"/>
              </a:defRPr>
            </a:lvl6pPr>
            <a:lvl7pPr algn="l">
              <a:buNone/>
              <a:defRPr sz="1800" b="0">
                <a:solidFill>
                  <a:srgbClr val="142F3B"/>
                </a:solidFill>
                <a:latin typeface="Arial"/>
                <a:ea typeface="Arial"/>
                <a:cs typeface="Arial"/>
              </a:defRPr>
            </a:lvl7pPr>
            <a:lvl8pPr algn="l">
              <a:buNone/>
              <a:defRPr sz="1800" b="0">
                <a:solidFill>
                  <a:srgbClr val="142F3B"/>
                </a:solidFill>
                <a:latin typeface="Arial"/>
                <a:ea typeface="Arial"/>
                <a:cs typeface="Arial"/>
              </a:defRPr>
            </a:lvl8pPr>
            <a:lvl9pPr algn="l">
              <a:buNone/>
              <a:defRPr sz="1800" b="0">
                <a:solidFill>
                  <a:srgbClr val="142F3B"/>
                </a:solidFill>
                <a:latin typeface="Arial"/>
                <a:ea typeface="Arial"/>
                <a:cs typeface="Arial"/>
              </a:defRPr>
            </a:lvl9pPr>
          </a:lstStyle>
          <a:p xmlns:a="http://schemas.openxmlformats.org/drawingml/2006/main">
            <a:pPr algn="l">
              <a:buNone/>
              <a:defRPr sz="1800" b="0">
                <a:solidFill>
                  <a:srgbClr val="142F3B"/>
                </a:solidFill>
                <a:latin typeface="Arial"/>
                <a:ea typeface="Arial"/>
                <a:cs typeface="Arial"/>
              </a:defRPr>
            </a:pPr>
            <a:r>
              <a:rPr sz="1800" b="0">
                <a:solidFill>
                  <a:srgbClr val="142F3B"/>
                </a:solidFill>
                <a:latin typeface="Arial"/>
                <a:ea typeface="Arial"/>
                <a:cs typeface="Arial"/>
              </a:rPr>
              <a:t>H: remaining active fraction</a:t>
            </a:r>
          </a:p>
          <a:p xmlns:a="http://schemas.openxmlformats.org/drawingml/2006/main">
            <a:pPr algn="l">
              <a:buNone/>
              <a:defRPr sz="1800" b="0">
                <a:solidFill>
                  <a:srgbClr val="142F3B"/>
                </a:solidFill>
                <a:latin typeface="Arial"/>
                <a:ea typeface="Arial"/>
                <a:cs typeface="Arial"/>
              </a:defRPr>
            </a:pPr>
            <a:r>
              <a:rPr sz="1800" b="0">
                <a:solidFill>
                  <a:srgbClr val="142F3B"/>
                </a:solidFill>
                <a:latin typeface="Arial"/>
                <a:ea typeface="Arial"/>
                <a:cs typeface="Arial"/>
              </a:rPr>
              <a:t>L: inhibitor concentration</a:t>
            </a:r>
          </a:p>
          <a:p xmlns:a="http://schemas.openxmlformats.org/drawingml/2006/main">
            <a:pPr algn="l">
              <a:buNone/>
              <a:defRPr sz="1800" b="0">
                <a:solidFill>
                  <a:srgbClr val="142F3B"/>
                </a:solidFill>
                <a:latin typeface="Arial"/>
                <a:ea typeface="Arial"/>
                <a:cs typeface="Arial"/>
              </a:defRPr>
            </a:pPr>
            <a:r>
              <a:rPr sz="1800" b="0">
                <a:solidFill>
                  <a:srgbClr val="142F3B"/>
                </a:solidFill>
                <a:latin typeface="Arial"/>
                <a:ea typeface="Arial"/>
                <a:cs typeface="Arial"/>
              </a:rPr>
              <a:t>K: half-inhibition concentration</a:t>
            </a:r>
          </a:p>
          <a:p xmlns:a="http://schemas.openxmlformats.org/drawingml/2006/main">
            <a:pPr algn="l">
              <a:buNone/>
              <a:defRPr sz="1800" b="0">
                <a:solidFill>
                  <a:srgbClr val="142F3B"/>
                </a:solidFill>
                <a:latin typeface="Arial"/>
                <a:ea typeface="Arial"/>
                <a:cs typeface="Arial"/>
              </a:defRPr>
            </a:pPr>
            <a:r>
              <a:rPr sz="1800" b="0">
                <a:solidFill>
                  <a:srgbClr val="142F3B"/>
                </a:solidFill>
                <a:latin typeface="Arial"/>
                <a:ea typeface="Arial"/>
                <a:cs typeface="Arial"/>
              </a:rPr>
              <a:t>n: response steepness</a:t>
            </a:r>
          </a:p>
        </p:txBody>
      </p:sp>
      <p:sp>
        <p:nvSpPr>
          <p:cNvPr id="17" name="Text: Investment">
            <a:extLst xmlns:a="http://schemas.openxmlformats.org/drawingml/2006/main">
              <a:ext uri="{FF2B5EF4-FFF2-40B4-BE49-F238E27FC236}">
                <a16:creationId xmlns:a16="http://schemas.microsoft.com/office/drawing/2014/main" id="{6053F976-A6FB-4142-AB50-5CC464C590BC}"/>
              </a:ext>
            </a:extLst>
          </p:cNvPr>
          <p:cNvSpPr>
            <a:spLocks xmlns:a="http://schemas.openxmlformats.org/drawingml/2006/main" noGrp="1"/>
          </p:cNvSpPr>
          <p:nvPr/>
        </p:nvSpPr>
        <p:spPr>
          <a:xfrm xmlns:a="http://schemas.openxmlformats.org/drawingml/2006/main">
            <a:off x="742950" y="26384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65C2A"/>
                </a:solidFill>
                <a:latin typeface="Arial"/>
                <a:ea typeface="Arial"/>
                <a:cs typeface="Arial"/>
              </a:defRPr>
            </a:defPPr>
            <a:lvl1pPr algn="l">
              <a:buNone/>
              <a:defRPr sz="2175" b="1">
                <a:solidFill>
                  <a:srgbClr val="C65C2A"/>
                </a:solidFill>
                <a:latin typeface="Arial"/>
                <a:ea typeface="Arial"/>
                <a:cs typeface="Arial"/>
              </a:defRPr>
            </a:lvl1pPr>
            <a:lvl2pPr algn="l">
              <a:buNone/>
              <a:defRPr sz="2175" b="1">
                <a:solidFill>
                  <a:srgbClr val="C65C2A"/>
                </a:solidFill>
                <a:latin typeface="Arial"/>
                <a:ea typeface="Arial"/>
                <a:cs typeface="Arial"/>
              </a:defRPr>
            </a:lvl2pPr>
            <a:lvl3pPr algn="l">
              <a:buNone/>
              <a:defRPr sz="2175" b="1">
                <a:solidFill>
                  <a:srgbClr val="C65C2A"/>
                </a:solidFill>
                <a:latin typeface="Arial"/>
                <a:ea typeface="Arial"/>
                <a:cs typeface="Arial"/>
              </a:defRPr>
            </a:lvl3pPr>
            <a:lvl4pPr algn="l">
              <a:buNone/>
              <a:defRPr sz="2175" b="1">
                <a:solidFill>
                  <a:srgbClr val="C65C2A"/>
                </a:solidFill>
                <a:latin typeface="Arial"/>
                <a:ea typeface="Arial"/>
                <a:cs typeface="Arial"/>
              </a:defRPr>
            </a:lvl4pPr>
            <a:lvl5pPr algn="l">
              <a:buNone/>
              <a:defRPr sz="2175" b="1">
                <a:solidFill>
                  <a:srgbClr val="C65C2A"/>
                </a:solidFill>
                <a:latin typeface="Arial"/>
                <a:ea typeface="Arial"/>
                <a:cs typeface="Arial"/>
              </a:defRPr>
            </a:lvl5pPr>
            <a:lvl6pPr algn="l">
              <a:buNone/>
              <a:defRPr sz="2175" b="1">
                <a:solidFill>
                  <a:srgbClr val="C65C2A"/>
                </a:solidFill>
                <a:latin typeface="Arial"/>
                <a:ea typeface="Arial"/>
                <a:cs typeface="Arial"/>
              </a:defRPr>
            </a:lvl6pPr>
            <a:lvl7pPr algn="l">
              <a:buNone/>
              <a:defRPr sz="2175" b="1">
                <a:solidFill>
                  <a:srgbClr val="C65C2A"/>
                </a:solidFill>
                <a:latin typeface="Arial"/>
                <a:ea typeface="Arial"/>
                <a:cs typeface="Arial"/>
              </a:defRPr>
            </a:lvl7pPr>
            <a:lvl8pPr algn="l">
              <a:buNone/>
              <a:defRPr sz="2175" b="1">
                <a:solidFill>
                  <a:srgbClr val="C65C2A"/>
                </a:solidFill>
                <a:latin typeface="Arial"/>
                <a:ea typeface="Arial"/>
                <a:cs typeface="Arial"/>
              </a:defRPr>
            </a:lvl8pPr>
            <a:lvl9pPr algn="l">
              <a:buNone/>
              <a:defRPr sz="2175" b="1">
                <a:solidFill>
                  <a:srgbClr val="C65C2A"/>
                </a:solidFill>
                <a:latin typeface="Arial"/>
                <a:ea typeface="Arial"/>
                <a:cs typeface="Arial"/>
              </a:defRPr>
            </a:lvl9pPr>
          </a:lstStyle>
          <a:p xmlns:a="http://schemas.openxmlformats.org/drawingml/2006/main">
            <a:pPr algn="l">
              <a:buNone/>
              <a:defRPr sz="2175" b="1">
                <a:solidFill>
                  <a:srgbClr val="C65C2A"/>
                </a:solidFill>
                <a:latin typeface="Arial"/>
                <a:ea typeface="Arial"/>
                <a:cs typeface="Arial"/>
              </a:defRPr>
            </a:pPr>
            <a:r>
              <a:rPr sz="2175" b="1">
                <a:solidFill>
                  <a:srgbClr val="C65C2A"/>
                </a:solidFill>
                <a:latin typeface="Arial"/>
                <a:ea typeface="Arial"/>
                <a:cs typeface="Arial"/>
              </a:rPr>
              <a:t>Investment</a:t>
            </a:r>
          </a:p>
        </p:txBody>
      </p:sp>
      <p:sp>
        <p:nvSpPr>
          <p:cNvPr id="18" name="Text: Payoff">
            <a:extLst xmlns:a="http://schemas.openxmlformats.org/drawingml/2006/main">
              <a:ext uri="{FF2B5EF4-FFF2-40B4-BE49-F238E27FC236}">
                <a16:creationId xmlns:a16="http://schemas.microsoft.com/office/drawing/2014/main" id="{9647338E-49D9-43A2-A0B7-C0323C9384F6}"/>
              </a:ext>
            </a:extLst>
          </p:cNvPr>
          <p:cNvSpPr>
            <a:spLocks xmlns:a="http://schemas.openxmlformats.org/drawingml/2006/main" noGrp="1"/>
          </p:cNvSpPr>
          <p:nvPr/>
        </p:nvSpPr>
        <p:spPr>
          <a:xfrm xmlns:a="http://schemas.openxmlformats.org/drawingml/2006/main">
            <a:off x="6515100" y="26384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Payoff</a:t>
            </a:r>
          </a:p>
        </p:txBody>
      </p:sp>
      <p:pic>
        <p:nvPicPr>
          <p:cNvPr id="19" name="图片 18">
            <a:extLst xmlns:a="http://schemas.openxmlformats.org/drawingml/2006/main">
              <a:ext uri="{FF2B5EF4-FFF2-40B4-BE49-F238E27FC236}">
                <a16:creationId xmlns:a16="http://schemas.microsoft.com/office/drawing/2014/main" id="{04E2F199-CBEC-47C5-B306-3FBC6E64F42A}"/>
              </a:ext>
            </a:extLst>
          </p:cNvPr>
          <p:cNvPicPr>
            <a:picLocks xmlns:a="http://schemas.openxmlformats.org/drawingml/2006/main" noChangeAspect="1"/>
          </p:cNvPicPr>
          <p:nvPr/>
        </p:nvPicPr>
        <p:blipFill>
          <a:blip xmlns:r="http://schemas.openxmlformats.org/officeDocument/2006/relationships" xmlns:a="http://schemas.openxmlformats.org/drawingml/2006/main" r:embed="R9c421e8120b84277"/>
          <a:stretch xmlns:a="http://schemas.openxmlformats.org/drawingml/2006/main"/>
        </p:blipFill>
        <p:spPr>
          <a:xfrm xmlns:a="http://schemas.openxmlformats.org/drawingml/2006/main">
            <a:off x="1279878" y="3048000"/>
            <a:ext cx="3898194" cy="1485900"/>
          </a:xfrm>
          <a:prstGeom xmlns:a="http://schemas.openxmlformats.org/drawingml/2006/main" prst="rect">
            <a:avLst/>
          </a:prstGeom>
        </p:spPr>
      </p:pic>
      <p:pic>
        <p:nvPicPr>
          <p:cNvPr id="20" name="图片 19">
            <a:extLst xmlns:a="http://schemas.openxmlformats.org/drawingml/2006/main">
              <a:ext uri="{FF2B5EF4-FFF2-40B4-BE49-F238E27FC236}">
                <a16:creationId xmlns:a16="http://schemas.microsoft.com/office/drawing/2014/main" id="{2FF1881E-EAF9-4971-85DB-DA70F6B0DBD6}"/>
              </a:ext>
            </a:extLst>
          </p:cNvPr>
          <p:cNvPicPr>
            <a:picLocks xmlns:a="http://schemas.openxmlformats.org/drawingml/2006/main" noChangeAspect="1"/>
          </p:cNvPicPr>
          <p:nvPr/>
        </p:nvPicPr>
        <p:blipFill>
          <a:blip xmlns:r="http://schemas.openxmlformats.org/officeDocument/2006/relationships" xmlns:a="http://schemas.openxmlformats.org/drawingml/2006/main" r:embed="Rfabb1b8f348444f0"/>
          <a:stretch xmlns:a="http://schemas.openxmlformats.org/drawingml/2006/main"/>
        </p:blipFill>
        <p:spPr>
          <a:xfrm xmlns:a="http://schemas.openxmlformats.org/drawingml/2006/main">
            <a:off x="7225947" y="3048000"/>
            <a:ext cx="3531306" cy="1485900"/>
          </a:xfrm>
          <a:prstGeom xmlns:a="http://schemas.openxmlformats.org/drawingml/2006/main" prst="rect">
            <a:avLst/>
          </a:prstGeom>
        </p:spPr>
      </p:pic>
      <p:sp>
        <p:nvSpPr>
          <p:cNvPr id="21" name="Text: ATP is the investment substrate.&#10;ATP also inh">
            <a:extLst xmlns:a="http://schemas.openxmlformats.org/drawingml/2006/main">
              <a:ext uri="{FF2B5EF4-FFF2-40B4-BE49-F238E27FC236}">
                <a16:creationId xmlns:a16="http://schemas.microsoft.com/office/drawing/2014/main" id="{9FFF6455-C81B-4FB9-9D58-2D3E54B84882}"/>
              </a:ext>
            </a:extLst>
          </p:cNvPr>
          <p:cNvSpPr>
            <a:spLocks xmlns:a="http://schemas.openxmlformats.org/drawingml/2006/main" noGrp="1"/>
          </p:cNvSpPr>
          <p:nvPr/>
        </p:nvSpPr>
        <p:spPr>
          <a:xfrm xmlns:a="http://schemas.openxmlformats.org/drawingml/2006/main">
            <a:off x="762000" y="46672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3B"/>
                </a:solidFill>
                <a:latin typeface="Arial"/>
                <a:ea typeface="Arial"/>
                <a:cs typeface="Arial"/>
              </a:defRPr>
            </a:defPPr>
            <a:lvl1pPr algn="l">
              <a:buNone/>
              <a:defRPr sz="1875" b="0">
                <a:solidFill>
                  <a:srgbClr val="142F3B"/>
                </a:solidFill>
                <a:latin typeface="Arial"/>
                <a:ea typeface="Arial"/>
                <a:cs typeface="Arial"/>
              </a:defRPr>
            </a:lvl1pPr>
            <a:lvl2pPr algn="l">
              <a:buNone/>
              <a:defRPr sz="1875" b="0">
                <a:solidFill>
                  <a:srgbClr val="142F3B"/>
                </a:solidFill>
                <a:latin typeface="Arial"/>
                <a:ea typeface="Arial"/>
                <a:cs typeface="Arial"/>
              </a:defRPr>
            </a:lvl2pPr>
            <a:lvl3pPr algn="l">
              <a:buNone/>
              <a:defRPr sz="1875" b="0">
                <a:solidFill>
                  <a:srgbClr val="142F3B"/>
                </a:solidFill>
                <a:latin typeface="Arial"/>
                <a:ea typeface="Arial"/>
                <a:cs typeface="Arial"/>
              </a:defRPr>
            </a:lvl3pPr>
            <a:lvl4pPr algn="l">
              <a:buNone/>
              <a:defRPr sz="1875" b="0">
                <a:solidFill>
                  <a:srgbClr val="142F3B"/>
                </a:solidFill>
                <a:latin typeface="Arial"/>
                <a:ea typeface="Arial"/>
                <a:cs typeface="Arial"/>
              </a:defRPr>
            </a:lvl4pPr>
            <a:lvl5pPr algn="l">
              <a:buNone/>
              <a:defRPr sz="1875" b="0">
                <a:solidFill>
                  <a:srgbClr val="142F3B"/>
                </a:solidFill>
                <a:latin typeface="Arial"/>
                <a:ea typeface="Arial"/>
                <a:cs typeface="Arial"/>
              </a:defRPr>
            </a:lvl5pPr>
            <a:lvl6pPr algn="l">
              <a:buNone/>
              <a:defRPr sz="1875" b="0">
                <a:solidFill>
                  <a:srgbClr val="142F3B"/>
                </a:solidFill>
                <a:latin typeface="Arial"/>
                <a:ea typeface="Arial"/>
                <a:cs typeface="Arial"/>
              </a:defRPr>
            </a:lvl6pPr>
            <a:lvl7pPr algn="l">
              <a:buNone/>
              <a:defRPr sz="1875" b="0">
                <a:solidFill>
                  <a:srgbClr val="142F3B"/>
                </a:solidFill>
                <a:latin typeface="Arial"/>
                <a:ea typeface="Arial"/>
                <a:cs typeface="Arial"/>
              </a:defRPr>
            </a:lvl7pPr>
            <a:lvl8pPr algn="l">
              <a:buNone/>
              <a:defRPr sz="1875" b="0">
                <a:solidFill>
                  <a:srgbClr val="142F3B"/>
                </a:solidFill>
                <a:latin typeface="Arial"/>
                <a:ea typeface="Arial"/>
                <a:cs typeface="Arial"/>
              </a:defRPr>
            </a:lvl8pPr>
            <a:lvl9pPr algn="l">
              <a:buNone/>
              <a:defRPr sz="1875" b="0">
                <a:solidFill>
                  <a:srgbClr val="142F3B"/>
                </a:solidFill>
                <a:latin typeface="Arial"/>
                <a:ea typeface="Arial"/>
                <a:cs typeface="Arial"/>
              </a:defRPr>
            </a:lvl9pPr>
          </a:lstStyle>
          <a:p xmlns:a="http://schemas.openxmlformats.org/drawingml/2006/main">
            <a:pPr algn="l">
              <a:buNone/>
              <a:defRPr sz="1875" b="0">
                <a:solidFill>
                  <a:srgbClr val="142F3B"/>
                </a:solidFill>
                <a:latin typeface="Arial"/>
                <a:ea typeface="Arial"/>
                <a:cs typeface="Arial"/>
              </a:defRPr>
            </a:pPr>
            <a:r>
              <a:rPr sz="1875" b="0">
                <a:solidFill>
                  <a:srgbClr val="142F3B"/>
                </a:solidFill>
                <a:latin typeface="Arial"/>
                <a:ea typeface="Arial"/>
                <a:cs typeface="Arial"/>
              </a:rPr>
              <a:t>ATP is the investment substrate.</a:t>
            </a:r>
          </a:p>
          <a:p xmlns:a="http://schemas.openxmlformats.org/drawingml/2006/main">
            <a:pPr algn="l">
              <a:buNone/>
              <a:defRPr sz="1875" b="0">
                <a:solidFill>
                  <a:srgbClr val="142F3B"/>
                </a:solidFill>
                <a:latin typeface="Arial"/>
                <a:ea typeface="Arial"/>
                <a:cs typeface="Arial"/>
              </a:defRPr>
            </a:pPr>
            <a:r>
              <a:rPr sz="1875" b="0">
                <a:solidFill>
                  <a:srgbClr val="142F3B"/>
                </a:solidFill>
                <a:latin typeface="Arial"/>
                <a:ea typeface="Arial"/>
                <a:cs typeface="Arial"/>
              </a:rPr>
              <a:t>ATP also inhibits the enzyme.</a:t>
            </a:r>
          </a:p>
        </p:txBody>
      </p:sp>
      <p:sp>
        <p:nvSpPr>
          <p:cNvPr id="22" name="Text: I is the payoff substrate.&#10;ATP inhibits the p">
            <a:extLst xmlns:a="http://schemas.openxmlformats.org/drawingml/2006/main">
              <a:ext uri="{FF2B5EF4-FFF2-40B4-BE49-F238E27FC236}">
                <a16:creationId xmlns:a16="http://schemas.microsoft.com/office/drawing/2014/main" id="{8301FD6F-1B59-4DF9-AAEE-A0CF81BDDF8D}"/>
              </a:ext>
            </a:extLst>
          </p:cNvPr>
          <p:cNvSpPr>
            <a:spLocks xmlns:a="http://schemas.openxmlformats.org/drawingml/2006/main" noGrp="1"/>
          </p:cNvSpPr>
          <p:nvPr/>
        </p:nvSpPr>
        <p:spPr>
          <a:xfrm xmlns:a="http://schemas.openxmlformats.org/drawingml/2006/main">
            <a:off x="6515100" y="46672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F3B"/>
                </a:solidFill>
                <a:latin typeface="Arial"/>
                <a:ea typeface="Arial"/>
                <a:cs typeface="Arial"/>
              </a:defRPr>
            </a:defPPr>
            <a:lvl1pPr algn="l">
              <a:buNone/>
              <a:defRPr sz="1875" b="0">
                <a:solidFill>
                  <a:srgbClr val="142F3B"/>
                </a:solidFill>
                <a:latin typeface="Arial"/>
                <a:ea typeface="Arial"/>
                <a:cs typeface="Arial"/>
              </a:defRPr>
            </a:lvl1pPr>
            <a:lvl2pPr algn="l">
              <a:buNone/>
              <a:defRPr sz="1875" b="0">
                <a:solidFill>
                  <a:srgbClr val="142F3B"/>
                </a:solidFill>
                <a:latin typeface="Arial"/>
                <a:ea typeface="Arial"/>
                <a:cs typeface="Arial"/>
              </a:defRPr>
            </a:lvl2pPr>
            <a:lvl3pPr algn="l">
              <a:buNone/>
              <a:defRPr sz="1875" b="0">
                <a:solidFill>
                  <a:srgbClr val="142F3B"/>
                </a:solidFill>
                <a:latin typeface="Arial"/>
                <a:ea typeface="Arial"/>
                <a:cs typeface="Arial"/>
              </a:defRPr>
            </a:lvl3pPr>
            <a:lvl4pPr algn="l">
              <a:buNone/>
              <a:defRPr sz="1875" b="0">
                <a:solidFill>
                  <a:srgbClr val="142F3B"/>
                </a:solidFill>
                <a:latin typeface="Arial"/>
                <a:ea typeface="Arial"/>
                <a:cs typeface="Arial"/>
              </a:defRPr>
            </a:lvl4pPr>
            <a:lvl5pPr algn="l">
              <a:buNone/>
              <a:defRPr sz="1875" b="0">
                <a:solidFill>
                  <a:srgbClr val="142F3B"/>
                </a:solidFill>
                <a:latin typeface="Arial"/>
                <a:ea typeface="Arial"/>
                <a:cs typeface="Arial"/>
              </a:defRPr>
            </a:lvl5pPr>
            <a:lvl6pPr algn="l">
              <a:buNone/>
              <a:defRPr sz="1875" b="0">
                <a:solidFill>
                  <a:srgbClr val="142F3B"/>
                </a:solidFill>
                <a:latin typeface="Arial"/>
                <a:ea typeface="Arial"/>
                <a:cs typeface="Arial"/>
              </a:defRPr>
            </a:lvl6pPr>
            <a:lvl7pPr algn="l">
              <a:buNone/>
              <a:defRPr sz="1875" b="0">
                <a:solidFill>
                  <a:srgbClr val="142F3B"/>
                </a:solidFill>
                <a:latin typeface="Arial"/>
                <a:ea typeface="Arial"/>
                <a:cs typeface="Arial"/>
              </a:defRPr>
            </a:lvl7pPr>
            <a:lvl8pPr algn="l">
              <a:buNone/>
              <a:defRPr sz="1875" b="0">
                <a:solidFill>
                  <a:srgbClr val="142F3B"/>
                </a:solidFill>
                <a:latin typeface="Arial"/>
                <a:ea typeface="Arial"/>
                <a:cs typeface="Arial"/>
              </a:defRPr>
            </a:lvl8pPr>
            <a:lvl9pPr algn="l">
              <a:buNone/>
              <a:defRPr sz="1875" b="0">
                <a:solidFill>
                  <a:srgbClr val="142F3B"/>
                </a:solidFill>
                <a:latin typeface="Arial"/>
                <a:ea typeface="Arial"/>
                <a:cs typeface="Arial"/>
              </a:defRPr>
            </a:lvl9pPr>
          </a:lstStyle>
          <a:p xmlns:a="http://schemas.openxmlformats.org/drawingml/2006/main">
            <a:pPr algn="l">
              <a:buNone/>
              <a:defRPr sz="1875" b="0">
                <a:solidFill>
                  <a:srgbClr val="142F3B"/>
                </a:solidFill>
                <a:latin typeface="Arial"/>
                <a:ea typeface="Arial"/>
                <a:cs typeface="Arial"/>
              </a:defRPr>
            </a:pPr>
            <a:r>
              <a:rPr sz="1875" b="0">
                <a:solidFill>
                  <a:srgbClr val="142F3B"/>
                </a:solidFill>
                <a:latin typeface="Arial"/>
                <a:ea typeface="Arial"/>
                <a:cs typeface="Arial"/>
              </a:rPr>
              <a:t>I is the payoff substrate.</a:t>
            </a:r>
          </a:p>
          <a:p xmlns:a="http://schemas.openxmlformats.org/drawingml/2006/main">
            <a:pPr algn="l">
              <a:buNone/>
              <a:defRPr sz="1875" b="0">
                <a:solidFill>
                  <a:srgbClr val="142F3B"/>
                </a:solidFill>
                <a:latin typeface="Arial"/>
                <a:ea typeface="Arial"/>
                <a:cs typeface="Arial"/>
              </a:defRPr>
            </a:pPr>
            <a:r>
              <a:rPr sz="1875" b="0">
                <a:solidFill>
                  <a:srgbClr val="142F3B"/>
                </a:solidFill>
                <a:latin typeface="Arial"/>
                <a:ea typeface="Arial"/>
                <a:cs typeface="Arial"/>
              </a:rPr>
              <a:t>ATP inhibits the payoff enzyme.</a:t>
            </a:r>
          </a:p>
        </p:txBody>
      </p:sp>
      <p:pic>
        <p:nvPicPr>
          <p:cNvPr id="23" name="图片 22">
            <a:extLst xmlns:a="http://schemas.openxmlformats.org/drawingml/2006/main">
              <a:ext uri="{FF2B5EF4-FFF2-40B4-BE49-F238E27FC236}">
                <a16:creationId xmlns:a16="http://schemas.microsoft.com/office/drawing/2014/main" id="{01E8021C-1F3A-4344-8DDF-52313F101EDD}"/>
              </a:ext>
            </a:extLst>
          </p:cNvPr>
          <p:cNvPicPr>
            <a:picLocks xmlns:a="http://schemas.openxmlformats.org/drawingml/2006/main" noChangeAspect="1"/>
          </p:cNvPicPr>
          <p:nvPr/>
        </p:nvPicPr>
        <p:blipFill>
          <a:blip xmlns:r="http://schemas.openxmlformats.org/officeDocument/2006/relationships" xmlns:a="http://schemas.openxmlformats.org/drawingml/2006/main" r:embed="R16263a5d6c39482c"/>
          <a:stretch xmlns:a="http://schemas.openxmlformats.org/drawingml/2006/main"/>
        </p:blipFill>
        <p:spPr>
          <a:xfrm xmlns:a="http://schemas.openxmlformats.org/drawingml/2006/main">
            <a:off x="2875598" y="5457825"/>
            <a:ext cx="6440805" cy="438150"/>
          </a:xfrm>
          <a:prstGeom xmlns:a="http://schemas.openxmlformats.org/drawingml/2006/main" prst="rect">
            <a:avLst/>
          </a:prstGeom>
        </p:spPr>
      </p:pic>
      <p:pic>
        <p:nvPicPr>
          <p:cNvPr id="24" name="图片 23">
            <a:extLst xmlns:a="http://schemas.openxmlformats.org/drawingml/2006/main">
              <a:ext uri="{FF2B5EF4-FFF2-40B4-BE49-F238E27FC236}">
                <a16:creationId xmlns:a16="http://schemas.microsoft.com/office/drawing/2014/main" id="{0FE63717-4B8C-4B37-B330-C5DD6C977713}"/>
              </a:ext>
            </a:extLst>
          </p:cNvPr>
          <p:cNvPicPr>
            <a:picLocks xmlns:a="http://schemas.openxmlformats.org/drawingml/2006/main" noChangeAspect="1"/>
          </p:cNvPicPr>
          <p:nvPr/>
        </p:nvPicPr>
        <p:blipFill>
          <a:blip xmlns:r="http://schemas.openxmlformats.org/officeDocument/2006/relationships" xmlns:a="http://schemas.openxmlformats.org/drawingml/2006/main" r:embed="Rb2e2577033344b1a"/>
          <a:stretch xmlns:a="http://schemas.openxmlformats.org/drawingml/2006/main"/>
        </p:blipFill>
        <p:spPr>
          <a:xfrm xmlns:a="http://schemas.openxmlformats.org/drawingml/2006/main">
            <a:off x="4079081" y="5934075"/>
            <a:ext cx="4033838" cy="419100"/>
          </a:xfrm>
          <a:prstGeom xmlns:a="http://schemas.openxmlformats.org/drawingml/2006/main" prst="rect">
            <a:avLst/>
          </a:prstGeom>
        </p:spPr>
      </p:pic>
    </p:spTree>
    <p:extLst>
      <p:ext uri="{BB962C8B-B14F-4D97-AF65-F5344CB8AC3E}">
        <p14:creationId xmlns:p14="http://schemas.microsoft.com/office/powerpoint/2010/main" val="478987939"/>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Text: Normalization preserves the concentration bal">
            <a:extLst xmlns:a="http://schemas.openxmlformats.org/drawingml/2006/main">
              <a:ext uri="{FF2B5EF4-FFF2-40B4-BE49-F238E27FC236}">
                <a16:creationId xmlns:a16="http://schemas.microsoft.com/office/drawing/2014/main" id="{0F04D6AE-1022-43ED-92DD-6D79186BD211}"/>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Normalization preserves the concentration balance</a:t>
            </a:r>
          </a:p>
        </p:txBody>
      </p:sp>
      <p:sp>
        <p:nvSpPr>
          <p:cNvPr id="2" name="Text: 04">
            <a:extLst xmlns:a="http://schemas.openxmlformats.org/drawingml/2006/main">
              <a:ext uri="{FF2B5EF4-FFF2-40B4-BE49-F238E27FC236}">
                <a16:creationId xmlns:a16="http://schemas.microsoft.com/office/drawing/2014/main" id="{D0785213-1387-4164-A52A-C705ADDC0C03}"/>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04</a:t>
            </a:r>
          </a:p>
        </p:txBody>
      </p:sp>
      <p:sp>
        <p:nvSpPr>
          <p:cNvPr id="3" name="Text: 01 Model">
            <a:extLst xmlns:a="http://schemas.openxmlformats.org/drawingml/2006/main">
              <a:ext uri="{FF2B5EF4-FFF2-40B4-BE49-F238E27FC236}">
                <a16:creationId xmlns:a16="http://schemas.microsoft.com/office/drawing/2014/main" id="{BC5EB600-DC57-42CB-9271-8EF5A216CE50}"/>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01 Model</a:t>
            </a:r>
          </a:p>
        </p:txBody>
      </p:sp>
      <p:pic>
        <p:nvPicPr>
          <p:cNvPr id="11" name="图片 10">
            <a:extLst xmlns:a="http://schemas.openxmlformats.org/drawingml/2006/main">
              <a:ext uri="{FF2B5EF4-FFF2-40B4-BE49-F238E27FC236}">
                <a16:creationId xmlns:a16="http://schemas.microsoft.com/office/drawing/2014/main" id="{C206DC70-A70B-4B70-8307-65A53EA5F37B}"/>
              </a:ext>
            </a:extLst>
          </p:cNvPr>
          <p:cNvPicPr>
            <a:picLocks xmlns:a="http://schemas.openxmlformats.org/drawingml/2006/main" noChangeAspect="1"/>
          </p:cNvPicPr>
          <p:nvPr/>
        </p:nvPicPr>
        <p:blipFill>
          <a:blip xmlns:r="http://schemas.openxmlformats.org/officeDocument/2006/relationships" xmlns:a="http://schemas.openxmlformats.org/drawingml/2006/main" r:embed="R33d6a7d4a556407e"/>
          <a:stretch xmlns:a="http://schemas.openxmlformats.org/drawingml/2006/main"/>
        </p:blipFill>
        <p:spPr>
          <a:xfrm xmlns:a="http://schemas.openxmlformats.org/drawingml/2006/main">
            <a:off x="4353374" y="1247775"/>
            <a:ext cx="3485251" cy="409575"/>
          </a:xfrm>
          <a:prstGeom xmlns:a="http://schemas.openxmlformats.org/drawingml/2006/main" prst="rect">
            <a:avLst/>
          </a:prstGeom>
        </p:spPr>
      </p:pic>
      <p:pic>
        <p:nvPicPr>
          <p:cNvPr id="12" name="图片 11">
            <a:extLst xmlns:a="http://schemas.openxmlformats.org/drawingml/2006/main">
              <a:ext uri="{FF2B5EF4-FFF2-40B4-BE49-F238E27FC236}">
                <a16:creationId xmlns:a16="http://schemas.microsoft.com/office/drawing/2014/main" id="{02F349EE-2D28-4811-82D0-417BA5917C53}"/>
              </a:ext>
            </a:extLst>
          </p:cNvPr>
          <p:cNvPicPr>
            <a:picLocks xmlns:a="http://schemas.openxmlformats.org/drawingml/2006/main" noChangeAspect="1"/>
          </p:cNvPicPr>
          <p:nvPr/>
        </p:nvPicPr>
        <p:blipFill>
          <a:blip xmlns:r="http://schemas.openxmlformats.org/officeDocument/2006/relationships" xmlns:a="http://schemas.openxmlformats.org/drawingml/2006/main" r:embed="Rf143d980ad2b4cb5"/>
          <a:stretch xmlns:a="http://schemas.openxmlformats.org/drawingml/2006/main"/>
        </p:blipFill>
        <p:spPr>
          <a:xfrm xmlns:a="http://schemas.openxmlformats.org/drawingml/2006/main">
            <a:off x="3083428" y="1685925"/>
            <a:ext cx="6025143" cy="666750"/>
          </a:xfrm>
          <a:prstGeom xmlns:a="http://schemas.openxmlformats.org/drawingml/2006/main" prst="rect">
            <a:avLst/>
          </a:prstGeom>
        </p:spPr>
      </p:pic>
      <p:pic>
        <p:nvPicPr>
          <p:cNvPr id="13" name="图片 12">
            <a:extLst xmlns:a="http://schemas.openxmlformats.org/drawingml/2006/main">
              <a:ext uri="{FF2B5EF4-FFF2-40B4-BE49-F238E27FC236}">
                <a16:creationId xmlns:a16="http://schemas.microsoft.com/office/drawing/2014/main" id="{58A57939-3A1E-4445-9953-88302B75B972}"/>
              </a:ext>
            </a:extLst>
          </p:cNvPr>
          <p:cNvPicPr>
            <a:picLocks xmlns:a="http://schemas.openxmlformats.org/drawingml/2006/main" noChangeAspect="1"/>
          </p:cNvPicPr>
          <p:nvPr/>
        </p:nvPicPr>
        <p:blipFill>
          <a:blip xmlns:r="http://schemas.openxmlformats.org/officeDocument/2006/relationships" xmlns:a="http://schemas.openxmlformats.org/drawingml/2006/main" r:embed="Re25753856fdb43d9"/>
          <a:stretch xmlns:a="http://schemas.openxmlformats.org/drawingml/2006/main"/>
        </p:blipFill>
        <p:spPr>
          <a:xfrm xmlns:a="http://schemas.openxmlformats.org/drawingml/2006/main">
            <a:off x="3840424" y="2409825"/>
            <a:ext cx="4511152" cy="676275"/>
          </a:xfrm>
          <a:prstGeom xmlns:a="http://schemas.openxmlformats.org/drawingml/2006/main" prst="rect">
            <a:avLst/>
          </a:prstGeom>
        </p:spPr>
      </p:pic>
      <p:pic>
        <p:nvPicPr>
          <p:cNvPr id="14" name="图片 13">
            <a:extLst xmlns:a="http://schemas.openxmlformats.org/drawingml/2006/main">
              <a:ext uri="{FF2B5EF4-FFF2-40B4-BE49-F238E27FC236}">
                <a16:creationId xmlns:a16="http://schemas.microsoft.com/office/drawing/2014/main" id="{926254B3-9626-4E52-B169-7B3389A4BBCA}"/>
              </a:ext>
            </a:extLst>
          </p:cNvPr>
          <p:cNvPicPr>
            <a:picLocks xmlns:a="http://schemas.openxmlformats.org/drawingml/2006/main" noChangeAspect="1"/>
          </p:cNvPicPr>
          <p:nvPr/>
        </p:nvPicPr>
        <p:blipFill>
          <a:blip xmlns:r="http://schemas.openxmlformats.org/officeDocument/2006/relationships" xmlns:a="http://schemas.openxmlformats.org/drawingml/2006/main" r:embed="R428c6b5c5f6c48a9"/>
          <a:stretch xmlns:a="http://schemas.openxmlformats.org/drawingml/2006/main"/>
        </p:blipFill>
        <p:spPr>
          <a:xfrm xmlns:a="http://schemas.openxmlformats.org/drawingml/2006/main">
            <a:off x="2524429" y="3305175"/>
            <a:ext cx="7143142" cy="885825"/>
          </a:xfrm>
          <a:prstGeom xmlns:a="http://schemas.openxmlformats.org/drawingml/2006/main" prst="rect">
            <a:avLst/>
          </a:prstGeom>
        </p:spPr>
      </p:pic>
      <p:pic>
        <p:nvPicPr>
          <p:cNvPr id="15" name="图片 14">
            <a:extLst xmlns:a="http://schemas.openxmlformats.org/drawingml/2006/main">
              <a:ext uri="{FF2B5EF4-FFF2-40B4-BE49-F238E27FC236}">
                <a16:creationId xmlns:a16="http://schemas.microsoft.com/office/drawing/2014/main" id="{D4E84892-C5BA-4698-9575-A72387C5FB32}"/>
              </a:ext>
            </a:extLst>
          </p:cNvPr>
          <p:cNvPicPr>
            <a:picLocks xmlns:a="http://schemas.openxmlformats.org/drawingml/2006/main" noChangeAspect="1"/>
          </p:cNvPicPr>
          <p:nvPr/>
        </p:nvPicPr>
        <p:blipFill>
          <a:blip xmlns:r="http://schemas.openxmlformats.org/officeDocument/2006/relationships" xmlns:a="http://schemas.openxmlformats.org/drawingml/2006/main" r:embed="R595bb1dee1f941c1"/>
          <a:stretch xmlns:a="http://schemas.openxmlformats.org/drawingml/2006/main"/>
        </p:blipFill>
        <p:spPr>
          <a:xfrm xmlns:a="http://schemas.openxmlformats.org/drawingml/2006/main">
            <a:off x="2639456" y="4343400"/>
            <a:ext cx="6913088" cy="885825"/>
          </a:xfrm>
          <a:prstGeom xmlns:a="http://schemas.openxmlformats.org/drawingml/2006/main" prst="rect">
            <a:avLst/>
          </a:prstGeom>
        </p:spPr>
      </p:pic>
      <p:pic>
        <p:nvPicPr>
          <p:cNvPr id="16" name="图片 15">
            <a:extLst xmlns:a="http://schemas.openxmlformats.org/drawingml/2006/main">
              <a:ext uri="{FF2B5EF4-FFF2-40B4-BE49-F238E27FC236}">
                <a16:creationId xmlns:a16="http://schemas.microsoft.com/office/drawing/2014/main" id="{23D04872-87CF-4C76-B08C-4B2C32A71ABC}"/>
              </a:ext>
            </a:extLst>
          </p:cNvPr>
          <p:cNvPicPr>
            <a:picLocks xmlns:a="http://schemas.openxmlformats.org/drawingml/2006/main" noChangeAspect="1"/>
          </p:cNvPicPr>
          <p:nvPr/>
        </p:nvPicPr>
        <p:blipFill>
          <a:blip xmlns:r="http://schemas.openxmlformats.org/officeDocument/2006/relationships" xmlns:a="http://schemas.openxmlformats.org/drawingml/2006/main" r:embed="Rdb61170320854cbd"/>
          <a:stretch xmlns:a="http://schemas.openxmlformats.org/drawingml/2006/main"/>
        </p:blipFill>
        <p:spPr>
          <a:xfrm xmlns:a="http://schemas.openxmlformats.org/drawingml/2006/main">
            <a:off x="3316342" y="5410200"/>
            <a:ext cx="5559316" cy="742950"/>
          </a:xfrm>
          <a:prstGeom xmlns:a="http://schemas.openxmlformats.org/drawingml/2006/main" prst="rect">
            <a:avLst/>
          </a:prstGeom>
        </p:spPr>
      </p:pic>
    </p:spTree>
    <p:extLst>
      <p:ext uri="{BB962C8B-B14F-4D97-AF65-F5344CB8AC3E}">
        <p14:creationId xmlns:p14="http://schemas.microsoft.com/office/powerpoint/2010/main" val="2023582807"/>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Text: The steady-state condition follows from the b">
            <a:extLst xmlns:a="http://schemas.openxmlformats.org/drawingml/2006/main">
              <a:ext uri="{FF2B5EF4-FFF2-40B4-BE49-F238E27FC236}">
                <a16:creationId xmlns:a16="http://schemas.microsoft.com/office/drawing/2014/main" id="{2FF386DD-28B1-4606-91F4-6B3247BAC603}"/>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The steady-state condition follows from the balance</a:t>
            </a:r>
          </a:p>
        </p:txBody>
      </p:sp>
      <p:sp>
        <p:nvSpPr>
          <p:cNvPr id="2" name="Text: 06">
            <a:extLst xmlns:a="http://schemas.openxmlformats.org/drawingml/2006/main">
              <a:ext uri="{FF2B5EF4-FFF2-40B4-BE49-F238E27FC236}">
                <a16:creationId xmlns:a16="http://schemas.microsoft.com/office/drawing/2014/main" id="{F3CC7820-86B0-4C1E-9311-4A6E9F05620F}"/>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05</a:t>
            </a:r>
          </a:p>
        </p:txBody>
      </p:sp>
      <p:sp>
        <p:nvSpPr>
          <p:cNvPr id="3" name="Text: 02 Demand">
            <a:extLst xmlns:a="http://schemas.openxmlformats.org/drawingml/2006/main">
              <a:ext uri="{FF2B5EF4-FFF2-40B4-BE49-F238E27FC236}">
                <a16:creationId xmlns:a16="http://schemas.microsoft.com/office/drawing/2014/main" id="{925A0A67-FE3F-4669-B68D-636C9FAAF973}"/>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01 Model</a:t>
            </a:r>
          </a:p>
        </p:txBody>
      </p:sp>
      <p:pic>
        <p:nvPicPr>
          <p:cNvPr id="4" name="图片 3">
            <a:extLst xmlns:a="http://schemas.openxmlformats.org/drawingml/2006/main">
              <a:ext uri="{FF2B5EF4-FFF2-40B4-BE49-F238E27FC236}">
                <a16:creationId xmlns:a16="http://schemas.microsoft.com/office/drawing/2014/main" id="{0AC7B01D-1A60-4972-A92F-0AA5E622291E}"/>
              </a:ext>
            </a:extLst>
          </p:cNvPr>
          <p:cNvPicPr>
            <a:picLocks xmlns:a="http://schemas.openxmlformats.org/drawingml/2006/main" noChangeAspect="1"/>
          </p:cNvPicPr>
          <p:nvPr/>
        </p:nvPicPr>
        <p:blipFill>
          <a:blip xmlns:r="http://schemas.openxmlformats.org/officeDocument/2006/relationships" xmlns:a="http://schemas.openxmlformats.org/drawingml/2006/main" r:embed="R3c3f155d83fd4d71"/>
          <a:stretch xmlns:a="http://schemas.openxmlformats.org/drawingml/2006/main"/>
        </p:blipFill>
        <p:spPr>
          <a:xfrm xmlns:a="http://schemas.openxmlformats.org/drawingml/2006/main">
            <a:off x="4973916" y="1304925"/>
            <a:ext cx="2244169" cy="742950"/>
          </a:xfrm>
          <a:prstGeom xmlns:a="http://schemas.openxmlformats.org/drawingml/2006/main" prst="rect">
            <a:avLst/>
          </a:prstGeom>
        </p:spPr>
      </p:pic>
      <p:pic>
        <p:nvPicPr>
          <p:cNvPr id="5" name="图片 4">
            <a:extLst xmlns:a="http://schemas.openxmlformats.org/drawingml/2006/main">
              <a:ext uri="{FF2B5EF4-FFF2-40B4-BE49-F238E27FC236}">
                <a16:creationId xmlns:a16="http://schemas.microsoft.com/office/drawing/2014/main" id="{8A9FD3FA-226D-444D-86BC-B24FAF608AA5}"/>
              </a:ext>
            </a:extLst>
          </p:cNvPr>
          <p:cNvPicPr>
            <a:picLocks xmlns:a="http://schemas.openxmlformats.org/drawingml/2006/main" noChangeAspect="1"/>
          </p:cNvPicPr>
          <p:nvPr/>
        </p:nvPicPr>
        <p:blipFill>
          <a:blip xmlns:r="http://schemas.openxmlformats.org/officeDocument/2006/relationships" xmlns:a="http://schemas.openxmlformats.org/drawingml/2006/main" r:embed="R02cba688d7144387"/>
          <a:stretch xmlns:a="http://schemas.openxmlformats.org/drawingml/2006/main"/>
        </p:blipFill>
        <p:spPr>
          <a:xfrm xmlns:a="http://schemas.openxmlformats.org/drawingml/2006/main">
            <a:off x="4127723" y="2305050"/>
            <a:ext cx="3936553" cy="1685925"/>
          </a:xfrm>
          <a:prstGeom xmlns:a="http://schemas.openxmlformats.org/drawingml/2006/main" prst="rect">
            <a:avLst/>
          </a:prstGeom>
        </p:spPr>
      </p:pic>
      <p:sp>
        <p:nvSpPr>
          <p:cNvPr id="6" name="Text: At steady state, both derivatives are zero">
            <a:extLst xmlns:a="http://schemas.openxmlformats.org/drawingml/2006/main">
              <a:ext uri="{FF2B5EF4-FFF2-40B4-BE49-F238E27FC236}">
                <a16:creationId xmlns:a16="http://schemas.microsoft.com/office/drawing/2014/main" id="{40DD268C-41EB-4A2D-9F0C-A297C43E6012}"/>
              </a:ext>
            </a:extLst>
          </p:cNvPr>
          <p:cNvSpPr>
            <a:spLocks xmlns:a="http://schemas.openxmlformats.org/drawingml/2006/main" noGrp="1"/>
          </p:cNvSpPr>
          <p:nvPr/>
        </p:nvSpPr>
        <p:spPr>
          <a:xfrm xmlns:a="http://schemas.openxmlformats.org/drawingml/2006/main">
            <a:off x="742950" y="4352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F3B"/>
                </a:solidFill>
                <a:latin typeface="Arial"/>
                <a:ea typeface="Arial"/>
                <a:cs typeface="Arial"/>
              </a:defRPr>
            </a:defPPr>
            <a:lvl1pPr algn="l">
              <a:buNone/>
              <a:defRPr sz="2325" b="1">
                <a:solidFill>
                  <a:srgbClr val="142F3B"/>
                </a:solidFill>
                <a:latin typeface="Arial"/>
                <a:ea typeface="Arial"/>
                <a:cs typeface="Arial"/>
              </a:defRPr>
            </a:lvl1pPr>
            <a:lvl2pPr algn="l">
              <a:buNone/>
              <a:defRPr sz="2325" b="1">
                <a:solidFill>
                  <a:srgbClr val="142F3B"/>
                </a:solidFill>
                <a:latin typeface="Arial"/>
                <a:ea typeface="Arial"/>
                <a:cs typeface="Arial"/>
              </a:defRPr>
            </a:lvl2pPr>
            <a:lvl3pPr algn="l">
              <a:buNone/>
              <a:defRPr sz="2325" b="1">
                <a:solidFill>
                  <a:srgbClr val="142F3B"/>
                </a:solidFill>
                <a:latin typeface="Arial"/>
                <a:ea typeface="Arial"/>
                <a:cs typeface="Arial"/>
              </a:defRPr>
            </a:lvl3pPr>
            <a:lvl4pPr algn="l">
              <a:buNone/>
              <a:defRPr sz="2325" b="1">
                <a:solidFill>
                  <a:srgbClr val="142F3B"/>
                </a:solidFill>
                <a:latin typeface="Arial"/>
                <a:ea typeface="Arial"/>
                <a:cs typeface="Arial"/>
              </a:defRPr>
            </a:lvl4pPr>
            <a:lvl5pPr algn="l">
              <a:buNone/>
              <a:defRPr sz="2325" b="1">
                <a:solidFill>
                  <a:srgbClr val="142F3B"/>
                </a:solidFill>
                <a:latin typeface="Arial"/>
                <a:ea typeface="Arial"/>
                <a:cs typeface="Arial"/>
              </a:defRPr>
            </a:lvl5pPr>
            <a:lvl6pPr algn="l">
              <a:buNone/>
              <a:defRPr sz="2325" b="1">
                <a:solidFill>
                  <a:srgbClr val="142F3B"/>
                </a:solidFill>
                <a:latin typeface="Arial"/>
                <a:ea typeface="Arial"/>
                <a:cs typeface="Arial"/>
              </a:defRPr>
            </a:lvl6pPr>
            <a:lvl7pPr algn="l">
              <a:buNone/>
              <a:defRPr sz="2325" b="1">
                <a:solidFill>
                  <a:srgbClr val="142F3B"/>
                </a:solidFill>
                <a:latin typeface="Arial"/>
                <a:ea typeface="Arial"/>
                <a:cs typeface="Arial"/>
              </a:defRPr>
            </a:lvl7pPr>
            <a:lvl8pPr algn="l">
              <a:buNone/>
              <a:defRPr sz="2325" b="1">
                <a:solidFill>
                  <a:srgbClr val="142F3B"/>
                </a:solidFill>
                <a:latin typeface="Arial"/>
                <a:ea typeface="Arial"/>
                <a:cs typeface="Arial"/>
              </a:defRPr>
            </a:lvl8pPr>
            <a:lvl9pPr algn="l">
              <a:buNone/>
              <a:defRPr sz="2325" b="1">
                <a:solidFill>
                  <a:srgbClr val="142F3B"/>
                </a:solidFill>
                <a:latin typeface="Arial"/>
                <a:ea typeface="Arial"/>
                <a:cs typeface="Arial"/>
              </a:defRPr>
            </a:lvl9pPr>
          </a:lstStyle>
          <a:p xmlns:a="http://schemas.openxmlformats.org/drawingml/2006/main">
            <a:pPr algn="l">
              <a:buNone/>
              <a:defRPr sz="2325" b="1">
                <a:solidFill>
                  <a:srgbClr val="142F3B"/>
                </a:solidFill>
                <a:latin typeface="Arial"/>
                <a:ea typeface="Arial"/>
                <a:cs typeface="Arial"/>
              </a:defRPr>
            </a:pPr>
            <a:r>
              <a:rPr sz="2325" b="1">
                <a:solidFill>
                  <a:srgbClr val="142F3B"/>
                </a:solidFill>
                <a:latin typeface="Arial"/>
                <a:ea typeface="Arial"/>
                <a:cs typeface="Arial"/>
              </a:rPr>
              <a:t>At steady state, both derivatives are zero</a:t>
            </a:r>
          </a:p>
        </p:txBody>
      </p:sp>
      <p:pic>
        <p:nvPicPr>
          <p:cNvPr id="7" name="图片 6">
            <a:extLst xmlns:a="http://schemas.openxmlformats.org/drawingml/2006/main">
              <a:ext uri="{FF2B5EF4-FFF2-40B4-BE49-F238E27FC236}">
                <a16:creationId xmlns:a16="http://schemas.microsoft.com/office/drawing/2014/main" id="{C0AA840D-7E8B-4F7D-B22D-D6AB44975E8F}"/>
              </a:ext>
            </a:extLst>
          </p:cNvPr>
          <p:cNvPicPr>
            <a:picLocks xmlns:a="http://schemas.openxmlformats.org/drawingml/2006/main" noChangeAspect="1"/>
          </p:cNvPicPr>
          <p:nvPr/>
        </p:nvPicPr>
        <p:blipFill>
          <a:blip xmlns:r="http://schemas.openxmlformats.org/officeDocument/2006/relationships" xmlns:a="http://schemas.openxmlformats.org/drawingml/2006/main" r:embed="Rc2935fee02e24abc"/>
          <a:stretch xmlns:a="http://schemas.openxmlformats.org/drawingml/2006/main"/>
        </p:blipFill>
        <p:spPr>
          <a:xfrm xmlns:a="http://schemas.openxmlformats.org/drawingml/2006/main">
            <a:off x="2104456" y="5036716"/>
            <a:ext cx="7983088" cy="670768"/>
          </a:xfrm>
          <a:prstGeom xmlns:a="http://schemas.openxmlformats.org/drawingml/2006/main" prst="rect">
            <a:avLst/>
          </a:prstGeom>
        </p:spPr>
      </p:pic>
      <p:sp>
        <p:nvSpPr>
          <p:cNvPr id="8" name="Text: Concentrations stay constant while production">
            <a:extLst xmlns:a="http://schemas.openxmlformats.org/drawingml/2006/main">
              <a:ext uri="{FF2B5EF4-FFF2-40B4-BE49-F238E27FC236}">
                <a16:creationId xmlns:a16="http://schemas.microsoft.com/office/drawing/2014/main" id="{E23797EF-9D04-4C84-A715-6C48CC87438E}"/>
              </a:ext>
            </a:extLst>
          </p:cNvPr>
          <p:cNvSpPr>
            <a:spLocks xmlns:a="http://schemas.openxmlformats.org/drawingml/2006/main" noGrp="1"/>
          </p:cNvSpPr>
          <p:nvPr/>
        </p:nvSpPr>
        <p:spPr>
          <a:xfrm xmlns:a="http://schemas.openxmlformats.org/drawingml/2006/main">
            <a:off x="723900" y="604837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873"/>
                </a:solidFill>
                <a:latin typeface="Arial"/>
                <a:ea typeface="Arial"/>
                <a:cs typeface="Arial"/>
              </a:defRPr>
            </a:defPPr>
            <a:lvl1pPr algn="l">
              <a:buNone/>
              <a:defRPr sz="1800" b="0">
                <a:solidFill>
                  <a:srgbClr val="536873"/>
                </a:solidFill>
                <a:latin typeface="Arial"/>
                <a:ea typeface="Arial"/>
                <a:cs typeface="Arial"/>
              </a:defRPr>
            </a:lvl1pPr>
            <a:lvl2pPr algn="l">
              <a:buNone/>
              <a:defRPr sz="1800" b="0">
                <a:solidFill>
                  <a:srgbClr val="536873"/>
                </a:solidFill>
                <a:latin typeface="Arial"/>
                <a:ea typeface="Arial"/>
                <a:cs typeface="Arial"/>
              </a:defRPr>
            </a:lvl2pPr>
            <a:lvl3pPr algn="l">
              <a:buNone/>
              <a:defRPr sz="1800" b="0">
                <a:solidFill>
                  <a:srgbClr val="536873"/>
                </a:solidFill>
                <a:latin typeface="Arial"/>
                <a:ea typeface="Arial"/>
                <a:cs typeface="Arial"/>
              </a:defRPr>
            </a:lvl3pPr>
            <a:lvl4pPr algn="l">
              <a:buNone/>
              <a:defRPr sz="1800" b="0">
                <a:solidFill>
                  <a:srgbClr val="536873"/>
                </a:solidFill>
                <a:latin typeface="Arial"/>
                <a:ea typeface="Arial"/>
                <a:cs typeface="Arial"/>
              </a:defRPr>
            </a:lvl4pPr>
            <a:lvl5pPr algn="l">
              <a:buNone/>
              <a:defRPr sz="1800" b="0">
                <a:solidFill>
                  <a:srgbClr val="536873"/>
                </a:solidFill>
                <a:latin typeface="Arial"/>
                <a:ea typeface="Arial"/>
                <a:cs typeface="Arial"/>
              </a:defRPr>
            </a:lvl5pPr>
            <a:lvl6pPr algn="l">
              <a:buNone/>
              <a:defRPr sz="1800" b="0">
                <a:solidFill>
                  <a:srgbClr val="536873"/>
                </a:solidFill>
                <a:latin typeface="Arial"/>
                <a:ea typeface="Arial"/>
                <a:cs typeface="Arial"/>
              </a:defRPr>
            </a:lvl6pPr>
            <a:lvl7pPr algn="l">
              <a:buNone/>
              <a:defRPr sz="1800" b="0">
                <a:solidFill>
                  <a:srgbClr val="536873"/>
                </a:solidFill>
                <a:latin typeface="Arial"/>
                <a:ea typeface="Arial"/>
                <a:cs typeface="Arial"/>
              </a:defRPr>
            </a:lvl7pPr>
            <a:lvl8pPr algn="l">
              <a:buNone/>
              <a:defRPr sz="1800" b="0">
                <a:solidFill>
                  <a:srgbClr val="536873"/>
                </a:solidFill>
                <a:latin typeface="Arial"/>
                <a:ea typeface="Arial"/>
                <a:cs typeface="Arial"/>
              </a:defRPr>
            </a:lvl8pPr>
            <a:lvl9pPr algn="l">
              <a:buNone/>
              <a:defRPr sz="1800" b="0">
                <a:solidFill>
                  <a:srgbClr val="536873"/>
                </a:solidFill>
                <a:latin typeface="Arial"/>
                <a:ea typeface="Arial"/>
                <a:cs typeface="Arial"/>
              </a:defRPr>
            </a:lvl9pPr>
          </a:lstStyle>
          <a:p xmlns:a="http://schemas.openxmlformats.org/drawingml/2006/main">
            <a:pPr algn="l">
              <a:buNone/>
              <a:defRPr sz="1800" b="0">
                <a:solidFill>
                  <a:srgbClr val="536873"/>
                </a:solidFill>
                <a:latin typeface="Arial"/>
                <a:ea typeface="Arial"/>
                <a:cs typeface="Arial"/>
              </a:defRPr>
            </a:pPr>
            <a:r>
              <a:rPr sz="1800" b="0">
                <a:solidFill>
                  <a:srgbClr val="536873"/>
                </a:solidFill>
                <a:latin typeface="Arial"/>
                <a:ea typeface="Arial"/>
                <a:cs typeface="Arial"/>
              </a:rPr>
              <a:t>Concentrations stay constant while production and consumption continue.</a:t>
            </a:r>
          </a:p>
        </p:txBody>
      </p:sp>
    </p:spTree>
    <p:extLst>
      <p:ext uri="{BB962C8B-B14F-4D97-AF65-F5344CB8AC3E}">
        <p14:creationId xmlns:p14="http://schemas.microsoft.com/office/powerpoint/2010/main" val="220011131"/>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 The normalized model and its reference state">
            <a:extLst xmlns:a="http://schemas.openxmlformats.org/drawingml/2006/main">
              <a:ext uri="{FF2B5EF4-FFF2-40B4-BE49-F238E27FC236}">
                <a16:creationId xmlns:a16="http://schemas.microsoft.com/office/drawing/2014/main" id="{E6F8554E-988B-4D8E-A62C-6EEFBA2723D7}"/>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The normalized model and its reference state</a:t>
            </a:r>
          </a:p>
        </p:txBody>
      </p:sp>
      <p:sp>
        <p:nvSpPr>
          <p:cNvPr id="2" name="Text: 05">
            <a:extLst xmlns:a="http://schemas.openxmlformats.org/drawingml/2006/main">
              <a:ext uri="{FF2B5EF4-FFF2-40B4-BE49-F238E27FC236}">
                <a16:creationId xmlns:a16="http://schemas.microsoft.com/office/drawing/2014/main" id="{CD74C63D-93A6-4FE1-BF9F-B0DD1CC2C551}"/>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06</a:t>
            </a:r>
          </a:p>
        </p:txBody>
      </p:sp>
      <p:sp>
        <p:nvSpPr>
          <p:cNvPr id="3" name="Text: 01 Model">
            <a:extLst xmlns:a="http://schemas.openxmlformats.org/drawingml/2006/main">
              <a:ext uri="{FF2B5EF4-FFF2-40B4-BE49-F238E27FC236}">
                <a16:creationId xmlns:a16="http://schemas.microsoft.com/office/drawing/2014/main" id="{5D038A97-BEC6-4DAD-A06C-79175DF0369E}"/>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01 Model</a:t>
            </a:r>
          </a:p>
        </p:txBody>
      </p:sp>
      <p:pic>
        <p:nvPicPr>
          <p:cNvPr id="12" name="图片 11">
            <a:extLst xmlns:a="http://schemas.openxmlformats.org/drawingml/2006/main">
              <a:ext uri="{FF2B5EF4-FFF2-40B4-BE49-F238E27FC236}">
                <a16:creationId xmlns:a16="http://schemas.microsoft.com/office/drawing/2014/main" id="{3A1BE572-AB5F-4257-B8A3-07A25917F365}"/>
              </a:ext>
            </a:extLst>
          </p:cNvPr>
          <p:cNvPicPr>
            <a:picLocks xmlns:a="http://schemas.openxmlformats.org/drawingml/2006/main" noChangeAspect="1"/>
          </p:cNvPicPr>
          <p:nvPr/>
        </p:nvPicPr>
        <p:blipFill>
          <a:blip xmlns:r="http://schemas.openxmlformats.org/officeDocument/2006/relationships" xmlns:a="http://schemas.openxmlformats.org/drawingml/2006/main" r:embed="R1dd6fe664fe64c2f"/>
          <a:stretch xmlns:a="http://schemas.openxmlformats.org/drawingml/2006/main"/>
        </p:blipFill>
        <p:spPr>
          <a:xfrm xmlns:a="http://schemas.openxmlformats.org/drawingml/2006/main">
            <a:off x="2029222" y="1285875"/>
            <a:ext cx="2370931" cy="981075"/>
          </a:xfrm>
          <a:prstGeom xmlns:a="http://schemas.openxmlformats.org/drawingml/2006/main" prst="rect">
            <a:avLst/>
          </a:prstGeom>
        </p:spPr>
      </p:pic>
      <p:pic>
        <p:nvPicPr>
          <p:cNvPr id="13" name="图片 12">
            <a:extLst xmlns:a="http://schemas.openxmlformats.org/drawingml/2006/main">
              <a:ext uri="{FF2B5EF4-FFF2-40B4-BE49-F238E27FC236}">
                <a16:creationId xmlns:a16="http://schemas.microsoft.com/office/drawing/2014/main" id="{943CBB24-F334-41D6-A911-8C5A605CE49A}"/>
              </a:ext>
            </a:extLst>
          </p:cNvPr>
          <p:cNvPicPr>
            <a:picLocks xmlns:a="http://schemas.openxmlformats.org/drawingml/2006/main" noChangeAspect="1"/>
          </p:cNvPicPr>
          <p:nvPr/>
        </p:nvPicPr>
        <p:blipFill>
          <a:blip xmlns:r="http://schemas.openxmlformats.org/officeDocument/2006/relationships" xmlns:a="http://schemas.openxmlformats.org/drawingml/2006/main" r:embed="Rc7e2a760631a4c12"/>
          <a:stretch xmlns:a="http://schemas.openxmlformats.org/drawingml/2006/main"/>
        </p:blipFill>
        <p:spPr>
          <a:xfrm xmlns:a="http://schemas.openxmlformats.org/drawingml/2006/main">
            <a:off x="7834185" y="1285875"/>
            <a:ext cx="2286255" cy="981075"/>
          </a:xfrm>
          <a:prstGeom xmlns:a="http://schemas.openxmlformats.org/drawingml/2006/main" prst="rect">
            <a:avLst/>
          </a:prstGeom>
        </p:spPr>
      </p:pic>
      <p:pic>
        <p:nvPicPr>
          <p:cNvPr id="14" name="图片 13">
            <a:extLst xmlns:a="http://schemas.openxmlformats.org/drawingml/2006/main">
              <a:ext uri="{FF2B5EF4-FFF2-40B4-BE49-F238E27FC236}">
                <a16:creationId xmlns:a16="http://schemas.microsoft.com/office/drawing/2014/main" id="{C49982A2-7209-4B9C-88DE-0199623BFD39}"/>
              </a:ext>
            </a:extLst>
          </p:cNvPr>
          <p:cNvPicPr>
            <a:picLocks xmlns:a="http://schemas.openxmlformats.org/drawingml/2006/main" noChangeAspect="1"/>
          </p:cNvPicPr>
          <p:nvPr/>
        </p:nvPicPr>
        <p:blipFill>
          <a:blip xmlns:r="http://schemas.openxmlformats.org/officeDocument/2006/relationships" xmlns:a="http://schemas.openxmlformats.org/drawingml/2006/main" r:embed="R0833a8e703e044de"/>
          <a:stretch xmlns:a="http://schemas.openxmlformats.org/drawingml/2006/main"/>
        </p:blipFill>
        <p:spPr>
          <a:xfrm xmlns:a="http://schemas.openxmlformats.org/drawingml/2006/main">
            <a:off x="3384918" y="2487737"/>
            <a:ext cx="5422163" cy="520452"/>
          </a:xfrm>
          <a:prstGeom xmlns:a="http://schemas.openxmlformats.org/drawingml/2006/main" prst="rect">
            <a:avLst/>
          </a:prstGeom>
        </p:spPr>
      </p:pic>
      <p:pic>
        <p:nvPicPr>
          <p:cNvPr id="15" name="图片 14">
            <a:extLst xmlns:a="http://schemas.openxmlformats.org/drawingml/2006/main">
              <a:ext uri="{FF2B5EF4-FFF2-40B4-BE49-F238E27FC236}">
                <a16:creationId xmlns:a16="http://schemas.microsoft.com/office/drawing/2014/main" id="{98E15130-71F8-4664-BBA5-689029E31CED}"/>
              </a:ext>
            </a:extLst>
          </p:cNvPr>
          <p:cNvPicPr>
            <a:picLocks xmlns:a="http://schemas.openxmlformats.org/drawingml/2006/main" noChangeAspect="1"/>
          </p:cNvPicPr>
          <p:nvPr/>
        </p:nvPicPr>
        <p:blipFill>
          <a:blip xmlns:r="http://schemas.openxmlformats.org/officeDocument/2006/relationships" xmlns:a="http://schemas.openxmlformats.org/drawingml/2006/main" r:embed="R20d486efa524481f"/>
          <a:stretch xmlns:a="http://schemas.openxmlformats.org/drawingml/2006/main"/>
        </p:blipFill>
        <p:spPr>
          <a:xfrm xmlns:a="http://schemas.openxmlformats.org/drawingml/2006/main">
            <a:off x="2027315" y="3140348"/>
            <a:ext cx="8137369" cy="863054"/>
          </a:xfrm>
          <a:prstGeom xmlns:a="http://schemas.openxmlformats.org/drawingml/2006/main" prst="rect">
            <a:avLst/>
          </a:prstGeom>
        </p:spPr>
      </p:pic>
      <p:pic>
        <p:nvPicPr>
          <p:cNvPr id="16" name="图片 15">
            <a:extLst xmlns:a="http://schemas.openxmlformats.org/drawingml/2006/main">
              <a:ext uri="{FF2B5EF4-FFF2-40B4-BE49-F238E27FC236}">
                <a16:creationId xmlns:a16="http://schemas.microsoft.com/office/drawing/2014/main" id="{6D000E1C-4A06-41DA-858E-863FC38EF5DC}"/>
              </a:ext>
            </a:extLst>
          </p:cNvPr>
          <p:cNvPicPr>
            <a:picLocks xmlns:a="http://schemas.openxmlformats.org/drawingml/2006/main" noChangeAspect="1"/>
          </p:cNvPicPr>
          <p:nvPr/>
        </p:nvPicPr>
        <p:blipFill>
          <a:blip xmlns:r="http://schemas.openxmlformats.org/officeDocument/2006/relationships" xmlns:a="http://schemas.openxmlformats.org/drawingml/2006/main" r:embed="R082517d17e1f439a"/>
          <a:stretch xmlns:a="http://schemas.openxmlformats.org/drawingml/2006/main"/>
        </p:blipFill>
        <p:spPr>
          <a:xfrm xmlns:a="http://schemas.openxmlformats.org/drawingml/2006/main">
            <a:off x="3136845" y="4115246"/>
            <a:ext cx="5918309" cy="846832"/>
          </a:xfrm>
          <a:prstGeom xmlns:a="http://schemas.openxmlformats.org/drawingml/2006/main" prst="rect">
            <a:avLst/>
          </a:prstGeom>
        </p:spPr>
      </p:pic>
      <p:pic>
        <p:nvPicPr>
          <p:cNvPr id="18" name="图片 17">
            <a:extLst xmlns:a="http://schemas.openxmlformats.org/drawingml/2006/main">
              <a:ext uri="{FF2B5EF4-FFF2-40B4-BE49-F238E27FC236}">
                <a16:creationId xmlns:a16="http://schemas.microsoft.com/office/drawing/2014/main" id="{E12A344B-CCEF-42C2-9900-5065666BD6CF}"/>
              </a:ext>
            </a:extLst>
          </p:cNvPr>
          <p:cNvPicPr>
            <a:picLocks xmlns:a="http://schemas.openxmlformats.org/drawingml/2006/main" noChangeAspect="1"/>
          </p:cNvPicPr>
          <p:nvPr/>
        </p:nvPicPr>
        <p:blipFill>
          <a:blip xmlns:r="http://schemas.openxmlformats.org/officeDocument/2006/relationships" xmlns:a="http://schemas.openxmlformats.org/drawingml/2006/main" r:embed="R47559fc4000845c2"/>
          <a:stretch xmlns:a="http://schemas.openxmlformats.org/drawingml/2006/main"/>
        </p:blipFill>
        <p:spPr>
          <a:xfrm xmlns:a="http://schemas.openxmlformats.org/drawingml/2006/main">
            <a:off x="4298696" y="5791200"/>
            <a:ext cx="3594608" cy="5810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97469AC6-A30C-4F2F-B1FB-272D8F689BA3}"/>
              </a:ext>
            </a:extLst>
          </p:cNvPr>
          <p:cNvPicPr>
            <a:picLocks xmlns:a="http://schemas.openxmlformats.org/drawingml/2006/main" noChangeAspect="1"/>
          </p:cNvPicPr>
          <p:nvPr/>
        </p:nvPicPr>
        <p:blipFill>
          <a:blip xmlns:r="http://schemas.openxmlformats.org/officeDocument/2006/relationships" xmlns:a="http://schemas.openxmlformats.org/drawingml/2006/main" r:embed="R616159f30ae24bc4"/>
          <a:stretch xmlns:a="http://schemas.openxmlformats.org/drawingml/2006/main"/>
        </p:blipFill>
        <p:spPr>
          <a:xfrm xmlns:a="http://schemas.openxmlformats.org/drawingml/2006/main">
            <a:off x="3517724" y="5105400"/>
            <a:ext cx="5156553" cy="447675"/>
          </a:xfrm>
          <a:prstGeom xmlns:a="http://schemas.openxmlformats.org/drawingml/2006/main" prst="rect">
            <a:avLst/>
          </a:prstGeom>
        </p:spPr>
      </p:pic>
      <p:sp>
        <p:nvSpPr>
          <p:cNvPr id="20" name="Text: Illustrative model parameters, not fitted measurem">
            <a:extLst xmlns:a="http://schemas.openxmlformats.org/drawingml/2006/main">
              <a:ext uri="{FF2B5EF4-FFF2-40B4-BE49-F238E27FC236}">
                <a16:creationId xmlns:a16="http://schemas.microsoft.com/office/drawing/2014/main" id="{70F58B62-DAA6-431C-9D6F-8FCA35D1F208}"/>
              </a:ext>
            </a:extLst>
          </p:cNvPr>
          <p:cNvSpPr>
            <a:spLocks xmlns:a="http://schemas.openxmlformats.org/drawingml/2006/main" noGrp="1"/>
          </p:cNvSpPr>
          <p:nvPr/>
        </p:nvSpPr>
        <p:spPr>
          <a:xfrm xmlns:a="http://schemas.openxmlformats.org/drawingml/2006/main">
            <a:off x="857250" y="556260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36873"/>
                </a:solidFill>
                <a:latin typeface="Arial"/>
                <a:ea typeface="Arial"/>
                <a:cs typeface="Arial"/>
              </a:defRPr>
            </a:defPPr>
            <a:lvl1pPr algn="ctr">
              <a:defRPr sz="1575" b="0">
                <a:solidFill>
                  <a:srgbClr val="536873"/>
                </a:solidFill>
                <a:latin typeface="Arial"/>
                <a:ea typeface="Arial"/>
                <a:cs typeface="Arial"/>
              </a:defRPr>
            </a:lvl1pPr>
            <a:lvl2pPr algn="ctr">
              <a:defRPr sz="1575" b="0">
                <a:solidFill>
                  <a:srgbClr val="536873"/>
                </a:solidFill>
                <a:latin typeface="Arial"/>
                <a:ea typeface="Arial"/>
                <a:cs typeface="Arial"/>
              </a:defRPr>
            </a:lvl2pPr>
            <a:lvl3pPr algn="ctr">
              <a:defRPr sz="1575" b="0">
                <a:solidFill>
                  <a:srgbClr val="536873"/>
                </a:solidFill>
                <a:latin typeface="Arial"/>
                <a:ea typeface="Arial"/>
                <a:cs typeface="Arial"/>
              </a:defRPr>
            </a:lvl3pPr>
            <a:lvl4pPr algn="ctr">
              <a:defRPr sz="1575" b="0">
                <a:solidFill>
                  <a:srgbClr val="536873"/>
                </a:solidFill>
                <a:latin typeface="Arial"/>
                <a:ea typeface="Arial"/>
                <a:cs typeface="Arial"/>
              </a:defRPr>
            </a:lvl4pPr>
            <a:lvl5pPr algn="ctr">
              <a:defRPr sz="1575" b="0">
                <a:solidFill>
                  <a:srgbClr val="536873"/>
                </a:solidFill>
                <a:latin typeface="Arial"/>
                <a:ea typeface="Arial"/>
                <a:cs typeface="Arial"/>
              </a:defRPr>
            </a:lvl5pPr>
            <a:lvl6pPr algn="ctr">
              <a:defRPr sz="1575" b="0">
                <a:solidFill>
                  <a:srgbClr val="536873"/>
                </a:solidFill>
                <a:latin typeface="Arial"/>
                <a:ea typeface="Arial"/>
                <a:cs typeface="Arial"/>
              </a:defRPr>
            </a:lvl6pPr>
            <a:lvl7pPr algn="ctr">
              <a:defRPr sz="1575" b="0">
                <a:solidFill>
                  <a:srgbClr val="536873"/>
                </a:solidFill>
                <a:latin typeface="Arial"/>
                <a:ea typeface="Arial"/>
                <a:cs typeface="Arial"/>
              </a:defRPr>
            </a:lvl7pPr>
            <a:lvl8pPr algn="ctr">
              <a:defRPr sz="1575" b="0">
                <a:solidFill>
                  <a:srgbClr val="536873"/>
                </a:solidFill>
                <a:latin typeface="Arial"/>
                <a:ea typeface="Arial"/>
                <a:cs typeface="Arial"/>
              </a:defRPr>
            </a:lvl8pPr>
            <a:lvl9pPr algn="ctr">
              <a:defRPr sz="1575" b="0">
                <a:solidFill>
                  <a:srgbClr val="536873"/>
                </a:solidFill>
                <a:latin typeface="Arial"/>
                <a:ea typeface="Arial"/>
                <a:cs typeface="Arial"/>
              </a:defRPr>
            </a:lvl9pPr>
          </a:lstStyle>
          <a:p xmlns:a="http://schemas.openxmlformats.org/drawingml/2006/main">
            <a:pPr algn="ctr">
              <a:defRPr sz="1575" b="0">
                <a:solidFill>
                  <a:srgbClr val="536873"/>
                </a:solidFill>
                <a:latin typeface="Arial"/>
                <a:ea typeface="Arial"/>
                <a:cs typeface="Arial"/>
              </a:defRPr>
            </a:pPr>
            <a:r>
              <a:rPr sz="1575" b="0">
                <a:solidFill>
                  <a:srgbClr val="536873"/>
                </a:solidFill>
                <a:latin typeface="Arial"/>
                <a:ea typeface="Arial"/>
                <a:cs typeface="Arial"/>
              </a:rPr>
              <a:t>Illustrative model parameters, not fitted measurements.</a:t>
            </a:r>
          </a:p>
        </p:txBody>
      </p:sp>
    </p:spTree>
    <p:extLst>
      <p:ext uri="{BB962C8B-B14F-4D97-AF65-F5344CB8AC3E}">
        <p14:creationId xmlns:p14="http://schemas.microsoft.com/office/powerpoint/2010/main" val="168992087"/>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Text: Higher demand shifts the candidate steady sta">
            <a:extLst xmlns:a="http://schemas.openxmlformats.org/drawingml/2006/main">
              <a:ext uri="{FF2B5EF4-FFF2-40B4-BE49-F238E27FC236}">
                <a16:creationId xmlns:a16="http://schemas.microsoft.com/office/drawing/2014/main" id="{64D2F712-D523-4BD2-8596-CBB9222DBE9F}"/>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Higher demand shifts the candidate steady state</a:t>
            </a:r>
          </a:p>
        </p:txBody>
      </p:sp>
      <p:sp>
        <p:nvSpPr>
          <p:cNvPr id="2" name="Text: 07">
            <a:extLst xmlns:a="http://schemas.openxmlformats.org/drawingml/2006/main">
              <a:ext uri="{FF2B5EF4-FFF2-40B4-BE49-F238E27FC236}">
                <a16:creationId xmlns:a16="http://schemas.microsoft.com/office/drawing/2014/main" id="{5D74C668-05C3-4E64-AD00-E79341F1D311}"/>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07</a:t>
            </a:r>
          </a:p>
        </p:txBody>
      </p:sp>
      <p:sp>
        <p:nvSpPr>
          <p:cNvPr id="3" name="Text: 02 Demand">
            <a:extLst xmlns:a="http://schemas.openxmlformats.org/drawingml/2006/main">
              <a:ext uri="{FF2B5EF4-FFF2-40B4-BE49-F238E27FC236}">
                <a16:creationId xmlns:a16="http://schemas.microsoft.com/office/drawing/2014/main" id="{F75B46AC-039E-4615-BB98-1BD7D6E9D11D}"/>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02 Demand</a:t>
            </a:r>
          </a:p>
        </p:txBody>
      </p:sp>
      <p:pic>
        <p:nvPicPr>
          <p:cNvPr id="5" name="图片 4">
            <a:extLst xmlns:a="http://schemas.openxmlformats.org/drawingml/2006/main">
              <a:ext uri="{FF2B5EF4-FFF2-40B4-BE49-F238E27FC236}">
                <a16:creationId xmlns:a16="http://schemas.microsoft.com/office/drawing/2014/main" id="{4E5CDE11-8202-4F1A-83D7-E58F2551D016}"/>
              </a:ext>
            </a:extLst>
          </p:cNvPr>
          <p:cNvPicPr>
            <a:picLocks xmlns:a="http://schemas.openxmlformats.org/drawingml/2006/main" noChangeAspect="1"/>
          </p:cNvPicPr>
          <p:nvPr/>
        </p:nvPicPr>
        <p:blipFill>
          <a:blip xmlns:r="http://schemas.openxmlformats.org/officeDocument/2006/relationships" xmlns:a="http://schemas.openxmlformats.org/drawingml/2006/main" r:embed="R7949ba5634904723"/>
          <a:stretch xmlns:a="http://schemas.openxmlformats.org/drawingml/2006/main"/>
        </p:blipFill>
        <p:spPr>
          <a:xfrm xmlns:a="http://schemas.openxmlformats.org/drawingml/2006/main">
            <a:off x="1091556" y="2276698"/>
            <a:ext cx="4103388" cy="971104"/>
          </a:xfrm>
          <a:prstGeom xmlns:a="http://schemas.openxmlformats.org/drawingml/2006/main" prst="rect">
            <a:avLst/>
          </a:prstGeom>
        </p:spPr>
      </p:pic>
      <p:pic>
        <p:nvPicPr>
          <p:cNvPr id="6" name="图片 5">
            <a:extLst xmlns:a="http://schemas.openxmlformats.org/drawingml/2006/main">
              <a:ext uri="{FF2B5EF4-FFF2-40B4-BE49-F238E27FC236}">
                <a16:creationId xmlns:a16="http://schemas.microsoft.com/office/drawing/2014/main" id="{31E07EF8-8CF0-4330-8E71-9F00528A601B}"/>
              </a:ext>
            </a:extLst>
          </p:cNvPr>
          <p:cNvPicPr>
            <a:picLocks xmlns:a="http://schemas.openxmlformats.org/drawingml/2006/main" noChangeAspect="1"/>
          </p:cNvPicPr>
          <p:nvPr/>
        </p:nvPicPr>
        <p:blipFill>
          <a:blip xmlns:r="http://schemas.openxmlformats.org/officeDocument/2006/relationships" xmlns:a="http://schemas.openxmlformats.org/drawingml/2006/main" r:embed="R888f278393994136"/>
          <a:stretch xmlns:a="http://schemas.openxmlformats.org/drawingml/2006/main"/>
        </p:blipFill>
        <p:spPr>
          <a:xfrm xmlns:a="http://schemas.openxmlformats.org/drawingml/2006/main">
            <a:off x="1374003" y="3517627"/>
            <a:ext cx="3538495" cy="860971"/>
          </a:xfrm>
          <a:prstGeom xmlns:a="http://schemas.openxmlformats.org/drawingml/2006/main" prst="rect">
            <a:avLst/>
          </a:prstGeom>
        </p:spPr>
      </p:pic>
      <p:graphicFrame>
        <p:nvGraphicFramePr>
          <p:cNvPr id="7" name="Chart">
            <a:extLst xmlns:a="http://schemas.openxmlformats.org/drawingml/2006/main">
              <a:ext uri="{FF2B5EF4-FFF2-40B4-BE49-F238E27FC236}">
                <a16:creationId xmlns:a16="http://schemas.microsoft.com/office/drawing/2014/main" id="{95A205DB-1EF3-4117-9DCF-0945AB6E7FBB}"/>
              </a:ext>
            </a:extLst>
          </p:cNvPr>
          <p:cNvGraphicFramePr/>
          <p:nvPr/>
        </p:nvGraphicFramePr>
        <p:xfrm>
          <a:off xmlns:a="http://schemas.openxmlformats.org/drawingml/2006/main" x="6276975" y="2238375"/>
          <a:ext xmlns:a="http://schemas.openxmlformats.org/drawingml/2006/main" cx="5257800" cy="2733675"/>
        </p:xfrm>
        <a:graphic xmlns:a="http://schemas.openxmlformats.org/drawingml/2006/main">
          <a:graphicData uri="http://schemas.openxmlformats.org/drawingml/2006/chart">
            <c:chart xmlns:r="http://schemas.openxmlformats.org/officeDocument/2006/relationships" xmlns:c="http://schemas.openxmlformats.org/drawingml/2006/chart" r:id="R2207d60cbdaf45ac"/>
          </a:graphicData>
        </a:graphic>
      </p:graphicFrame>
      <p:pic>
        <p:nvPicPr>
          <p:cNvPr id="8" name="图片 7">
            <a:extLst xmlns:a="http://schemas.openxmlformats.org/drawingml/2006/main">
              <a:ext uri="{FF2B5EF4-FFF2-40B4-BE49-F238E27FC236}">
                <a16:creationId xmlns:a16="http://schemas.microsoft.com/office/drawing/2014/main" id="{9B04B7A4-D5FC-4E90-8AC6-C57DCB488FA2}"/>
              </a:ext>
            </a:extLst>
          </p:cNvPr>
          <p:cNvPicPr>
            <a:picLocks xmlns:a="http://schemas.openxmlformats.org/drawingml/2006/main" noChangeAspect="1"/>
          </p:cNvPicPr>
          <p:nvPr/>
        </p:nvPicPr>
        <p:blipFill>
          <a:blip xmlns:r="http://schemas.openxmlformats.org/officeDocument/2006/relationships" xmlns:a="http://schemas.openxmlformats.org/drawingml/2006/main" r:embed="R186fc75ea1684e92"/>
          <a:stretch xmlns:a="http://schemas.openxmlformats.org/drawingml/2006/main"/>
        </p:blipFill>
        <p:spPr>
          <a:xfrm xmlns:a="http://schemas.openxmlformats.org/drawingml/2006/main">
            <a:off x="7699163" y="4981575"/>
            <a:ext cx="2584873" cy="409575"/>
          </a:xfrm>
          <a:prstGeom xmlns:a="http://schemas.openxmlformats.org/drawingml/2006/main" prst="rect">
            <a:avLst/>
          </a:prstGeom>
        </p:spPr>
      </p:pic>
      <p:pic>
        <p:nvPicPr>
          <p:cNvPr id="9" name="图片 8">
            <a:extLst xmlns:a="http://schemas.openxmlformats.org/drawingml/2006/main">
              <a:ext uri="{FF2B5EF4-FFF2-40B4-BE49-F238E27FC236}">
                <a16:creationId xmlns:a16="http://schemas.microsoft.com/office/drawing/2014/main" id="{715C2AB3-E9F7-48B0-AB42-7AEA792CFDCE}"/>
              </a:ext>
            </a:extLst>
          </p:cNvPr>
          <p:cNvPicPr>
            <a:picLocks xmlns:a="http://schemas.openxmlformats.org/drawingml/2006/main" noChangeAspect="1"/>
          </p:cNvPicPr>
          <p:nvPr/>
        </p:nvPicPr>
        <p:blipFill>
          <a:blip xmlns:r="http://schemas.openxmlformats.org/officeDocument/2006/relationships" xmlns:a="http://schemas.openxmlformats.org/drawingml/2006/main" r:embed="Raff728eaecd1421f"/>
          <a:stretch xmlns:a="http://schemas.openxmlformats.org/drawingml/2006/main"/>
        </p:blipFill>
        <p:spPr>
          <a:xfrm xmlns:a="http://schemas.openxmlformats.org/drawingml/2006/main">
            <a:off x="5731743" y="2588300"/>
            <a:ext cx="423714" cy="2033826"/>
          </a:xfrm>
          <a:prstGeom xmlns:a="http://schemas.openxmlformats.org/drawingml/2006/main" prst="rect">
            <a:avLst/>
          </a:prstGeom>
        </p:spPr>
      </p:pic>
      <p:pic>
        <p:nvPicPr>
          <p:cNvPr id="13" name="图片 12">
            <a:extLst xmlns:a="http://schemas.openxmlformats.org/drawingml/2006/main">
              <a:ext uri="{FF2B5EF4-FFF2-40B4-BE49-F238E27FC236}">
                <a16:creationId xmlns:a16="http://schemas.microsoft.com/office/drawing/2014/main" id="{DC7443E7-1A8A-414D-B616-E45481F2AB8E}"/>
              </a:ext>
            </a:extLst>
          </p:cNvPr>
          <p:cNvPicPr>
            <a:picLocks xmlns:a="http://schemas.openxmlformats.org/drawingml/2006/main" noChangeAspect="1"/>
          </p:cNvPicPr>
          <p:nvPr/>
        </p:nvPicPr>
        <p:blipFill>
          <a:blip xmlns:r="http://schemas.openxmlformats.org/officeDocument/2006/relationships" xmlns:a="http://schemas.openxmlformats.org/drawingml/2006/main" r:embed="R54c289f03c574747"/>
          <a:stretch xmlns:a="http://schemas.openxmlformats.org/drawingml/2006/main"/>
        </p:blipFill>
        <p:spPr>
          <a:xfrm xmlns:a="http://schemas.openxmlformats.org/drawingml/2006/main">
            <a:off x="3689212" y="1305297"/>
            <a:ext cx="4813577" cy="589806"/>
          </a:xfrm>
          <a:prstGeom xmlns:a="http://schemas.openxmlformats.org/drawingml/2006/main" prst="rect">
            <a:avLst/>
          </a:prstGeom>
        </p:spPr>
      </p:pic>
      <p:sp>
        <p:nvSpPr>
          <p:cNvPr id="14" name="Text: Higher demand moves the working state">
            <a:extLst xmlns:a="http://schemas.openxmlformats.org/drawingml/2006/main">
              <a:ext uri="{FF2B5EF4-FFF2-40B4-BE49-F238E27FC236}">
                <a16:creationId xmlns:a16="http://schemas.microsoft.com/office/drawing/2014/main" id="{2403F305-818F-4FF0-BF1A-E74846B89012}"/>
              </a:ext>
            </a:extLst>
          </p:cNvPr>
          <p:cNvSpPr>
            <a:spLocks xmlns:a="http://schemas.openxmlformats.org/drawingml/2006/main" noGrp="1"/>
          </p:cNvSpPr>
          <p:nvPr/>
        </p:nvSpPr>
        <p:spPr>
          <a:xfrm xmlns:a="http://schemas.openxmlformats.org/drawingml/2006/main">
            <a:off x="742950" y="5324475"/>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42F3B"/>
                </a:solidFill>
                <a:latin typeface="Arial"/>
                <a:ea typeface="Arial"/>
                <a:cs typeface="Arial"/>
              </a:defRPr>
            </a:defPPr>
            <a:lvl1pPr algn="ctr">
              <a:defRPr sz="1875" b="1">
                <a:solidFill>
                  <a:srgbClr val="142F3B"/>
                </a:solidFill>
                <a:latin typeface="Arial"/>
                <a:ea typeface="Arial"/>
                <a:cs typeface="Arial"/>
              </a:defRPr>
            </a:lvl1pPr>
            <a:lvl2pPr algn="ctr">
              <a:defRPr sz="1875" b="1">
                <a:solidFill>
                  <a:srgbClr val="142F3B"/>
                </a:solidFill>
                <a:latin typeface="Arial"/>
                <a:ea typeface="Arial"/>
                <a:cs typeface="Arial"/>
              </a:defRPr>
            </a:lvl2pPr>
            <a:lvl3pPr algn="ctr">
              <a:defRPr sz="1875" b="1">
                <a:solidFill>
                  <a:srgbClr val="142F3B"/>
                </a:solidFill>
                <a:latin typeface="Arial"/>
                <a:ea typeface="Arial"/>
                <a:cs typeface="Arial"/>
              </a:defRPr>
            </a:lvl3pPr>
            <a:lvl4pPr algn="ctr">
              <a:defRPr sz="1875" b="1">
                <a:solidFill>
                  <a:srgbClr val="142F3B"/>
                </a:solidFill>
                <a:latin typeface="Arial"/>
                <a:ea typeface="Arial"/>
                <a:cs typeface="Arial"/>
              </a:defRPr>
            </a:lvl4pPr>
            <a:lvl5pPr algn="ctr">
              <a:defRPr sz="1875" b="1">
                <a:solidFill>
                  <a:srgbClr val="142F3B"/>
                </a:solidFill>
                <a:latin typeface="Arial"/>
                <a:ea typeface="Arial"/>
                <a:cs typeface="Arial"/>
              </a:defRPr>
            </a:lvl5pPr>
            <a:lvl6pPr algn="ctr">
              <a:defRPr sz="1875" b="1">
                <a:solidFill>
                  <a:srgbClr val="142F3B"/>
                </a:solidFill>
                <a:latin typeface="Arial"/>
                <a:ea typeface="Arial"/>
                <a:cs typeface="Arial"/>
              </a:defRPr>
            </a:lvl6pPr>
            <a:lvl7pPr algn="ctr">
              <a:defRPr sz="1875" b="1">
                <a:solidFill>
                  <a:srgbClr val="142F3B"/>
                </a:solidFill>
                <a:latin typeface="Arial"/>
                <a:ea typeface="Arial"/>
                <a:cs typeface="Arial"/>
              </a:defRPr>
            </a:lvl7pPr>
            <a:lvl8pPr algn="ctr">
              <a:defRPr sz="1875" b="1">
                <a:solidFill>
                  <a:srgbClr val="142F3B"/>
                </a:solidFill>
                <a:latin typeface="Arial"/>
                <a:ea typeface="Arial"/>
                <a:cs typeface="Arial"/>
              </a:defRPr>
            </a:lvl8pPr>
            <a:lvl9pPr algn="ctr">
              <a:defRPr sz="1875" b="1">
                <a:solidFill>
                  <a:srgbClr val="142F3B"/>
                </a:solidFill>
                <a:latin typeface="Arial"/>
                <a:ea typeface="Arial"/>
                <a:cs typeface="Arial"/>
              </a:defRPr>
            </a:lvl9pPr>
          </a:lstStyle>
          <a:p xmlns:a="http://schemas.openxmlformats.org/drawingml/2006/main">
            <a:pPr algn="ctr">
              <a:defRPr sz="1875" b="1">
                <a:solidFill>
                  <a:srgbClr val="142F3B"/>
                </a:solidFill>
                <a:latin typeface="Arial"/>
                <a:ea typeface="Arial"/>
                <a:cs typeface="Arial"/>
              </a:defRPr>
            </a:pPr>
            <a:r>
              <a:rPr sz="1875" b="1">
                <a:solidFill>
                  <a:srgbClr val="142F3B"/>
                </a:solidFill>
                <a:latin typeface="Arial"/>
                <a:ea typeface="Arial"/>
                <a:cs typeface="Arial"/>
              </a:rPr>
              <a:t>Higher demand moves the working state</a:t>
            </a:r>
          </a:p>
        </p:txBody>
      </p:sp>
      <p:pic>
        <p:nvPicPr>
          <p:cNvPr id="15" name="">
            <a:extLst xmlns:a="http://schemas.openxmlformats.org/drawingml/2006/main">
              <a:ext uri="{FF2B5EF4-FFF2-40B4-BE49-F238E27FC236}">
                <a16:creationId xmlns:a16="http://schemas.microsoft.com/office/drawing/2014/main" id="{18A2C7ED-2A7D-417F-BE5C-81F4973C4ABC}"/>
              </a:ext>
            </a:extLst>
          </p:cNvPr>
          <p:cNvPicPr>
            <a:picLocks xmlns:a="http://schemas.openxmlformats.org/drawingml/2006/main" noChangeAspect="1"/>
          </p:cNvPicPr>
          <p:nvPr/>
        </p:nvPicPr>
        <p:blipFill>
          <a:blip xmlns:r="http://schemas.openxmlformats.org/officeDocument/2006/relationships" xmlns:a="http://schemas.openxmlformats.org/drawingml/2006/main" r:embed="R33b7eb84bc7d428f"/>
          <a:stretch xmlns:a="http://schemas.openxmlformats.org/drawingml/2006/main"/>
        </p:blipFill>
        <p:spPr>
          <a:xfrm xmlns:a="http://schemas.openxmlformats.org/drawingml/2006/main">
            <a:off x="1406359" y="5715000"/>
            <a:ext cx="9379282" cy="619125"/>
          </a:xfrm>
          <a:prstGeom xmlns:a="http://schemas.openxmlformats.org/drawingml/2006/main" prst="rect">
            <a:avLst/>
          </a:prstGeom>
        </p:spPr>
      </p:pic>
    </p:spTree>
    <p:extLst>
      <p:ext uri="{BB962C8B-B14F-4D97-AF65-F5344CB8AC3E}">
        <p14:creationId xmlns:p14="http://schemas.microsoft.com/office/powerpoint/2010/main" val="1510074733"/>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Text: ATP falls before supply adjusts to higher dem">
            <a:extLst xmlns:a="http://schemas.openxmlformats.org/drawingml/2006/main">
              <a:ext uri="{FF2B5EF4-FFF2-40B4-BE49-F238E27FC236}">
                <a16:creationId xmlns:a16="http://schemas.microsoft.com/office/drawing/2014/main" id="{A851C256-26E6-4DE4-A53C-00C4C18F6832}"/>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ATP falls before supply adjusts to higher demand</a:t>
            </a:r>
          </a:p>
        </p:txBody>
      </p:sp>
      <p:sp>
        <p:nvSpPr>
          <p:cNvPr id="2" name="Text: 08">
            <a:extLst xmlns:a="http://schemas.openxmlformats.org/drawingml/2006/main">
              <a:ext uri="{FF2B5EF4-FFF2-40B4-BE49-F238E27FC236}">
                <a16:creationId xmlns:a16="http://schemas.microsoft.com/office/drawing/2014/main" id="{DB0D809E-E294-47FD-8ED3-234BEDEDF0AE}"/>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08</a:t>
            </a:r>
          </a:p>
        </p:txBody>
      </p:sp>
      <p:sp>
        <p:nvSpPr>
          <p:cNvPr id="3" name="Text: 03 Response">
            <a:extLst xmlns:a="http://schemas.openxmlformats.org/drawingml/2006/main">
              <a:ext uri="{FF2B5EF4-FFF2-40B4-BE49-F238E27FC236}">
                <a16:creationId xmlns:a16="http://schemas.microsoft.com/office/drawing/2014/main" id="{FE2A4E7B-AD36-44E3-9FDB-13E58476FFCF}"/>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03 Response</a:t>
            </a:r>
          </a:p>
        </p:txBody>
      </p:sp>
      <p:sp>
        <p:nvSpPr>
          <p:cNvPr id="8" name="Text: Immediately: demand rises,&#10;but production has">
            <a:extLst xmlns:a="http://schemas.openxmlformats.org/drawingml/2006/main">
              <a:ext uri="{FF2B5EF4-FFF2-40B4-BE49-F238E27FC236}">
                <a16:creationId xmlns:a16="http://schemas.microsoft.com/office/drawing/2014/main" id="{26C47C68-B0BE-46A1-8AD3-A68B6E44FAE3}"/>
              </a:ext>
            </a:extLst>
          </p:cNvPr>
          <p:cNvSpPr>
            <a:spLocks xmlns:a="http://schemas.openxmlformats.org/drawingml/2006/main" noGrp="1"/>
          </p:cNvSpPr>
          <p:nvPr/>
        </p:nvSpPr>
        <p:spPr>
          <a:xfrm xmlns:a="http://schemas.openxmlformats.org/drawingml/2006/main">
            <a:off x="762000" y="4695825"/>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3B"/>
                </a:solidFill>
                <a:latin typeface="Arial"/>
                <a:ea typeface="Arial"/>
                <a:cs typeface="Arial"/>
              </a:defRPr>
            </a:defPPr>
            <a:lvl1pPr algn="l">
              <a:buNone/>
              <a:defRPr sz="2025" b="1">
                <a:solidFill>
                  <a:srgbClr val="142F3B"/>
                </a:solidFill>
                <a:latin typeface="Arial"/>
                <a:ea typeface="Arial"/>
                <a:cs typeface="Arial"/>
              </a:defRPr>
            </a:lvl1pPr>
            <a:lvl2pPr algn="l">
              <a:buNone/>
              <a:defRPr sz="2025" b="1">
                <a:solidFill>
                  <a:srgbClr val="142F3B"/>
                </a:solidFill>
                <a:latin typeface="Arial"/>
                <a:ea typeface="Arial"/>
                <a:cs typeface="Arial"/>
              </a:defRPr>
            </a:lvl2pPr>
            <a:lvl3pPr algn="l">
              <a:buNone/>
              <a:defRPr sz="2025" b="1">
                <a:solidFill>
                  <a:srgbClr val="142F3B"/>
                </a:solidFill>
                <a:latin typeface="Arial"/>
                <a:ea typeface="Arial"/>
                <a:cs typeface="Arial"/>
              </a:defRPr>
            </a:lvl3pPr>
            <a:lvl4pPr algn="l">
              <a:buNone/>
              <a:defRPr sz="2025" b="1">
                <a:solidFill>
                  <a:srgbClr val="142F3B"/>
                </a:solidFill>
                <a:latin typeface="Arial"/>
                <a:ea typeface="Arial"/>
                <a:cs typeface="Arial"/>
              </a:defRPr>
            </a:lvl4pPr>
            <a:lvl5pPr algn="l">
              <a:buNone/>
              <a:defRPr sz="2025" b="1">
                <a:solidFill>
                  <a:srgbClr val="142F3B"/>
                </a:solidFill>
                <a:latin typeface="Arial"/>
                <a:ea typeface="Arial"/>
                <a:cs typeface="Arial"/>
              </a:defRPr>
            </a:lvl5pPr>
            <a:lvl6pPr algn="l">
              <a:buNone/>
              <a:defRPr sz="2025" b="1">
                <a:solidFill>
                  <a:srgbClr val="142F3B"/>
                </a:solidFill>
                <a:latin typeface="Arial"/>
                <a:ea typeface="Arial"/>
                <a:cs typeface="Arial"/>
              </a:defRPr>
            </a:lvl6pPr>
            <a:lvl7pPr algn="l">
              <a:buNone/>
              <a:defRPr sz="2025" b="1">
                <a:solidFill>
                  <a:srgbClr val="142F3B"/>
                </a:solidFill>
                <a:latin typeface="Arial"/>
                <a:ea typeface="Arial"/>
                <a:cs typeface="Arial"/>
              </a:defRPr>
            </a:lvl7pPr>
            <a:lvl8pPr algn="l">
              <a:buNone/>
              <a:defRPr sz="2025" b="1">
                <a:solidFill>
                  <a:srgbClr val="142F3B"/>
                </a:solidFill>
                <a:latin typeface="Arial"/>
                <a:ea typeface="Arial"/>
                <a:cs typeface="Arial"/>
              </a:defRPr>
            </a:lvl8pPr>
            <a:lvl9pPr algn="l">
              <a:buNone/>
              <a:defRPr sz="2025" b="1">
                <a:solidFill>
                  <a:srgbClr val="142F3B"/>
                </a:solidFill>
                <a:latin typeface="Arial"/>
                <a:ea typeface="Arial"/>
                <a:cs typeface="Arial"/>
              </a:defRPr>
            </a:lvl9pPr>
          </a:lstStyle>
          <a:p xmlns:a="http://schemas.openxmlformats.org/drawingml/2006/main">
            <a:pPr algn="l">
              <a:buNone/>
              <a:defRPr sz="2025" b="1">
                <a:solidFill>
                  <a:srgbClr val="142F3B"/>
                </a:solidFill>
                <a:latin typeface="Arial"/>
                <a:ea typeface="Arial"/>
                <a:cs typeface="Arial"/>
              </a:defRPr>
            </a:pPr>
            <a:r>
              <a:rPr sz="2025" b="1">
                <a:solidFill>
                  <a:srgbClr val="142F3B"/>
                </a:solidFill>
                <a:latin typeface="Arial"/>
                <a:ea typeface="Arial"/>
                <a:cs typeface="Arial"/>
              </a:rPr>
              <a:t>Immediately: demand rises,</a:t>
            </a:r>
          </a:p>
          <a:p xmlns:a="http://schemas.openxmlformats.org/drawingml/2006/main">
            <a:pPr algn="l">
              <a:buNone/>
              <a:defRPr sz="2025" b="1">
                <a:solidFill>
                  <a:srgbClr val="142F3B"/>
                </a:solidFill>
                <a:latin typeface="Arial"/>
                <a:ea typeface="Arial"/>
                <a:cs typeface="Arial"/>
              </a:defRPr>
            </a:pPr>
            <a:r>
              <a:rPr sz="2025" b="1">
                <a:solidFill>
                  <a:srgbClr val="142F3B"/>
                </a:solidFill>
                <a:latin typeface="Arial"/>
                <a:ea typeface="Arial"/>
                <a:cs typeface="Arial"/>
              </a:rPr>
              <a:t>but production has not changed.</a:t>
            </a:r>
          </a:p>
        </p:txBody>
      </p:sp>
      <p:graphicFrame>
        <p:nvGraphicFramePr>
          <p:cNvPr id="9" name="Chart">
            <a:extLst xmlns:a="http://schemas.openxmlformats.org/drawingml/2006/main">
              <a:ext uri="{FF2B5EF4-FFF2-40B4-BE49-F238E27FC236}">
                <a16:creationId xmlns:a16="http://schemas.microsoft.com/office/drawing/2014/main" id="{D235FB61-65B4-4455-BA23-4D2116C26D8E}"/>
              </a:ext>
            </a:extLst>
          </p:cNvPr>
          <p:cNvGraphicFramePr/>
          <p:nvPr/>
        </p:nvGraphicFramePr>
        <p:xfrm>
          <a:off xmlns:a="http://schemas.openxmlformats.org/drawingml/2006/main" x="6438900" y="1876425"/>
          <a:ext xmlns:a="http://schemas.openxmlformats.org/drawingml/2006/main" cx="5076825" cy="3000375"/>
        </p:xfrm>
        <a:graphic xmlns:a="http://schemas.openxmlformats.org/drawingml/2006/main">
          <a:graphicData uri="http://schemas.openxmlformats.org/drawingml/2006/chart">
            <c:chart xmlns:r="http://schemas.openxmlformats.org/officeDocument/2006/relationships" xmlns:c="http://schemas.openxmlformats.org/drawingml/2006/chart" r:id="R2b8cf24648e44058"/>
          </a:graphicData>
        </a:graphic>
      </p:graphicFrame>
      <p:pic>
        <p:nvPicPr>
          <p:cNvPr id="10" name="图片 9">
            <a:extLst xmlns:a="http://schemas.openxmlformats.org/drawingml/2006/main">
              <a:ext uri="{FF2B5EF4-FFF2-40B4-BE49-F238E27FC236}">
                <a16:creationId xmlns:a16="http://schemas.microsoft.com/office/drawing/2014/main" id="{90BC44ED-00D0-4FAA-B7C6-D632BED46CDD}"/>
              </a:ext>
            </a:extLst>
          </p:cNvPr>
          <p:cNvPicPr>
            <a:picLocks xmlns:a="http://schemas.openxmlformats.org/drawingml/2006/main" noChangeAspect="1"/>
          </p:cNvPicPr>
          <p:nvPr/>
        </p:nvPicPr>
        <p:blipFill>
          <a:blip xmlns:r="http://schemas.openxmlformats.org/officeDocument/2006/relationships" xmlns:a="http://schemas.openxmlformats.org/drawingml/2006/main" r:embed="Rbfe4c5301e2f4173"/>
          <a:stretch xmlns:a="http://schemas.openxmlformats.org/drawingml/2006/main"/>
        </p:blipFill>
        <p:spPr>
          <a:xfrm xmlns:a="http://schemas.openxmlformats.org/drawingml/2006/main">
            <a:off x="8098261" y="4886325"/>
            <a:ext cx="1929553" cy="409575"/>
          </a:xfrm>
          <a:prstGeom xmlns:a="http://schemas.openxmlformats.org/drawingml/2006/main" prst="rect">
            <a:avLst/>
          </a:prstGeom>
        </p:spPr>
      </p:pic>
      <p:pic>
        <p:nvPicPr>
          <p:cNvPr id="11" name="图片 10">
            <a:extLst xmlns:a="http://schemas.openxmlformats.org/drawingml/2006/main">
              <a:ext uri="{FF2B5EF4-FFF2-40B4-BE49-F238E27FC236}">
                <a16:creationId xmlns:a16="http://schemas.microsoft.com/office/drawing/2014/main" id="{8912A9C4-A911-4C9B-8BF3-A223330CE538}"/>
              </a:ext>
            </a:extLst>
          </p:cNvPr>
          <p:cNvPicPr>
            <a:picLocks xmlns:a="http://schemas.openxmlformats.org/drawingml/2006/main" noChangeAspect="1"/>
          </p:cNvPicPr>
          <p:nvPr/>
        </p:nvPicPr>
        <p:blipFill>
          <a:blip xmlns:r="http://schemas.openxmlformats.org/officeDocument/2006/relationships" xmlns:a="http://schemas.openxmlformats.org/drawingml/2006/main" r:embed="Ra37b90e037c14289"/>
          <a:stretch xmlns:a="http://schemas.openxmlformats.org/drawingml/2006/main"/>
        </p:blipFill>
        <p:spPr>
          <a:xfrm xmlns:a="http://schemas.openxmlformats.org/drawingml/2006/main">
            <a:off x="5893668" y="2114887"/>
            <a:ext cx="423714" cy="2523450"/>
          </a:xfrm>
          <a:prstGeom xmlns:a="http://schemas.openxmlformats.org/drawingml/2006/main" prst="rect">
            <a:avLst/>
          </a:prstGeom>
        </p:spPr>
      </p:pic>
      <p:pic>
        <p:nvPicPr>
          <p:cNvPr id="12" name="图片 11">
            <a:extLst xmlns:a="http://schemas.openxmlformats.org/drawingml/2006/main">
              <a:ext uri="{FF2B5EF4-FFF2-40B4-BE49-F238E27FC236}">
                <a16:creationId xmlns:a16="http://schemas.microsoft.com/office/drawing/2014/main" id="{07B35F09-8EE5-4F8A-A9AC-46019CF957F5}"/>
              </a:ext>
            </a:extLst>
          </p:cNvPr>
          <p:cNvPicPr>
            <a:picLocks xmlns:a="http://schemas.openxmlformats.org/drawingml/2006/main" noChangeAspect="1"/>
          </p:cNvPicPr>
          <p:nvPr/>
        </p:nvPicPr>
        <p:blipFill>
          <a:blip xmlns:r="http://schemas.openxmlformats.org/officeDocument/2006/relationships" xmlns:a="http://schemas.openxmlformats.org/drawingml/2006/main" r:embed="R842f64f33f3647f5"/>
          <a:stretch xmlns:a="http://schemas.openxmlformats.org/drawingml/2006/main"/>
        </p:blipFill>
        <p:spPr>
          <a:xfrm xmlns:a="http://schemas.openxmlformats.org/drawingml/2006/main">
            <a:off x="6461050" y="1290935"/>
            <a:ext cx="4556276" cy="437555"/>
          </a:xfrm>
          <a:prstGeom xmlns:a="http://schemas.openxmlformats.org/drawingml/2006/main" prst="rect">
            <a:avLst/>
          </a:prstGeom>
        </p:spPr>
      </p:pic>
      <p:sp>
        <p:nvSpPr>
          <p:cNvPr id="13" name="Text: Then: investment spends ATP before the extra ">
            <a:extLst xmlns:a="http://schemas.openxmlformats.org/drawingml/2006/main">
              <a:ext uri="{FF2B5EF4-FFF2-40B4-BE49-F238E27FC236}">
                <a16:creationId xmlns:a16="http://schemas.microsoft.com/office/drawing/2014/main" id="{AE0FA42C-050E-4C6C-BFAE-CC677CD247CC}"/>
              </a:ext>
            </a:extLst>
          </p:cNvPr>
          <p:cNvSpPr>
            <a:spLocks xmlns:a="http://schemas.openxmlformats.org/drawingml/2006/main" noGrp="1"/>
          </p:cNvSpPr>
          <p:nvPr/>
        </p:nvSpPr>
        <p:spPr>
          <a:xfrm xmlns:a="http://schemas.openxmlformats.org/drawingml/2006/main">
            <a:off x="742950" y="5753100"/>
            <a:ext cx="10648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C65C2A"/>
                </a:solidFill>
                <a:latin typeface="Arial"/>
                <a:ea typeface="Arial"/>
                <a:cs typeface="Arial"/>
              </a:defRPr>
            </a:defPPr>
            <a:lvl1pPr algn="l">
              <a:buNone/>
              <a:defRPr sz="2100" b="1">
                <a:solidFill>
                  <a:srgbClr val="C65C2A"/>
                </a:solidFill>
                <a:latin typeface="Arial"/>
                <a:ea typeface="Arial"/>
                <a:cs typeface="Arial"/>
              </a:defRPr>
            </a:lvl1pPr>
            <a:lvl2pPr algn="l">
              <a:buNone/>
              <a:defRPr sz="2100" b="1">
                <a:solidFill>
                  <a:srgbClr val="C65C2A"/>
                </a:solidFill>
                <a:latin typeface="Arial"/>
                <a:ea typeface="Arial"/>
                <a:cs typeface="Arial"/>
              </a:defRPr>
            </a:lvl2pPr>
            <a:lvl3pPr algn="l">
              <a:buNone/>
              <a:defRPr sz="2100" b="1">
                <a:solidFill>
                  <a:srgbClr val="C65C2A"/>
                </a:solidFill>
                <a:latin typeface="Arial"/>
                <a:ea typeface="Arial"/>
                <a:cs typeface="Arial"/>
              </a:defRPr>
            </a:lvl3pPr>
            <a:lvl4pPr algn="l">
              <a:buNone/>
              <a:defRPr sz="2100" b="1">
                <a:solidFill>
                  <a:srgbClr val="C65C2A"/>
                </a:solidFill>
                <a:latin typeface="Arial"/>
                <a:ea typeface="Arial"/>
                <a:cs typeface="Arial"/>
              </a:defRPr>
            </a:lvl4pPr>
            <a:lvl5pPr algn="l">
              <a:buNone/>
              <a:defRPr sz="2100" b="1">
                <a:solidFill>
                  <a:srgbClr val="C65C2A"/>
                </a:solidFill>
                <a:latin typeface="Arial"/>
                <a:ea typeface="Arial"/>
                <a:cs typeface="Arial"/>
              </a:defRPr>
            </a:lvl5pPr>
            <a:lvl6pPr algn="l">
              <a:buNone/>
              <a:defRPr sz="2100" b="1">
                <a:solidFill>
                  <a:srgbClr val="C65C2A"/>
                </a:solidFill>
                <a:latin typeface="Arial"/>
                <a:ea typeface="Arial"/>
                <a:cs typeface="Arial"/>
              </a:defRPr>
            </a:lvl6pPr>
            <a:lvl7pPr algn="l">
              <a:buNone/>
              <a:defRPr sz="2100" b="1">
                <a:solidFill>
                  <a:srgbClr val="C65C2A"/>
                </a:solidFill>
                <a:latin typeface="Arial"/>
                <a:ea typeface="Arial"/>
                <a:cs typeface="Arial"/>
              </a:defRPr>
            </a:lvl7pPr>
            <a:lvl8pPr algn="l">
              <a:buNone/>
              <a:defRPr sz="2100" b="1">
                <a:solidFill>
                  <a:srgbClr val="C65C2A"/>
                </a:solidFill>
                <a:latin typeface="Arial"/>
                <a:ea typeface="Arial"/>
                <a:cs typeface="Arial"/>
              </a:defRPr>
            </a:lvl8pPr>
            <a:lvl9pPr algn="l">
              <a:buNone/>
              <a:defRPr sz="2100" b="1">
                <a:solidFill>
                  <a:srgbClr val="C65C2A"/>
                </a:solidFill>
                <a:latin typeface="Arial"/>
                <a:ea typeface="Arial"/>
                <a:cs typeface="Arial"/>
              </a:defRPr>
            </a:lvl9pPr>
          </a:lstStyle>
          <a:p xmlns:a="http://schemas.openxmlformats.org/drawingml/2006/main">
            <a:pPr algn="l">
              <a:buNone/>
              <a:defRPr sz="2100" b="1">
                <a:solidFill>
                  <a:srgbClr val="C65C2A"/>
                </a:solidFill>
                <a:latin typeface="Arial"/>
                <a:ea typeface="Arial"/>
                <a:cs typeface="Arial"/>
              </a:defRPr>
            </a:pPr>
            <a:r>
              <a:rPr sz="2100" b="1">
                <a:solidFill>
                  <a:srgbClr val="C65C2A"/>
                </a:solidFill>
                <a:latin typeface="Arial"/>
                <a:ea typeface="Arial"/>
                <a:cs typeface="Arial"/>
              </a:rPr>
              <a:t>Then: investment spends ATP before the extra payoff catches up.</a:t>
            </a:r>
          </a:p>
        </p:txBody>
      </p:sp>
      <p:pic>
        <p:nvPicPr>
          <p:cNvPr id="15" name="图片 14">
            <a:extLst xmlns:a="http://schemas.openxmlformats.org/drawingml/2006/main">
              <a:ext uri="{FF2B5EF4-FFF2-40B4-BE49-F238E27FC236}">
                <a16:creationId xmlns:a16="http://schemas.microsoft.com/office/drawing/2014/main" id="{CCD2C4D6-34E5-4627-9447-2D9C8D0D3DB8}"/>
              </a:ext>
            </a:extLst>
          </p:cNvPr>
          <p:cNvPicPr>
            <a:picLocks xmlns:a="http://schemas.openxmlformats.org/drawingml/2006/main" noChangeAspect="1"/>
          </p:cNvPicPr>
          <p:nvPr/>
        </p:nvPicPr>
        <p:blipFill>
          <a:blip xmlns:r="http://schemas.openxmlformats.org/officeDocument/2006/relationships" xmlns:a="http://schemas.openxmlformats.org/drawingml/2006/main" r:embed="R759aac1ac2944c01"/>
          <a:stretch xmlns:a="http://schemas.openxmlformats.org/drawingml/2006/main"/>
        </p:blipFill>
        <p:spPr>
          <a:xfrm xmlns:a="http://schemas.openxmlformats.org/drawingml/2006/main">
            <a:off x="1743001" y="1361554"/>
            <a:ext cx="2990999" cy="534442"/>
          </a:xfrm>
          <a:prstGeom xmlns:a="http://schemas.openxmlformats.org/drawingml/2006/main" prst="rect">
            <a:avLst/>
          </a:prstGeom>
        </p:spPr>
      </p:pic>
      <p:pic>
        <p:nvPicPr>
          <p:cNvPr id="16" name="图片 15">
            <a:extLst xmlns:a="http://schemas.openxmlformats.org/drawingml/2006/main">
              <a:ext uri="{FF2B5EF4-FFF2-40B4-BE49-F238E27FC236}">
                <a16:creationId xmlns:a16="http://schemas.microsoft.com/office/drawing/2014/main" id="{900672DA-09C4-454E-B997-3AA5DC47E852}"/>
              </a:ext>
            </a:extLst>
          </p:cNvPr>
          <p:cNvPicPr>
            <a:picLocks xmlns:a="http://schemas.openxmlformats.org/drawingml/2006/main" noChangeAspect="1"/>
          </p:cNvPicPr>
          <p:nvPr/>
        </p:nvPicPr>
        <p:blipFill>
          <a:blip xmlns:r="http://schemas.openxmlformats.org/officeDocument/2006/relationships" xmlns:a="http://schemas.openxmlformats.org/drawingml/2006/main" r:embed="R7f33c2297edf45b8"/>
          <a:stretch xmlns:a="http://schemas.openxmlformats.org/drawingml/2006/main"/>
        </p:blipFill>
        <p:spPr>
          <a:xfrm xmlns:a="http://schemas.openxmlformats.org/drawingml/2006/main">
            <a:off x="1854556" y="2095631"/>
            <a:ext cx="2767889" cy="980813"/>
          </a:xfrm>
          <a:prstGeom xmlns:a="http://schemas.openxmlformats.org/drawingml/2006/main" prst="rect">
            <a:avLst/>
          </a:prstGeom>
        </p:spPr>
      </p:pic>
      <p:pic>
        <p:nvPicPr>
          <p:cNvPr id="17" name="图片 16">
            <a:extLst xmlns:a="http://schemas.openxmlformats.org/drawingml/2006/main">
              <a:ext uri="{FF2B5EF4-FFF2-40B4-BE49-F238E27FC236}">
                <a16:creationId xmlns:a16="http://schemas.microsoft.com/office/drawing/2014/main" id="{7CD90B30-EB14-4B35-BC32-20E5BD790164}"/>
              </a:ext>
            </a:extLst>
          </p:cNvPr>
          <p:cNvPicPr>
            <a:picLocks xmlns:a="http://schemas.openxmlformats.org/drawingml/2006/main" noChangeAspect="1"/>
          </p:cNvPicPr>
          <p:nvPr/>
        </p:nvPicPr>
        <p:blipFill>
          <a:blip xmlns:r="http://schemas.openxmlformats.org/officeDocument/2006/relationships" xmlns:a="http://schemas.openxmlformats.org/drawingml/2006/main" r:embed="R18f6e689600444c5"/>
          <a:stretch xmlns:a="http://schemas.openxmlformats.org/drawingml/2006/main"/>
        </p:blipFill>
        <p:spPr>
          <a:xfrm xmlns:a="http://schemas.openxmlformats.org/drawingml/2006/main">
            <a:off x="1406692" y="3133725"/>
            <a:ext cx="3663616" cy="800100"/>
          </a:xfrm>
          <a:prstGeom xmlns:a="http://schemas.openxmlformats.org/drawingml/2006/main" prst="rect">
            <a:avLst/>
          </a:prstGeom>
        </p:spPr>
      </p:pic>
      <p:pic>
        <p:nvPicPr>
          <p:cNvPr id="18" name="图片 17">
            <a:extLst xmlns:a="http://schemas.openxmlformats.org/drawingml/2006/main">
              <a:ext uri="{FF2B5EF4-FFF2-40B4-BE49-F238E27FC236}">
                <a16:creationId xmlns:a16="http://schemas.microsoft.com/office/drawing/2014/main" id="{48C927F7-8368-4FCD-B313-BED5459B401B}"/>
              </a:ext>
            </a:extLst>
          </p:cNvPr>
          <p:cNvPicPr>
            <a:picLocks xmlns:a="http://schemas.openxmlformats.org/drawingml/2006/main" noChangeAspect="1"/>
          </p:cNvPicPr>
          <p:nvPr/>
        </p:nvPicPr>
        <p:blipFill>
          <a:blip xmlns:r="http://schemas.openxmlformats.org/officeDocument/2006/relationships" xmlns:a="http://schemas.openxmlformats.org/drawingml/2006/main" r:embed="R34bcd06427d144d8"/>
          <a:stretch xmlns:a="http://schemas.openxmlformats.org/drawingml/2006/main"/>
        </p:blipFill>
        <p:spPr>
          <a:xfrm xmlns:a="http://schemas.openxmlformats.org/drawingml/2006/main">
            <a:off x="1298634" y="3973637"/>
            <a:ext cx="3879733" cy="520452"/>
          </a:xfrm>
          <a:prstGeom xmlns:a="http://schemas.openxmlformats.org/drawingml/2006/main" prst="rect">
            <a:avLst/>
          </a:prstGeom>
        </p:spPr>
      </p:pic>
      <p:cxnSp>
        <p:nvCxnSpPr>
          <p:cNvPr id="5" name="直接箭头连接符 4">
            <a:extLst xmlns:a="http://schemas.openxmlformats.org/drawingml/2006/main">
              <a:ext uri="{FF2B5EF4-FFF2-40B4-BE49-F238E27FC236}">
                <a16:creationId xmlns:a16="http://schemas.microsoft.com/office/drawing/2014/main" id="{577A1ABA-E76E-4A2D-967E-355FDF2D949A}"/>
              </a:ext>
            </a:extLst>
          </p:cNvPr>
          <p:cNvCxnSpPr/>
          <p:nvPr/>
        </p:nvCxnSpPr>
        <p:spPr>
          <a:xfrm xmlns:a="http://schemas.openxmlformats.org/drawingml/2006/main" flipH="1" flipV="1">
            <a:off x="7402354" y="4229481"/>
            <a:ext cx="428625" cy="1143000"/>
          </a:xfrm>
          <a:prstGeom xmlns:a="http://schemas.openxmlformats.org/drawingml/2006/main" prst="straightConnector1">
            <a:avLst/>
          </a:prstGeom>
          <a:ln xmlns:a="http://schemas.openxmlformats.org/drawingml/2006/main">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9" name="Text: Why does production dip?">
            <a:extLst xmlns:a="http://schemas.openxmlformats.org/drawingml/2006/main">
              <a:ext uri="{FF2B5EF4-FFF2-40B4-BE49-F238E27FC236}">
                <a16:creationId xmlns:a16="http://schemas.microsoft.com/office/drawing/2014/main" id="{1813FC00-5EFD-4E48-A05C-A04CFF0CA689}"/>
              </a:ext>
            </a:extLst>
          </p:cNvPr>
          <p:cNvSpPr>
            <a:spLocks xmlns:a="http://schemas.openxmlformats.org/drawingml/2006/main" noGrp="1"/>
          </p:cNvSpPr>
          <p:nvPr/>
        </p:nvSpPr>
        <p:spPr>
          <a:xfrm xmlns:a="http://schemas.openxmlformats.org/drawingml/2006/main">
            <a:off x="8143875" y="52863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C65C2A"/>
                </a:solidFill>
                <a:latin typeface="Arial"/>
                <a:ea typeface="Arial"/>
                <a:cs typeface="Arial"/>
              </a:defRPr>
            </a:defPPr>
            <a:lvl1pPr algn="ctr">
              <a:defRPr sz="1800" b="1">
                <a:solidFill>
                  <a:srgbClr val="C65C2A"/>
                </a:solidFill>
                <a:latin typeface="Arial"/>
                <a:ea typeface="Arial"/>
                <a:cs typeface="Arial"/>
              </a:defRPr>
            </a:lvl1pPr>
            <a:lvl2pPr algn="ctr">
              <a:defRPr sz="1800" b="1">
                <a:solidFill>
                  <a:srgbClr val="C65C2A"/>
                </a:solidFill>
                <a:latin typeface="Arial"/>
                <a:ea typeface="Arial"/>
                <a:cs typeface="Arial"/>
              </a:defRPr>
            </a:lvl2pPr>
            <a:lvl3pPr algn="ctr">
              <a:defRPr sz="1800" b="1">
                <a:solidFill>
                  <a:srgbClr val="C65C2A"/>
                </a:solidFill>
                <a:latin typeface="Arial"/>
                <a:ea typeface="Arial"/>
                <a:cs typeface="Arial"/>
              </a:defRPr>
            </a:lvl3pPr>
            <a:lvl4pPr algn="ctr">
              <a:defRPr sz="1800" b="1">
                <a:solidFill>
                  <a:srgbClr val="C65C2A"/>
                </a:solidFill>
                <a:latin typeface="Arial"/>
                <a:ea typeface="Arial"/>
                <a:cs typeface="Arial"/>
              </a:defRPr>
            </a:lvl4pPr>
            <a:lvl5pPr algn="ctr">
              <a:defRPr sz="1800" b="1">
                <a:solidFill>
                  <a:srgbClr val="C65C2A"/>
                </a:solidFill>
                <a:latin typeface="Arial"/>
                <a:ea typeface="Arial"/>
                <a:cs typeface="Arial"/>
              </a:defRPr>
            </a:lvl5pPr>
            <a:lvl6pPr algn="ctr">
              <a:defRPr sz="1800" b="1">
                <a:solidFill>
                  <a:srgbClr val="C65C2A"/>
                </a:solidFill>
                <a:latin typeface="Arial"/>
                <a:ea typeface="Arial"/>
                <a:cs typeface="Arial"/>
              </a:defRPr>
            </a:lvl6pPr>
            <a:lvl7pPr algn="ctr">
              <a:defRPr sz="1800" b="1">
                <a:solidFill>
                  <a:srgbClr val="C65C2A"/>
                </a:solidFill>
                <a:latin typeface="Arial"/>
                <a:ea typeface="Arial"/>
                <a:cs typeface="Arial"/>
              </a:defRPr>
            </a:lvl7pPr>
            <a:lvl8pPr algn="ctr">
              <a:defRPr sz="1800" b="1">
                <a:solidFill>
                  <a:srgbClr val="C65C2A"/>
                </a:solidFill>
                <a:latin typeface="Arial"/>
                <a:ea typeface="Arial"/>
                <a:cs typeface="Arial"/>
              </a:defRPr>
            </a:lvl8pPr>
            <a:lvl9pPr algn="ctr">
              <a:defRPr sz="1800" b="1">
                <a:solidFill>
                  <a:srgbClr val="C65C2A"/>
                </a:solidFill>
                <a:latin typeface="Arial"/>
                <a:ea typeface="Arial"/>
                <a:cs typeface="Arial"/>
              </a:defRPr>
            </a:lvl9pPr>
          </a:lstStyle>
          <a:p xmlns:a="http://schemas.openxmlformats.org/drawingml/2006/main">
            <a:pPr algn="ctr">
              <a:defRPr sz="1800" b="1">
                <a:solidFill>
                  <a:srgbClr val="C65C2A"/>
                </a:solidFill>
                <a:latin typeface="Arial"/>
                <a:ea typeface="Arial"/>
                <a:cs typeface="Arial"/>
              </a:defRPr>
            </a:pPr>
            <a:r>
              <a:rPr sz="1800" b="1">
                <a:solidFill>
                  <a:srgbClr val="C65C2A"/>
                </a:solidFill>
                <a:latin typeface="Arial"/>
                <a:ea typeface="Arial"/>
                <a:cs typeface="Arial"/>
              </a:rPr>
              <a:t>Why does production dip?</a:t>
            </a:r>
          </a:p>
        </p:txBody>
      </p:sp>
    </p:spTree>
    <p:extLst>
      <p:ext uri="{BB962C8B-B14F-4D97-AF65-F5344CB8AC3E}">
        <p14:creationId xmlns:p14="http://schemas.microsoft.com/office/powerpoint/2010/main" val="1411535372"/>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Text: I and ATP approach the new steady state toget">
            <a:extLst xmlns:a="http://schemas.openxmlformats.org/drawingml/2006/main">
              <a:ext uri="{FF2B5EF4-FFF2-40B4-BE49-F238E27FC236}">
                <a16:creationId xmlns:a16="http://schemas.microsoft.com/office/drawing/2014/main" id="{DB315A4A-BE41-4B1E-82E5-7B83FE13EE15}"/>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I and ATP approach the new steady state together</a:t>
            </a:r>
          </a:p>
        </p:txBody>
      </p:sp>
      <p:sp>
        <p:nvSpPr>
          <p:cNvPr id="2" name="Text: 09">
            <a:extLst xmlns:a="http://schemas.openxmlformats.org/drawingml/2006/main">
              <a:ext uri="{FF2B5EF4-FFF2-40B4-BE49-F238E27FC236}">
                <a16:creationId xmlns:a16="http://schemas.microsoft.com/office/drawing/2014/main" id="{C137E77C-6B5D-42A9-A66E-FC88CF492BD3}"/>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09</a:t>
            </a:r>
          </a:p>
        </p:txBody>
      </p:sp>
      <p:sp>
        <p:nvSpPr>
          <p:cNvPr id="3" name="Text: 03 Response">
            <a:extLst xmlns:a="http://schemas.openxmlformats.org/drawingml/2006/main">
              <a:ext uri="{FF2B5EF4-FFF2-40B4-BE49-F238E27FC236}">
                <a16:creationId xmlns:a16="http://schemas.microsoft.com/office/drawing/2014/main" id="{CEC6DF31-E5D0-47FC-9544-FA6141CB8034}"/>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03 Response</a:t>
            </a:r>
          </a:p>
        </p:txBody>
      </p:sp>
      <p:pic>
        <p:nvPicPr>
          <p:cNvPr id="5" name="图片 4">
            <a:extLst xmlns:a="http://schemas.openxmlformats.org/drawingml/2006/main">
              <a:ext uri="{FF2B5EF4-FFF2-40B4-BE49-F238E27FC236}">
                <a16:creationId xmlns:a16="http://schemas.microsoft.com/office/drawing/2014/main" id="{09C6752E-AA55-417A-8B30-E016A039455C}"/>
              </a:ext>
            </a:extLst>
          </p:cNvPr>
          <p:cNvPicPr>
            <a:picLocks xmlns:a="http://schemas.openxmlformats.org/drawingml/2006/main" noChangeAspect="1"/>
          </p:cNvPicPr>
          <p:nvPr/>
        </p:nvPicPr>
        <p:blipFill>
          <a:blip xmlns:r="http://schemas.openxmlformats.org/officeDocument/2006/relationships" xmlns:a="http://schemas.openxmlformats.org/drawingml/2006/main" r:embed="R28c80735a6724730"/>
          <a:stretch xmlns:a="http://schemas.openxmlformats.org/drawingml/2006/main"/>
        </p:blipFill>
        <p:spPr>
          <a:xfrm xmlns:a="http://schemas.openxmlformats.org/drawingml/2006/main">
            <a:off x="1709122" y="1744340"/>
            <a:ext cx="1677632" cy="511820"/>
          </a:xfrm>
          <a:prstGeom xmlns:a="http://schemas.openxmlformats.org/drawingml/2006/main" prst="rect">
            <a:avLst/>
          </a:prstGeom>
        </p:spPr>
      </p:pic>
      <p:pic>
        <p:nvPicPr>
          <p:cNvPr id="6" name="图片 5">
            <a:extLst xmlns:a="http://schemas.openxmlformats.org/drawingml/2006/main">
              <a:ext uri="{FF2B5EF4-FFF2-40B4-BE49-F238E27FC236}">
                <a16:creationId xmlns:a16="http://schemas.microsoft.com/office/drawing/2014/main" id="{33F4A03F-EFFD-40E9-9800-DF0035A9EB5D}"/>
              </a:ext>
            </a:extLst>
          </p:cNvPr>
          <p:cNvPicPr>
            <a:picLocks xmlns:a="http://schemas.openxmlformats.org/drawingml/2006/main" noChangeAspect="1"/>
          </p:cNvPicPr>
          <p:nvPr/>
        </p:nvPicPr>
        <p:blipFill>
          <a:blip xmlns:r="http://schemas.openxmlformats.org/officeDocument/2006/relationships" xmlns:a="http://schemas.openxmlformats.org/drawingml/2006/main" r:embed="Raafc46e496aa465b"/>
          <a:stretch xmlns:a="http://schemas.openxmlformats.org/drawingml/2006/main"/>
        </p:blipFill>
        <p:spPr>
          <a:xfrm xmlns:a="http://schemas.openxmlformats.org/drawingml/2006/main">
            <a:off x="4877004" y="1744340"/>
            <a:ext cx="2009367" cy="511820"/>
          </a:xfrm>
          <a:prstGeom xmlns:a="http://schemas.openxmlformats.org/drawingml/2006/main" prst="rect">
            <a:avLst/>
          </a:prstGeom>
        </p:spPr>
      </p:pic>
      <p:graphicFrame>
        <p:nvGraphicFramePr>
          <p:cNvPr id="7" name="Chart">
            <a:extLst xmlns:a="http://schemas.openxmlformats.org/drawingml/2006/main">
              <a:ext uri="{FF2B5EF4-FFF2-40B4-BE49-F238E27FC236}">
                <a16:creationId xmlns:a16="http://schemas.microsoft.com/office/drawing/2014/main" id="{4DAB33D8-E71E-43EF-A5CB-F24ABE6044EF}"/>
              </a:ext>
            </a:extLst>
          </p:cNvPr>
          <p:cNvGraphicFramePr/>
          <p:nvPr/>
        </p:nvGraphicFramePr>
        <p:xfrm>
          <a:off xmlns:a="http://schemas.openxmlformats.org/drawingml/2006/main" x="1095375" y="2428875"/>
          <a:ext xmlns:a="http://schemas.openxmlformats.org/drawingml/2006/main" cx="6724650" cy="2714625"/>
        </p:xfrm>
        <a:graphic xmlns:a="http://schemas.openxmlformats.org/drawingml/2006/main">
          <a:graphicData uri="http://schemas.openxmlformats.org/drawingml/2006/chart">
            <c:chart xmlns:r="http://schemas.openxmlformats.org/officeDocument/2006/relationships" xmlns:c="http://schemas.openxmlformats.org/drawingml/2006/chart" r:id="Rcf9ede78bad04367"/>
          </a:graphicData>
        </a:graphic>
      </p:graphicFrame>
      <p:pic>
        <p:nvPicPr>
          <p:cNvPr id="8" name="图片 7">
            <a:extLst xmlns:a="http://schemas.openxmlformats.org/drawingml/2006/main">
              <a:ext uri="{FF2B5EF4-FFF2-40B4-BE49-F238E27FC236}">
                <a16:creationId xmlns:a16="http://schemas.microsoft.com/office/drawing/2014/main" id="{0CEE13FC-AE06-4C5F-8FC5-6EDCAC359FD3}"/>
              </a:ext>
            </a:extLst>
          </p:cNvPr>
          <p:cNvPicPr>
            <a:picLocks xmlns:a="http://schemas.openxmlformats.org/drawingml/2006/main" noChangeAspect="1"/>
          </p:cNvPicPr>
          <p:nvPr/>
        </p:nvPicPr>
        <p:blipFill>
          <a:blip xmlns:r="http://schemas.openxmlformats.org/officeDocument/2006/relationships" xmlns:a="http://schemas.openxmlformats.org/drawingml/2006/main" r:embed="R1cfd880e106348cc"/>
          <a:stretch xmlns:a="http://schemas.openxmlformats.org/drawingml/2006/main"/>
        </p:blipFill>
        <p:spPr>
          <a:xfrm xmlns:a="http://schemas.openxmlformats.org/drawingml/2006/main">
            <a:off x="3578648" y="5153025"/>
            <a:ext cx="1929553" cy="409575"/>
          </a:xfrm>
          <a:prstGeom xmlns:a="http://schemas.openxmlformats.org/drawingml/2006/main" prst="rect">
            <a:avLst/>
          </a:prstGeom>
        </p:spPr>
      </p:pic>
      <p:pic>
        <p:nvPicPr>
          <p:cNvPr id="9" name="图片 8">
            <a:extLst xmlns:a="http://schemas.openxmlformats.org/drawingml/2006/main">
              <a:ext uri="{FF2B5EF4-FFF2-40B4-BE49-F238E27FC236}">
                <a16:creationId xmlns:a16="http://schemas.microsoft.com/office/drawing/2014/main" id="{849E8873-4063-481A-A976-0735142FB9D2}"/>
              </a:ext>
            </a:extLst>
          </p:cNvPr>
          <p:cNvPicPr>
            <a:picLocks xmlns:a="http://schemas.openxmlformats.org/drawingml/2006/main" noChangeAspect="1"/>
          </p:cNvPicPr>
          <p:nvPr/>
        </p:nvPicPr>
        <p:blipFill>
          <a:blip xmlns:r="http://schemas.openxmlformats.org/officeDocument/2006/relationships" xmlns:a="http://schemas.openxmlformats.org/drawingml/2006/main" r:embed="R5308ead063e848d8"/>
          <a:stretch xmlns:a="http://schemas.openxmlformats.org/drawingml/2006/main"/>
        </p:blipFill>
        <p:spPr>
          <a:xfrm xmlns:a="http://schemas.openxmlformats.org/drawingml/2006/main">
            <a:off x="540618" y="2825296"/>
            <a:ext cx="442764" cy="1921783"/>
          </a:xfrm>
          <a:prstGeom xmlns:a="http://schemas.openxmlformats.org/drawingml/2006/main" prst="rect">
            <a:avLst/>
          </a:prstGeom>
        </p:spPr>
      </p:pic>
      <p:sp>
        <p:nvSpPr>
          <p:cNvPr id="10" name="Text: ATP changes the rates.&#10;The rates change I.&#10;I ">
            <a:extLst xmlns:a="http://schemas.openxmlformats.org/drawingml/2006/main">
              <a:ext uri="{FF2B5EF4-FFF2-40B4-BE49-F238E27FC236}">
                <a16:creationId xmlns:a16="http://schemas.microsoft.com/office/drawing/2014/main" id="{FFBC274E-14BD-4C49-A86A-ED65AD6DF7B6}"/>
              </a:ext>
            </a:extLst>
          </p:cNvPr>
          <p:cNvSpPr>
            <a:spLocks xmlns:a="http://schemas.openxmlformats.org/drawingml/2006/main" noGrp="1"/>
          </p:cNvSpPr>
          <p:nvPr/>
        </p:nvSpPr>
        <p:spPr>
          <a:xfrm xmlns:a="http://schemas.openxmlformats.org/drawingml/2006/main">
            <a:off x="8143875" y="2409825"/>
            <a:ext cx="3429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F3B"/>
                </a:solidFill>
                <a:latin typeface="Arial"/>
                <a:ea typeface="Arial"/>
                <a:cs typeface="Arial"/>
              </a:defRPr>
            </a:defPPr>
            <a:lvl1pPr algn="l">
              <a:buNone/>
              <a:defRPr sz="2025" b="1">
                <a:solidFill>
                  <a:srgbClr val="142F3B"/>
                </a:solidFill>
                <a:latin typeface="Arial"/>
                <a:ea typeface="Arial"/>
                <a:cs typeface="Arial"/>
              </a:defRPr>
            </a:lvl1pPr>
            <a:lvl2pPr algn="l">
              <a:buNone/>
              <a:defRPr sz="2025" b="1">
                <a:solidFill>
                  <a:srgbClr val="142F3B"/>
                </a:solidFill>
                <a:latin typeface="Arial"/>
                <a:ea typeface="Arial"/>
                <a:cs typeface="Arial"/>
              </a:defRPr>
            </a:lvl2pPr>
            <a:lvl3pPr algn="l">
              <a:buNone/>
              <a:defRPr sz="2025" b="1">
                <a:solidFill>
                  <a:srgbClr val="142F3B"/>
                </a:solidFill>
                <a:latin typeface="Arial"/>
                <a:ea typeface="Arial"/>
                <a:cs typeface="Arial"/>
              </a:defRPr>
            </a:lvl3pPr>
            <a:lvl4pPr algn="l">
              <a:buNone/>
              <a:defRPr sz="2025" b="1">
                <a:solidFill>
                  <a:srgbClr val="142F3B"/>
                </a:solidFill>
                <a:latin typeface="Arial"/>
                <a:ea typeface="Arial"/>
                <a:cs typeface="Arial"/>
              </a:defRPr>
            </a:lvl4pPr>
            <a:lvl5pPr algn="l">
              <a:buNone/>
              <a:defRPr sz="2025" b="1">
                <a:solidFill>
                  <a:srgbClr val="142F3B"/>
                </a:solidFill>
                <a:latin typeface="Arial"/>
                <a:ea typeface="Arial"/>
                <a:cs typeface="Arial"/>
              </a:defRPr>
            </a:lvl5pPr>
            <a:lvl6pPr algn="l">
              <a:buNone/>
              <a:defRPr sz="2025" b="1">
                <a:solidFill>
                  <a:srgbClr val="142F3B"/>
                </a:solidFill>
                <a:latin typeface="Arial"/>
                <a:ea typeface="Arial"/>
                <a:cs typeface="Arial"/>
              </a:defRPr>
            </a:lvl6pPr>
            <a:lvl7pPr algn="l">
              <a:buNone/>
              <a:defRPr sz="2025" b="1">
                <a:solidFill>
                  <a:srgbClr val="142F3B"/>
                </a:solidFill>
                <a:latin typeface="Arial"/>
                <a:ea typeface="Arial"/>
                <a:cs typeface="Arial"/>
              </a:defRPr>
            </a:lvl7pPr>
            <a:lvl8pPr algn="l">
              <a:buNone/>
              <a:defRPr sz="2025" b="1">
                <a:solidFill>
                  <a:srgbClr val="142F3B"/>
                </a:solidFill>
                <a:latin typeface="Arial"/>
                <a:ea typeface="Arial"/>
                <a:cs typeface="Arial"/>
              </a:defRPr>
            </a:lvl8pPr>
            <a:lvl9pPr algn="l">
              <a:buNone/>
              <a:defRPr sz="2025" b="1">
                <a:solidFill>
                  <a:srgbClr val="142F3B"/>
                </a:solidFill>
                <a:latin typeface="Arial"/>
                <a:ea typeface="Arial"/>
                <a:cs typeface="Arial"/>
              </a:defRPr>
            </a:lvl9pPr>
          </a:lstStyle>
          <a:p xmlns:a="http://schemas.openxmlformats.org/drawingml/2006/main">
            <a:pPr algn="l">
              <a:buNone/>
              <a:defRPr sz="2025" b="1">
                <a:solidFill>
                  <a:srgbClr val="142F3B"/>
                </a:solidFill>
                <a:latin typeface="Arial"/>
                <a:ea typeface="Arial"/>
                <a:cs typeface="Arial"/>
              </a:defRPr>
            </a:pPr>
            <a:r>
              <a:rPr sz="2025" b="1">
                <a:solidFill>
                  <a:srgbClr val="142F3B"/>
                </a:solidFill>
                <a:latin typeface="Arial"/>
                <a:ea typeface="Arial"/>
                <a:cs typeface="Arial"/>
              </a:rPr>
              <a:t>ATP changes the rates.</a:t>
            </a:r>
          </a:p>
          <a:p xmlns:a="http://schemas.openxmlformats.org/drawingml/2006/main">
            <a:pPr algn="l">
              <a:buNone/>
              <a:defRPr sz="2025" b="1">
                <a:solidFill>
                  <a:srgbClr val="142F3B"/>
                </a:solidFill>
                <a:latin typeface="Arial"/>
                <a:ea typeface="Arial"/>
                <a:cs typeface="Arial"/>
              </a:defRPr>
            </a:pPr>
            <a:r>
              <a:rPr sz="2025" b="1">
                <a:solidFill>
                  <a:srgbClr val="142F3B"/>
                </a:solidFill>
                <a:latin typeface="Arial"/>
                <a:ea typeface="Arial"/>
                <a:cs typeface="Arial"/>
              </a:rPr>
              <a:t>The rates change I.</a:t>
            </a:r>
          </a:p>
          <a:p xmlns:a="http://schemas.openxmlformats.org/drawingml/2006/main">
            <a:pPr algn="l">
              <a:buNone/>
              <a:defRPr sz="2025" b="1">
                <a:solidFill>
                  <a:srgbClr val="142F3B"/>
                </a:solidFill>
                <a:latin typeface="Arial"/>
                <a:ea typeface="Arial"/>
                <a:cs typeface="Arial"/>
              </a:defRPr>
            </a:pPr>
            <a:r>
              <a:rPr sz="2025" b="1">
                <a:solidFill>
                  <a:srgbClr val="142F3B"/>
                </a:solidFill>
                <a:latin typeface="Arial"/>
                <a:ea typeface="Arial"/>
                <a:cs typeface="Arial"/>
              </a:rPr>
              <a:t>I changes the ATP payoff.</a:t>
            </a:r>
          </a:p>
        </p:txBody>
      </p:sp>
      <p:sp>
        <p:nvSpPr>
          <p:cNvPr id="11" name="Text: At the marked crossing,&#10;I is still above its ">
            <a:extLst xmlns:a="http://schemas.openxmlformats.org/drawingml/2006/main">
              <a:ext uri="{FF2B5EF4-FFF2-40B4-BE49-F238E27FC236}">
                <a16:creationId xmlns:a16="http://schemas.microsoft.com/office/drawing/2014/main" id="{4BBE96FE-5BC6-46A7-A709-DE10D8C8A65A}"/>
              </a:ext>
            </a:extLst>
          </p:cNvPr>
          <p:cNvSpPr>
            <a:spLocks xmlns:a="http://schemas.openxmlformats.org/drawingml/2006/main" noGrp="1"/>
          </p:cNvSpPr>
          <p:nvPr/>
        </p:nvSpPr>
        <p:spPr>
          <a:xfrm xmlns:a="http://schemas.openxmlformats.org/drawingml/2006/main">
            <a:off x="8143875" y="383857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F3B"/>
                </a:solidFill>
                <a:latin typeface="Arial"/>
                <a:ea typeface="Arial"/>
                <a:cs typeface="Arial"/>
              </a:defRPr>
            </a:defPPr>
            <a:lvl1pPr algn="l">
              <a:buNone/>
              <a:defRPr sz="1950" b="0">
                <a:solidFill>
                  <a:srgbClr val="142F3B"/>
                </a:solidFill>
                <a:latin typeface="Arial"/>
                <a:ea typeface="Arial"/>
                <a:cs typeface="Arial"/>
              </a:defRPr>
            </a:lvl1pPr>
            <a:lvl2pPr algn="l">
              <a:buNone/>
              <a:defRPr sz="1950" b="0">
                <a:solidFill>
                  <a:srgbClr val="142F3B"/>
                </a:solidFill>
                <a:latin typeface="Arial"/>
                <a:ea typeface="Arial"/>
                <a:cs typeface="Arial"/>
              </a:defRPr>
            </a:lvl2pPr>
            <a:lvl3pPr algn="l">
              <a:buNone/>
              <a:defRPr sz="1950" b="0">
                <a:solidFill>
                  <a:srgbClr val="142F3B"/>
                </a:solidFill>
                <a:latin typeface="Arial"/>
                <a:ea typeface="Arial"/>
                <a:cs typeface="Arial"/>
              </a:defRPr>
            </a:lvl3pPr>
            <a:lvl4pPr algn="l">
              <a:buNone/>
              <a:defRPr sz="1950" b="0">
                <a:solidFill>
                  <a:srgbClr val="142F3B"/>
                </a:solidFill>
                <a:latin typeface="Arial"/>
                <a:ea typeface="Arial"/>
                <a:cs typeface="Arial"/>
              </a:defRPr>
            </a:lvl4pPr>
            <a:lvl5pPr algn="l">
              <a:buNone/>
              <a:defRPr sz="1950" b="0">
                <a:solidFill>
                  <a:srgbClr val="142F3B"/>
                </a:solidFill>
                <a:latin typeface="Arial"/>
                <a:ea typeface="Arial"/>
                <a:cs typeface="Arial"/>
              </a:defRPr>
            </a:lvl5pPr>
            <a:lvl6pPr algn="l">
              <a:buNone/>
              <a:defRPr sz="1950" b="0">
                <a:solidFill>
                  <a:srgbClr val="142F3B"/>
                </a:solidFill>
                <a:latin typeface="Arial"/>
                <a:ea typeface="Arial"/>
                <a:cs typeface="Arial"/>
              </a:defRPr>
            </a:lvl6pPr>
            <a:lvl7pPr algn="l">
              <a:buNone/>
              <a:defRPr sz="1950" b="0">
                <a:solidFill>
                  <a:srgbClr val="142F3B"/>
                </a:solidFill>
                <a:latin typeface="Arial"/>
                <a:ea typeface="Arial"/>
                <a:cs typeface="Arial"/>
              </a:defRPr>
            </a:lvl7pPr>
            <a:lvl8pPr algn="l">
              <a:buNone/>
              <a:defRPr sz="1950" b="0">
                <a:solidFill>
                  <a:srgbClr val="142F3B"/>
                </a:solidFill>
                <a:latin typeface="Arial"/>
                <a:ea typeface="Arial"/>
                <a:cs typeface="Arial"/>
              </a:defRPr>
            </a:lvl8pPr>
            <a:lvl9pPr algn="l">
              <a:buNone/>
              <a:defRPr sz="1950" b="0">
                <a:solidFill>
                  <a:srgbClr val="142F3B"/>
                </a:solidFill>
                <a:latin typeface="Arial"/>
                <a:ea typeface="Arial"/>
                <a:cs typeface="Arial"/>
              </a:defRPr>
            </a:lvl9pPr>
          </a:lstStyle>
          <a:p xmlns:a="http://schemas.openxmlformats.org/drawingml/2006/main">
            <a:pPr algn="l">
              <a:buNone/>
              <a:defRPr sz="1950" b="0">
                <a:solidFill>
                  <a:srgbClr val="142F3B"/>
                </a:solidFill>
                <a:latin typeface="Arial"/>
                <a:ea typeface="Arial"/>
                <a:cs typeface="Arial"/>
              </a:defRPr>
            </a:pPr>
            <a:r>
              <a:rPr sz="1950" b="0">
                <a:solidFill>
                  <a:srgbClr val="142F3B"/>
                </a:solidFill>
                <a:latin typeface="Arial"/>
                <a:ea typeface="Arial"/>
                <a:cs typeface="Arial"/>
              </a:rPr>
              <a:t>At the marked crossing,</a:t>
            </a:r>
          </a:p>
          <a:p xmlns:a="http://schemas.openxmlformats.org/drawingml/2006/main">
            <a:pPr algn="l">
              <a:buNone/>
              <a:defRPr sz="1950" b="0">
                <a:solidFill>
                  <a:srgbClr val="142F3B"/>
                </a:solidFill>
                <a:latin typeface="Arial"/>
                <a:ea typeface="Arial"/>
                <a:cs typeface="Arial"/>
              </a:defRPr>
            </a:pPr>
            <a:r>
              <a:rPr sz="1950" b="0">
                <a:solidFill>
                  <a:srgbClr val="142F3B"/>
                </a:solidFill>
                <a:latin typeface="Arial"/>
                <a:ea typeface="Arial"/>
                <a:cs typeface="Arial"/>
              </a:rPr>
              <a:t>I is still above its steady value,</a:t>
            </a:r>
          </a:p>
          <a:p xmlns:a="http://schemas.openxmlformats.org/drawingml/2006/main">
            <a:pPr algn="l">
              <a:buNone/>
              <a:defRPr sz="1950" b="0">
                <a:solidFill>
                  <a:srgbClr val="142F3B"/>
                </a:solidFill>
                <a:latin typeface="Arial"/>
                <a:ea typeface="Arial"/>
                <a:cs typeface="Arial"/>
              </a:defRPr>
            </a:pPr>
            <a:r>
              <a:rPr sz="1950" b="0">
                <a:solidFill>
                  <a:srgbClr val="142F3B"/>
                </a:solidFill>
                <a:latin typeface="Arial"/>
                <a:ea typeface="Arial"/>
                <a:cs typeface="Arial"/>
              </a:rPr>
              <a:t>so ATP keeps rising.</a:t>
            </a:r>
          </a:p>
        </p:txBody>
      </p:sp>
      <p:sp>
        <p:nvSpPr>
          <p:cNvPr id="13" name="Text: Here, each cycle reduces the disturbance. The">
            <a:extLst xmlns:a="http://schemas.openxmlformats.org/drawingml/2006/main">
              <a:ext uri="{FF2B5EF4-FFF2-40B4-BE49-F238E27FC236}">
                <a16:creationId xmlns:a16="http://schemas.microsoft.com/office/drawing/2014/main" id="{B8C923F6-CDC5-4130-9990-B960854B7858}"/>
              </a:ext>
            </a:extLst>
          </p:cNvPr>
          <p:cNvSpPr>
            <a:spLocks xmlns:a="http://schemas.openxmlformats.org/drawingml/2006/main" noGrp="1"/>
          </p:cNvSpPr>
          <p:nvPr/>
        </p:nvSpPr>
        <p:spPr>
          <a:xfrm xmlns:a="http://schemas.openxmlformats.org/drawingml/2006/main">
            <a:off x="733425" y="612457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Here, each cycle reduces the disturbance. The oscillations gradually decay.</a:t>
            </a:r>
          </a:p>
        </p:txBody>
      </p:sp>
      <p:pic>
        <p:nvPicPr>
          <p:cNvPr id="15" name="">
            <a:extLst xmlns:a="http://schemas.openxmlformats.org/drawingml/2006/main">
              <a:ext uri="{FF2B5EF4-FFF2-40B4-BE49-F238E27FC236}">
                <a16:creationId xmlns:a16="http://schemas.microsoft.com/office/drawing/2014/main" id="{8DA42F74-BA2A-4F12-BC4E-04F030D87124}"/>
              </a:ext>
            </a:extLst>
          </p:cNvPr>
          <p:cNvPicPr>
            <a:picLocks xmlns:a="http://schemas.openxmlformats.org/drawingml/2006/main" noChangeAspect="1"/>
          </p:cNvPicPr>
          <p:nvPr/>
        </p:nvPicPr>
        <p:blipFill>
          <a:blip xmlns:r="http://schemas.openxmlformats.org/officeDocument/2006/relationships" xmlns:a="http://schemas.openxmlformats.org/drawingml/2006/main" r:embed="R1a7d552a675c49c9"/>
          <a:stretch xmlns:a="http://schemas.openxmlformats.org/drawingml/2006/main"/>
        </p:blipFill>
        <p:spPr>
          <a:xfrm xmlns:a="http://schemas.openxmlformats.org/drawingml/2006/main">
            <a:off x="4266866" y="1257300"/>
            <a:ext cx="3658268" cy="49530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EA2325F7-7B99-4203-813C-5C4140F526A2}"/>
              </a:ext>
            </a:extLst>
          </p:cNvPr>
          <p:cNvPicPr>
            <a:picLocks xmlns:a="http://schemas.openxmlformats.org/drawingml/2006/main" noChangeAspect="1"/>
          </p:cNvPicPr>
          <p:nvPr/>
        </p:nvPicPr>
        <p:blipFill>
          <a:blip xmlns:r="http://schemas.openxmlformats.org/officeDocument/2006/relationships" xmlns:a="http://schemas.openxmlformats.org/drawingml/2006/main" r:embed="R217a1a0fa0044f49"/>
          <a:stretch xmlns:a="http://schemas.openxmlformats.org/drawingml/2006/main"/>
        </p:blipFill>
        <p:spPr>
          <a:xfrm xmlns:a="http://schemas.openxmlformats.org/drawingml/2006/main">
            <a:off x="3906951" y="5591175"/>
            <a:ext cx="4378098" cy="523875"/>
          </a:xfrm>
          <a:prstGeom xmlns:a="http://schemas.openxmlformats.org/drawingml/2006/main" prst="rect">
            <a:avLst/>
          </a:prstGeom>
        </p:spPr>
      </p:pic>
    </p:spTree>
    <p:extLst>
      <p:ext uri="{BB962C8B-B14F-4D97-AF65-F5344CB8AC3E}">
        <p14:creationId xmlns:p14="http://schemas.microsoft.com/office/powerpoint/2010/main" val="1537009433"/>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8" name="Text: Feedback sensitivity changes the recovery tim">
            <a:extLst xmlns:a="http://schemas.openxmlformats.org/drawingml/2006/main">
              <a:ext uri="{FF2B5EF4-FFF2-40B4-BE49-F238E27FC236}">
                <a16:creationId xmlns:a16="http://schemas.microsoft.com/office/drawing/2014/main" id="{2409108F-6037-4173-8DC8-46241586492C}"/>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Feedback sensitivity changes the recovery time</a:t>
            </a:r>
          </a:p>
        </p:txBody>
      </p:sp>
      <p:sp>
        <p:nvSpPr>
          <p:cNvPr id="2" name="Text: 10">
            <a:extLst xmlns:a="http://schemas.openxmlformats.org/drawingml/2006/main">
              <a:ext uri="{FF2B5EF4-FFF2-40B4-BE49-F238E27FC236}">
                <a16:creationId xmlns:a16="http://schemas.microsoft.com/office/drawing/2014/main" id="{91FDDFA1-8229-4CA1-BAB4-F5794FEA3210}"/>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10</a:t>
            </a:r>
          </a:p>
        </p:txBody>
      </p:sp>
      <p:sp>
        <p:nvSpPr>
          <p:cNvPr id="3" name="Text: 04 Stability">
            <a:extLst xmlns:a="http://schemas.openxmlformats.org/drawingml/2006/main">
              <a:ext uri="{FF2B5EF4-FFF2-40B4-BE49-F238E27FC236}">
                <a16:creationId xmlns:a16="http://schemas.microsoft.com/office/drawing/2014/main" id="{BE539363-072B-4B2E-9725-B835F89366E6}"/>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04 Stability</a:t>
            </a:r>
          </a:p>
        </p:txBody>
      </p:sp>
      <p:pic>
        <p:nvPicPr>
          <p:cNvPr id="5" name="图片 4">
            <a:extLst xmlns:a="http://schemas.openxmlformats.org/drawingml/2006/main">
              <a:ext uri="{FF2B5EF4-FFF2-40B4-BE49-F238E27FC236}">
                <a16:creationId xmlns:a16="http://schemas.microsoft.com/office/drawing/2014/main" id="{F91F3DF7-7C6A-4030-8792-B561548B9894}"/>
              </a:ext>
            </a:extLst>
          </p:cNvPr>
          <p:cNvPicPr>
            <a:picLocks xmlns:a="http://schemas.openxmlformats.org/drawingml/2006/main" noChangeAspect="1"/>
          </p:cNvPicPr>
          <p:nvPr/>
        </p:nvPicPr>
        <p:blipFill>
          <a:blip xmlns:r="http://schemas.openxmlformats.org/officeDocument/2006/relationships" xmlns:a="http://schemas.openxmlformats.org/drawingml/2006/main" r:embed="R174d35f17f954f20"/>
          <a:stretch xmlns:a="http://schemas.openxmlformats.org/drawingml/2006/main"/>
        </p:blipFill>
        <p:spPr>
          <a:xfrm xmlns:a="http://schemas.openxmlformats.org/drawingml/2006/main">
            <a:off x="2661622" y="1839590"/>
            <a:ext cx="1677632" cy="511820"/>
          </a:xfrm>
          <a:prstGeom xmlns:a="http://schemas.openxmlformats.org/drawingml/2006/main" prst="rect">
            <a:avLst/>
          </a:prstGeom>
        </p:spPr>
      </p:pic>
      <p:pic>
        <p:nvPicPr>
          <p:cNvPr id="6" name="图片 5">
            <a:extLst xmlns:a="http://schemas.openxmlformats.org/drawingml/2006/main">
              <a:ext uri="{FF2B5EF4-FFF2-40B4-BE49-F238E27FC236}">
                <a16:creationId xmlns:a16="http://schemas.microsoft.com/office/drawing/2014/main" id="{75421BAA-8E31-4E11-96ED-48769B6DAA7D}"/>
              </a:ext>
            </a:extLst>
          </p:cNvPr>
          <p:cNvPicPr>
            <a:picLocks xmlns:a="http://schemas.openxmlformats.org/drawingml/2006/main" noChangeAspect="1"/>
          </p:cNvPicPr>
          <p:nvPr/>
        </p:nvPicPr>
        <p:blipFill>
          <a:blip xmlns:r="http://schemas.openxmlformats.org/officeDocument/2006/relationships" xmlns:a="http://schemas.openxmlformats.org/drawingml/2006/main" r:embed="Re6ef4a13628f40d3"/>
          <a:stretch xmlns:a="http://schemas.openxmlformats.org/drawingml/2006/main"/>
        </p:blipFill>
        <p:spPr>
          <a:xfrm xmlns:a="http://schemas.openxmlformats.org/drawingml/2006/main">
            <a:off x="7544004" y="1839590"/>
            <a:ext cx="2009367" cy="511820"/>
          </a:xfrm>
          <a:prstGeom xmlns:a="http://schemas.openxmlformats.org/drawingml/2006/main" prst="rect">
            <a:avLst/>
          </a:prstGeom>
        </p:spPr>
      </p:pic>
      <p:sp>
        <p:nvSpPr>
          <p:cNvPr id="7" name="Text: h = 2.5">
            <a:extLst xmlns:a="http://schemas.openxmlformats.org/drawingml/2006/main">
              <a:ext uri="{FF2B5EF4-FFF2-40B4-BE49-F238E27FC236}">
                <a16:creationId xmlns:a16="http://schemas.microsoft.com/office/drawing/2014/main" id="{2A7D6827-A323-4B55-AB1D-04F2AF9189D9}"/>
              </a:ext>
            </a:extLst>
          </p:cNvPr>
          <p:cNvSpPr>
            <a:spLocks xmlns:a="http://schemas.openxmlformats.org/drawingml/2006/main" noGrp="1"/>
          </p:cNvSpPr>
          <p:nvPr/>
        </p:nvSpPr>
        <p:spPr>
          <a:xfrm xmlns:a="http://schemas.openxmlformats.org/drawingml/2006/main">
            <a:off x="590550" y="24288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42F3B"/>
                </a:solidFill>
                <a:latin typeface="Arial"/>
                <a:ea typeface="Arial"/>
                <a:cs typeface="Arial"/>
              </a:defRPr>
            </a:defPPr>
            <a:lvl1pPr algn="ctr">
              <a:buNone/>
              <a:defRPr sz="2325" b="1">
                <a:solidFill>
                  <a:srgbClr val="142F3B"/>
                </a:solidFill>
                <a:latin typeface="Arial"/>
                <a:ea typeface="Arial"/>
                <a:cs typeface="Arial"/>
              </a:defRPr>
            </a:lvl1pPr>
            <a:lvl2pPr algn="ctr">
              <a:buNone/>
              <a:defRPr sz="2325" b="1">
                <a:solidFill>
                  <a:srgbClr val="142F3B"/>
                </a:solidFill>
                <a:latin typeface="Arial"/>
                <a:ea typeface="Arial"/>
                <a:cs typeface="Arial"/>
              </a:defRPr>
            </a:lvl2pPr>
            <a:lvl3pPr algn="ctr">
              <a:buNone/>
              <a:defRPr sz="2325" b="1">
                <a:solidFill>
                  <a:srgbClr val="142F3B"/>
                </a:solidFill>
                <a:latin typeface="Arial"/>
                <a:ea typeface="Arial"/>
                <a:cs typeface="Arial"/>
              </a:defRPr>
            </a:lvl3pPr>
            <a:lvl4pPr algn="ctr">
              <a:buNone/>
              <a:defRPr sz="2325" b="1">
                <a:solidFill>
                  <a:srgbClr val="142F3B"/>
                </a:solidFill>
                <a:latin typeface="Arial"/>
                <a:ea typeface="Arial"/>
                <a:cs typeface="Arial"/>
              </a:defRPr>
            </a:lvl4pPr>
            <a:lvl5pPr algn="ctr">
              <a:buNone/>
              <a:defRPr sz="2325" b="1">
                <a:solidFill>
                  <a:srgbClr val="142F3B"/>
                </a:solidFill>
                <a:latin typeface="Arial"/>
                <a:ea typeface="Arial"/>
                <a:cs typeface="Arial"/>
              </a:defRPr>
            </a:lvl5pPr>
            <a:lvl6pPr algn="ctr">
              <a:buNone/>
              <a:defRPr sz="2325" b="1">
                <a:solidFill>
                  <a:srgbClr val="142F3B"/>
                </a:solidFill>
                <a:latin typeface="Arial"/>
                <a:ea typeface="Arial"/>
                <a:cs typeface="Arial"/>
              </a:defRPr>
            </a:lvl6pPr>
            <a:lvl7pPr algn="ctr">
              <a:buNone/>
              <a:defRPr sz="2325" b="1">
                <a:solidFill>
                  <a:srgbClr val="142F3B"/>
                </a:solidFill>
                <a:latin typeface="Arial"/>
                <a:ea typeface="Arial"/>
                <a:cs typeface="Arial"/>
              </a:defRPr>
            </a:lvl7pPr>
            <a:lvl8pPr algn="ctr">
              <a:buNone/>
              <a:defRPr sz="2325" b="1">
                <a:solidFill>
                  <a:srgbClr val="142F3B"/>
                </a:solidFill>
                <a:latin typeface="Arial"/>
                <a:ea typeface="Arial"/>
                <a:cs typeface="Arial"/>
              </a:defRPr>
            </a:lvl8pPr>
            <a:lvl9pPr algn="ctr">
              <a:buNone/>
              <a:defRPr sz="2325" b="1">
                <a:solidFill>
                  <a:srgbClr val="142F3B"/>
                </a:solidFill>
                <a:latin typeface="Arial"/>
                <a:ea typeface="Arial"/>
                <a:cs typeface="Arial"/>
              </a:defRPr>
            </a:lvl9pPr>
          </a:lstStyle>
          <a:p xmlns:a="http://schemas.openxmlformats.org/drawingml/2006/main">
            <a:pPr algn="ctr">
              <a:buNone/>
              <a:defRPr sz="2325" b="1">
                <a:solidFill>
                  <a:srgbClr val="142F3B"/>
                </a:solidFill>
                <a:latin typeface="Arial"/>
                <a:ea typeface="Arial"/>
                <a:cs typeface="Arial"/>
              </a:defRPr>
            </a:pPr>
            <a:r>
              <a:rPr sz="2325" b="1">
                <a:solidFill>
                  <a:srgbClr val="142F3B"/>
                </a:solidFill>
                <a:latin typeface="Arial"/>
                <a:ea typeface="Arial"/>
                <a:cs typeface="Arial"/>
              </a:rPr>
              <a:t>h = 2.5</a:t>
            </a:r>
          </a:p>
        </p:txBody>
      </p:sp>
      <p:graphicFrame>
        <p:nvGraphicFramePr>
          <p:cNvPr id="8" name="Chart">
            <a:extLst xmlns:a="http://schemas.openxmlformats.org/drawingml/2006/main">
              <a:ext uri="{FF2B5EF4-FFF2-40B4-BE49-F238E27FC236}">
                <a16:creationId xmlns:a16="http://schemas.microsoft.com/office/drawing/2014/main" id="{6CA5B1C5-EFCB-4E88-A7AB-57871B58B7E4}"/>
              </a:ext>
            </a:extLst>
          </p:cNvPr>
          <p:cNvGraphicFramePr/>
          <p:nvPr/>
        </p:nvGraphicFramePr>
        <p:xfrm>
          <a:off xmlns:a="http://schemas.openxmlformats.org/drawingml/2006/main" x="1047750" y="2952750"/>
          <a:ext xmlns:a="http://schemas.openxmlformats.org/drawingml/2006/main" cx="4876800" cy="2266950"/>
        </p:xfrm>
        <a:graphic xmlns:a="http://schemas.openxmlformats.org/drawingml/2006/main">
          <a:graphicData uri="http://schemas.openxmlformats.org/drawingml/2006/chart">
            <c:chart xmlns:r="http://schemas.openxmlformats.org/officeDocument/2006/relationships" xmlns:c="http://schemas.openxmlformats.org/drawingml/2006/chart" r:id="Rcef0f267a5c54364"/>
          </a:graphicData>
        </a:graphic>
      </p:graphicFrame>
      <p:pic>
        <p:nvPicPr>
          <p:cNvPr id="9" name="图片 8">
            <a:extLst xmlns:a="http://schemas.openxmlformats.org/drawingml/2006/main">
              <a:ext uri="{FF2B5EF4-FFF2-40B4-BE49-F238E27FC236}">
                <a16:creationId xmlns:a16="http://schemas.microsoft.com/office/drawing/2014/main" id="{7CCCD3A1-CBB1-497F-A307-2A6C8AE4466E}"/>
              </a:ext>
            </a:extLst>
          </p:cNvPr>
          <p:cNvPicPr>
            <a:picLocks xmlns:a="http://schemas.openxmlformats.org/drawingml/2006/main" noChangeAspect="1"/>
          </p:cNvPicPr>
          <p:nvPr/>
        </p:nvPicPr>
        <p:blipFill>
          <a:blip xmlns:r="http://schemas.openxmlformats.org/officeDocument/2006/relationships" xmlns:a="http://schemas.openxmlformats.org/drawingml/2006/main" r:embed="Rcd28176c53df40fd"/>
          <a:stretch xmlns:a="http://schemas.openxmlformats.org/drawingml/2006/main"/>
        </p:blipFill>
        <p:spPr>
          <a:xfrm xmlns:a="http://schemas.openxmlformats.org/drawingml/2006/main">
            <a:off x="2607098" y="5229225"/>
            <a:ext cx="1929553" cy="409575"/>
          </a:xfrm>
          <a:prstGeom xmlns:a="http://schemas.openxmlformats.org/drawingml/2006/main" prst="rect">
            <a:avLst/>
          </a:prstGeom>
        </p:spPr>
      </p:pic>
      <p:pic>
        <p:nvPicPr>
          <p:cNvPr id="10" name="图片 9">
            <a:extLst xmlns:a="http://schemas.openxmlformats.org/drawingml/2006/main">
              <a:ext uri="{FF2B5EF4-FFF2-40B4-BE49-F238E27FC236}">
                <a16:creationId xmlns:a16="http://schemas.microsoft.com/office/drawing/2014/main" id="{5C88C201-72C7-4C4C-8FCA-F5E87D552379}"/>
              </a:ext>
            </a:extLst>
          </p:cNvPr>
          <p:cNvPicPr>
            <a:picLocks xmlns:a="http://schemas.openxmlformats.org/drawingml/2006/main" noChangeAspect="1"/>
          </p:cNvPicPr>
          <p:nvPr/>
        </p:nvPicPr>
        <p:blipFill>
          <a:blip xmlns:r="http://schemas.openxmlformats.org/officeDocument/2006/relationships" xmlns:a="http://schemas.openxmlformats.org/drawingml/2006/main" r:embed="Rcbcc5703465249d9"/>
          <a:stretch xmlns:a="http://schemas.openxmlformats.org/drawingml/2006/main"/>
        </p:blipFill>
        <p:spPr>
          <a:xfrm xmlns:a="http://schemas.openxmlformats.org/drawingml/2006/main">
            <a:off x="492993" y="3365556"/>
            <a:ext cx="442764" cy="1441337"/>
          </a:xfrm>
          <a:prstGeom xmlns:a="http://schemas.openxmlformats.org/drawingml/2006/main" prst="rect">
            <a:avLst/>
          </a:prstGeom>
        </p:spPr>
      </p:pic>
      <p:pic>
        <p:nvPicPr>
          <p:cNvPr id="11" name="图片 10">
            <a:extLst xmlns:a="http://schemas.openxmlformats.org/drawingml/2006/main">
              <a:ext uri="{FF2B5EF4-FFF2-40B4-BE49-F238E27FC236}">
                <a16:creationId xmlns:a16="http://schemas.microsoft.com/office/drawing/2014/main" id="{54AB8E74-6891-4912-8C19-F3D20D1581BD}"/>
              </a:ext>
            </a:extLst>
          </p:cNvPr>
          <p:cNvPicPr>
            <a:picLocks xmlns:a="http://schemas.openxmlformats.org/drawingml/2006/main" noChangeAspect="1"/>
          </p:cNvPicPr>
          <p:nvPr/>
        </p:nvPicPr>
        <p:blipFill>
          <a:blip xmlns:r="http://schemas.openxmlformats.org/officeDocument/2006/relationships" xmlns:a="http://schemas.openxmlformats.org/drawingml/2006/main" r:embed="Rc8338ce4f505412b"/>
          <a:stretch xmlns:a="http://schemas.openxmlformats.org/drawingml/2006/main"/>
        </p:blipFill>
        <p:spPr>
          <a:xfrm xmlns:a="http://schemas.openxmlformats.org/drawingml/2006/main">
            <a:off x="1515096" y="5676900"/>
            <a:ext cx="3484908" cy="428625"/>
          </a:xfrm>
          <a:prstGeom xmlns:a="http://schemas.openxmlformats.org/drawingml/2006/main" prst="rect">
            <a:avLst/>
          </a:prstGeom>
        </p:spPr>
      </p:pic>
      <p:sp>
        <p:nvSpPr>
          <p:cNvPr id="12" name="Text: h = 2.8">
            <a:extLst xmlns:a="http://schemas.openxmlformats.org/drawingml/2006/main">
              <a:ext uri="{FF2B5EF4-FFF2-40B4-BE49-F238E27FC236}">
                <a16:creationId xmlns:a16="http://schemas.microsoft.com/office/drawing/2014/main" id="{2A326541-F5E3-404D-A65C-89410BE41915}"/>
              </a:ext>
            </a:extLst>
          </p:cNvPr>
          <p:cNvSpPr>
            <a:spLocks xmlns:a="http://schemas.openxmlformats.org/drawingml/2006/main" noGrp="1"/>
          </p:cNvSpPr>
          <p:nvPr/>
        </p:nvSpPr>
        <p:spPr>
          <a:xfrm xmlns:a="http://schemas.openxmlformats.org/drawingml/2006/main">
            <a:off x="6257925" y="24288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42F3B"/>
                </a:solidFill>
                <a:latin typeface="Arial"/>
                <a:ea typeface="Arial"/>
                <a:cs typeface="Arial"/>
              </a:defRPr>
            </a:defPPr>
            <a:lvl1pPr algn="ctr">
              <a:buNone/>
              <a:defRPr sz="2325" b="1">
                <a:solidFill>
                  <a:srgbClr val="142F3B"/>
                </a:solidFill>
                <a:latin typeface="Arial"/>
                <a:ea typeface="Arial"/>
                <a:cs typeface="Arial"/>
              </a:defRPr>
            </a:lvl1pPr>
            <a:lvl2pPr algn="ctr">
              <a:buNone/>
              <a:defRPr sz="2325" b="1">
                <a:solidFill>
                  <a:srgbClr val="142F3B"/>
                </a:solidFill>
                <a:latin typeface="Arial"/>
                <a:ea typeface="Arial"/>
                <a:cs typeface="Arial"/>
              </a:defRPr>
            </a:lvl2pPr>
            <a:lvl3pPr algn="ctr">
              <a:buNone/>
              <a:defRPr sz="2325" b="1">
                <a:solidFill>
                  <a:srgbClr val="142F3B"/>
                </a:solidFill>
                <a:latin typeface="Arial"/>
                <a:ea typeface="Arial"/>
                <a:cs typeface="Arial"/>
              </a:defRPr>
            </a:lvl3pPr>
            <a:lvl4pPr algn="ctr">
              <a:buNone/>
              <a:defRPr sz="2325" b="1">
                <a:solidFill>
                  <a:srgbClr val="142F3B"/>
                </a:solidFill>
                <a:latin typeface="Arial"/>
                <a:ea typeface="Arial"/>
                <a:cs typeface="Arial"/>
              </a:defRPr>
            </a:lvl4pPr>
            <a:lvl5pPr algn="ctr">
              <a:buNone/>
              <a:defRPr sz="2325" b="1">
                <a:solidFill>
                  <a:srgbClr val="142F3B"/>
                </a:solidFill>
                <a:latin typeface="Arial"/>
                <a:ea typeface="Arial"/>
                <a:cs typeface="Arial"/>
              </a:defRPr>
            </a:lvl5pPr>
            <a:lvl6pPr algn="ctr">
              <a:buNone/>
              <a:defRPr sz="2325" b="1">
                <a:solidFill>
                  <a:srgbClr val="142F3B"/>
                </a:solidFill>
                <a:latin typeface="Arial"/>
                <a:ea typeface="Arial"/>
                <a:cs typeface="Arial"/>
              </a:defRPr>
            </a:lvl6pPr>
            <a:lvl7pPr algn="ctr">
              <a:buNone/>
              <a:defRPr sz="2325" b="1">
                <a:solidFill>
                  <a:srgbClr val="142F3B"/>
                </a:solidFill>
                <a:latin typeface="Arial"/>
                <a:ea typeface="Arial"/>
                <a:cs typeface="Arial"/>
              </a:defRPr>
            </a:lvl7pPr>
            <a:lvl8pPr algn="ctr">
              <a:buNone/>
              <a:defRPr sz="2325" b="1">
                <a:solidFill>
                  <a:srgbClr val="142F3B"/>
                </a:solidFill>
                <a:latin typeface="Arial"/>
                <a:ea typeface="Arial"/>
                <a:cs typeface="Arial"/>
              </a:defRPr>
            </a:lvl8pPr>
            <a:lvl9pPr algn="ctr">
              <a:buNone/>
              <a:defRPr sz="2325" b="1">
                <a:solidFill>
                  <a:srgbClr val="142F3B"/>
                </a:solidFill>
                <a:latin typeface="Arial"/>
                <a:ea typeface="Arial"/>
                <a:cs typeface="Arial"/>
              </a:defRPr>
            </a:lvl9pPr>
          </a:lstStyle>
          <a:p xmlns:a="http://schemas.openxmlformats.org/drawingml/2006/main">
            <a:pPr algn="ctr">
              <a:buNone/>
              <a:defRPr sz="2325" b="1">
                <a:solidFill>
                  <a:srgbClr val="142F3B"/>
                </a:solidFill>
                <a:latin typeface="Arial"/>
                <a:ea typeface="Arial"/>
                <a:cs typeface="Arial"/>
              </a:defRPr>
            </a:pPr>
            <a:r>
              <a:rPr sz="2325" b="1">
                <a:solidFill>
                  <a:srgbClr val="142F3B"/>
                </a:solidFill>
                <a:latin typeface="Arial"/>
                <a:ea typeface="Arial"/>
                <a:cs typeface="Arial"/>
              </a:rPr>
              <a:t>h = 2.8</a:t>
            </a:r>
          </a:p>
        </p:txBody>
      </p:sp>
      <p:graphicFrame>
        <p:nvGraphicFramePr>
          <p:cNvPr id="13" name="Chart">
            <a:extLst xmlns:a="http://schemas.openxmlformats.org/drawingml/2006/main">
              <a:ext uri="{FF2B5EF4-FFF2-40B4-BE49-F238E27FC236}">
                <a16:creationId xmlns:a16="http://schemas.microsoft.com/office/drawing/2014/main" id="{457ACA7F-B6EF-4FF5-B1EF-233008D6DC77}"/>
              </a:ext>
            </a:extLst>
          </p:cNvPr>
          <p:cNvGraphicFramePr/>
          <p:nvPr/>
        </p:nvGraphicFramePr>
        <p:xfrm>
          <a:off xmlns:a="http://schemas.openxmlformats.org/drawingml/2006/main" x="6715125" y="2952750"/>
          <a:ext xmlns:a="http://schemas.openxmlformats.org/drawingml/2006/main" cx="4876800" cy="2266950"/>
        </p:xfrm>
        <a:graphic xmlns:a="http://schemas.openxmlformats.org/drawingml/2006/main">
          <a:graphicData uri="http://schemas.openxmlformats.org/drawingml/2006/chart">
            <c:chart xmlns:r="http://schemas.openxmlformats.org/officeDocument/2006/relationships" xmlns:c="http://schemas.openxmlformats.org/drawingml/2006/chart" r:id="R48c2b6c71e1e4e97"/>
          </a:graphicData>
        </a:graphic>
      </p:graphicFrame>
      <p:pic>
        <p:nvPicPr>
          <p:cNvPr id="14" name="图片 13">
            <a:extLst xmlns:a="http://schemas.openxmlformats.org/drawingml/2006/main">
              <a:ext uri="{FF2B5EF4-FFF2-40B4-BE49-F238E27FC236}">
                <a16:creationId xmlns:a16="http://schemas.microsoft.com/office/drawing/2014/main" id="{E226FA4D-A631-49A0-9CFC-B15FC16BC05F}"/>
              </a:ext>
            </a:extLst>
          </p:cNvPr>
          <p:cNvPicPr>
            <a:picLocks xmlns:a="http://schemas.openxmlformats.org/drawingml/2006/main" noChangeAspect="1"/>
          </p:cNvPicPr>
          <p:nvPr/>
        </p:nvPicPr>
        <p:blipFill>
          <a:blip xmlns:r="http://schemas.openxmlformats.org/officeDocument/2006/relationships" xmlns:a="http://schemas.openxmlformats.org/drawingml/2006/main" r:embed="Rcd28176c53df40fd"/>
          <a:stretch xmlns:a="http://schemas.openxmlformats.org/drawingml/2006/main"/>
        </p:blipFill>
        <p:spPr>
          <a:xfrm xmlns:a="http://schemas.openxmlformats.org/drawingml/2006/main">
            <a:off x="8274473" y="5229225"/>
            <a:ext cx="1929553" cy="409575"/>
          </a:xfrm>
          <a:prstGeom xmlns:a="http://schemas.openxmlformats.org/drawingml/2006/main" prst="rect">
            <a:avLst/>
          </a:prstGeom>
        </p:spPr>
      </p:pic>
      <p:pic>
        <p:nvPicPr>
          <p:cNvPr id="15" name="图片 14">
            <a:extLst xmlns:a="http://schemas.openxmlformats.org/drawingml/2006/main">
              <a:ext uri="{FF2B5EF4-FFF2-40B4-BE49-F238E27FC236}">
                <a16:creationId xmlns:a16="http://schemas.microsoft.com/office/drawing/2014/main" id="{7B1683F2-216F-4F38-9A9D-D1B663B122EC}"/>
              </a:ext>
            </a:extLst>
          </p:cNvPr>
          <p:cNvPicPr>
            <a:picLocks xmlns:a="http://schemas.openxmlformats.org/drawingml/2006/main" noChangeAspect="1"/>
          </p:cNvPicPr>
          <p:nvPr/>
        </p:nvPicPr>
        <p:blipFill>
          <a:blip xmlns:r="http://schemas.openxmlformats.org/officeDocument/2006/relationships" xmlns:a="http://schemas.openxmlformats.org/drawingml/2006/main" r:embed="Rcbcc5703465249d9"/>
          <a:stretch xmlns:a="http://schemas.openxmlformats.org/drawingml/2006/main"/>
        </p:blipFill>
        <p:spPr>
          <a:xfrm xmlns:a="http://schemas.openxmlformats.org/drawingml/2006/main">
            <a:off x="6160368" y="3365556"/>
            <a:ext cx="442764" cy="1441337"/>
          </a:xfrm>
          <a:prstGeom xmlns:a="http://schemas.openxmlformats.org/drawingml/2006/main" prst="rect">
            <a:avLst/>
          </a:prstGeom>
        </p:spPr>
      </p:pic>
      <p:pic>
        <p:nvPicPr>
          <p:cNvPr id="16" name="图片 15">
            <a:extLst xmlns:a="http://schemas.openxmlformats.org/drawingml/2006/main">
              <a:ext uri="{FF2B5EF4-FFF2-40B4-BE49-F238E27FC236}">
                <a16:creationId xmlns:a16="http://schemas.microsoft.com/office/drawing/2014/main" id="{B9EBC015-D54C-4502-A539-81EDFE5104F2}"/>
              </a:ext>
            </a:extLst>
          </p:cNvPr>
          <p:cNvPicPr>
            <a:picLocks xmlns:a="http://schemas.openxmlformats.org/drawingml/2006/main" noChangeAspect="1"/>
          </p:cNvPicPr>
          <p:nvPr/>
        </p:nvPicPr>
        <p:blipFill>
          <a:blip xmlns:r="http://schemas.openxmlformats.org/officeDocument/2006/relationships" xmlns:a="http://schemas.openxmlformats.org/drawingml/2006/main" r:embed="R4afc61f536224ca4"/>
          <a:stretch xmlns:a="http://schemas.openxmlformats.org/drawingml/2006/main"/>
        </p:blipFill>
        <p:spPr>
          <a:xfrm xmlns:a="http://schemas.openxmlformats.org/drawingml/2006/main">
            <a:off x="7182471" y="5676900"/>
            <a:ext cx="3484908" cy="42862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AD67BD29-73EF-4E10-9990-06AEC1EEB865}"/>
              </a:ext>
            </a:extLst>
          </p:cNvPr>
          <p:cNvPicPr>
            <a:picLocks xmlns:a="http://schemas.openxmlformats.org/drawingml/2006/main" noChangeAspect="1"/>
          </p:cNvPicPr>
          <p:nvPr/>
        </p:nvPicPr>
        <p:blipFill>
          <a:blip xmlns:r="http://schemas.openxmlformats.org/officeDocument/2006/relationships" xmlns:a="http://schemas.openxmlformats.org/drawingml/2006/main" r:embed="Re6df2617fbf841d3"/>
          <a:stretch xmlns:a="http://schemas.openxmlformats.org/drawingml/2006/main"/>
        </p:blipFill>
        <p:spPr>
          <a:xfrm xmlns:a="http://schemas.openxmlformats.org/drawingml/2006/main">
            <a:off x="2588236" y="1285875"/>
            <a:ext cx="7015529" cy="476250"/>
          </a:xfrm>
          <a:prstGeom xmlns:a="http://schemas.openxmlformats.org/drawingml/2006/main" prst="rect">
            <a:avLst/>
          </a:prstGeom>
        </p:spPr>
      </p:pic>
    </p:spTree>
    <p:extLst>
      <p:ext uri="{BB962C8B-B14F-4D97-AF65-F5344CB8AC3E}">
        <p14:creationId xmlns:p14="http://schemas.microsoft.com/office/powerpoint/2010/main" val="1683833464"/>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3" name="Text: At h = 3.1, the same small disturbance grows">
            <a:extLst xmlns:a="http://schemas.openxmlformats.org/drawingml/2006/main">
              <a:ext uri="{FF2B5EF4-FFF2-40B4-BE49-F238E27FC236}">
                <a16:creationId xmlns:a16="http://schemas.microsoft.com/office/drawing/2014/main" id="{82A01DC5-2D78-4E2E-9E8C-93DEF0596AC5}"/>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The same small disturbance can grow</a:t>
            </a:r>
          </a:p>
        </p:txBody>
      </p:sp>
      <p:sp>
        <p:nvSpPr>
          <p:cNvPr id="2" name="Text: 11">
            <a:extLst xmlns:a="http://schemas.openxmlformats.org/drawingml/2006/main">
              <a:ext uri="{FF2B5EF4-FFF2-40B4-BE49-F238E27FC236}">
                <a16:creationId xmlns:a16="http://schemas.microsoft.com/office/drawing/2014/main" id="{BCF611F3-DEC7-4639-9E1B-A43ED938E64C}"/>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11</a:t>
            </a:r>
          </a:p>
        </p:txBody>
      </p:sp>
      <p:sp>
        <p:nvSpPr>
          <p:cNvPr id="3" name="Text: 04 Stability">
            <a:extLst xmlns:a="http://schemas.openxmlformats.org/drawingml/2006/main">
              <a:ext uri="{FF2B5EF4-FFF2-40B4-BE49-F238E27FC236}">
                <a16:creationId xmlns:a16="http://schemas.microsoft.com/office/drawing/2014/main" id="{2BEFB86B-1013-4DFF-9865-67C600FD1910}"/>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04 Stability</a:t>
            </a:r>
          </a:p>
        </p:txBody>
      </p:sp>
      <p:pic>
        <p:nvPicPr>
          <p:cNvPr id="5" name="图片 4">
            <a:extLst xmlns:a="http://schemas.openxmlformats.org/drawingml/2006/main">
              <a:ext uri="{FF2B5EF4-FFF2-40B4-BE49-F238E27FC236}">
                <a16:creationId xmlns:a16="http://schemas.microsoft.com/office/drawing/2014/main" id="{8138AA36-46EE-42BB-859B-65168E0630F6}"/>
              </a:ext>
            </a:extLst>
          </p:cNvPr>
          <p:cNvPicPr>
            <a:picLocks xmlns:a="http://schemas.openxmlformats.org/drawingml/2006/main" noChangeAspect="1"/>
          </p:cNvPicPr>
          <p:nvPr/>
        </p:nvPicPr>
        <p:blipFill>
          <a:blip xmlns:r="http://schemas.openxmlformats.org/officeDocument/2006/relationships" xmlns:a="http://schemas.openxmlformats.org/drawingml/2006/main" r:embed="R47896bf369db4cab"/>
          <a:stretch xmlns:a="http://schemas.openxmlformats.org/drawingml/2006/main"/>
        </p:blipFill>
        <p:spPr>
          <a:xfrm xmlns:a="http://schemas.openxmlformats.org/drawingml/2006/main">
            <a:off x="1732934" y="1858640"/>
            <a:ext cx="1677632" cy="511820"/>
          </a:xfrm>
          <a:prstGeom xmlns:a="http://schemas.openxmlformats.org/drawingml/2006/main" prst="rect">
            <a:avLst/>
          </a:prstGeom>
        </p:spPr>
      </p:pic>
      <p:pic>
        <p:nvPicPr>
          <p:cNvPr id="6" name="图片 5">
            <a:extLst xmlns:a="http://schemas.openxmlformats.org/drawingml/2006/main">
              <a:ext uri="{FF2B5EF4-FFF2-40B4-BE49-F238E27FC236}">
                <a16:creationId xmlns:a16="http://schemas.microsoft.com/office/drawing/2014/main" id="{806F51D8-3186-4370-AAE7-C61F960A29A9}"/>
              </a:ext>
            </a:extLst>
          </p:cNvPr>
          <p:cNvPicPr>
            <a:picLocks xmlns:a="http://schemas.openxmlformats.org/drawingml/2006/main" noChangeAspect="1"/>
          </p:cNvPicPr>
          <p:nvPr/>
        </p:nvPicPr>
        <p:blipFill>
          <a:blip xmlns:r="http://schemas.openxmlformats.org/officeDocument/2006/relationships" xmlns:a="http://schemas.openxmlformats.org/drawingml/2006/main" r:embed="Rbdd8b724a0ad4b97"/>
          <a:stretch xmlns:a="http://schemas.openxmlformats.org/drawingml/2006/main"/>
        </p:blipFill>
        <p:spPr>
          <a:xfrm xmlns:a="http://schemas.openxmlformats.org/drawingml/2006/main">
            <a:off x="4948441" y="1858640"/>
            <a:ext cx="2009367" cy="511820"/>
          </a:xfrm>
          <a:prstGeom xmlns:a="http://schemas.openxmlformats.org/drawingml/2006/main" prst="rect">
            <a:avLst/>
          </a:prstGeom>
        </p:spPr>
      </p:pic>
      <p:graphicFrame>
        <p:nvGraphicFramePr>
          <p:cNvPr id="7" name="Chart">
            <a:extLst xmlns:a="http://schemas.openxmlformats.org/drawingml/2006/main">
              <a:ext uri="{FF2B5EF4-FFF2-40B4-BE49-F238E27FC236}">
                <a16:creationId xmlns:a16="http://schemas.microsoft.com/office/drawing/2014/main" id="{57A2B041-8BA9-4C35-9D11-2D6420E420F2}"/>
              </a:ext>
            </a:extLst>
          </p:cNvPr>
          <p:cNvGraphicFramePr/>
          <p:nvPr/>
        </p:nvGraphicFramePr>
        <p:xfrm>
          <a:off xmlns:a="http://schemas.openxmlformats.org/drawingml/2006/main" x="1085850" y="2914650"/>
          <a:ext xmlns:a="http://schemas.openxmlformats.org/drawingml/2006/main" cx="6734175" cy="2381250"/>
        </p:xfrm>
        <a:graphic xmlns:a="http://schemas.openxmlformats.org/drawingml/2006/main">
          <a:graphicData uri="http://schemas.openxmlformats.org/drawingml/2006/chart">
            <c:chart xmlns:r="http://schemas.openxmlformats.org/officeDocument/2006/relationships" xmlns:c="http://schemas.openxmlformats.org/drawingml/2006/chart" r:id="R7b3ab51a84c04ef1"/>
          </a:graphicData>
        </a:graphic>
      </p:graphicFrame>
      <p:pic>
        <p:nvPicPr>
          <p:cNvPr id="8" name="图片 7">
            <a:extLst xmlns:a="http://schemas.openxmlformats.org/drawingml/2006/main">
              <a:ext uri="{FF2B5EF4-FFF2-40B4-BE49-F238E27FC236}">
                <a16:creationId xmlns:a16="http://schemas.microsoft.com/office/drawing/2014/main" id="{5CA57261-E27D-4786-8637-07EC4E05F302}"/>
              </a:ext>
            </a:extLst>
          </p:cNvPr>
          <p:cNvPicPr>
            <a:picLocks xmlns:a="http://schemas.openxmlformats.org/drawingml/2006/main" noChangeAspect="1"/>
          </p:cNvPicPr>
          <p:nvPr/>
        </p:nvPicPr>
        <p:blipFill>
          <a:blip xmlns:r="http://schemas.openxmlformats.org/officeDocument/2006/relationships" xmlns:a="http://schemas.openxmlformats.org/drawingml/2006/main" r:embed="Rfcff15b56799403a"/>
          <a:stretch xmlns:a="http://schemas.openxmlformats.org/drawingml/2006/main"/>
        </p:blipFill>
        <p:spPr>
          <a:xfrm xmlns:a="http://schemas.openxmlformats.org/drawingml/2006/main">
            <a:off x="3573875" y="5324475"/>
            <a:ext cx="1929575" cy="409575"/>
          </a:xfrm>
          <a:prstGeom xmlns:a="http://schemas.openxmlformats.org/drawingml/2006/main" prst="rect">
            <a:avLst/>
          </a:prstGeom>
        </p:spPr>
      </p:pic>
      <p:pic>
        <p:nvPicPr>
          <p:cNvPr id="9" name="图片 8">
            <a:extLst xmlns:a="http://schemas.openxmlformats.org/drawingml/2006/main">
              <a:ext uri="{FF2B5EF4-FFF2-40B4-BE49-F238E27FC236}">
                <a16:creationId xmlns:a16="http://schemas.microsoft.com/office/drawing/2014/main" id="{9616E941-4B9D-40D3-B886-6907F3D2788F}"/>
              </a:ext>
            </a:extLst>
          </p:cNvPr>
          <p:cNvPicPr>
            <a:picLocks xmlns:a="http://schemas.openxmlformats.org/drawingml/2006/main" noChangeAspect="1"/>
          </p:cNvPicPr>
          <p:nvPr/>
        </p:nvPicPr>
        <p:blipFill>
          <a:blip xmlns:r="http://schemas.openxmlformats.org/officeDocument/2006/relationships" xmlns:a="http://schemas.openxmlformats.org/drawingml/2006/main" r:embed="R93195a0ddf314956"/>
          <a:stretch xmlns:a="http://schemas.openxmlformats.org/drawingml/2006/main"/>
        </p:blipFill>
        <p:spPr>
          <a:xfrm xmlns:a="http://schemas.openxmlformats.org/drawingml/2006/main">
            <a:off x="531114" y="3143250"/>
            <a:ext cx="442722" cy="1921764"/>
          </a:xfrm>
          <a:prstGeom xmlns:a="http://schemas.openxmlformats.org/drawingml/2006/main" prst="rect">
            <a:avLst/>
          </a:prstGeom>
        </p:spPr>
      </p:pic>
      <p:sp>
        <p:nvSpPr>
          <p:cNvPr id="10" name="Text: More sensitive investment&#10;changes ATP spendin">
            <a:extLst xmlns:a="http://schemas.openxmlformats.org/drawingml/2006/main">
              <a:ext uri="{FF2B5EF4-FFF2-40B4-BE49-F238E27FC236}">
                <a16:creationId xmlns:a16="http://schemas.microsoft.com/office/drawing/2014/main" id="{7F4DD0A2-3043-4473-B7CF-B966C97A5B76}"/>
              </a:ext>
            </a:extLst>
          </p:cNvPr>
          <p:cNvSpPr>
            <a:spLocks xmlns:a="http://schemas.openxmlformats.org/drawingml/2006/main" noGrp="1"/>
          </p:cNvSpPr>
          <p:nvPr/>
        </p:nvSpPr>
        <p:spPr>
          <a:xfrm xmlns:a="http://schemas.openxmlformats.org/drawingml/2006/main">
            <a:off x="8134350" y="2581275"/>
            <a:ext cx="34194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F3B"/>
                </a:solidFill>
                <a:latin typeface="Arial"/>
                <a:ea typeface="Arial"/>
                <a:cs typeface="Arial"/>
              </a:defRPr>
            </a:defPPr>
            <a:lvl1pPr algn="l">
              <a:buNone/>
              <a:defRPr sz="2100" b="1">
                <a:solidFill>
                  <a:srgbClr val="142F3B"/>
                </a:solidFill>
                <a:latin typeface="Arial"/>
                <a:ea typeface="Arial"/>
                <a:cs typeface="Arial"/>
              </a:defRPr>
            </a:lvl1pPr>
            <a:lvl2pPr algn="l">
              <a:buNone/>
              <a:defRPr sz="2100" b="1">
                <a:solidFill>
                  <a:srgbClr val="142F3B"/>
                </a:solidFill>
                <a:latin typeface="Arial"/>
                <a:ea typeface="Arial"/>
                <a:cs typeface="Arial"/>
              </a:defRPr>
            </a:lvl2pPr>
            <a:lvl3pPr algn="l">
              <a:buNone/>
              <a:defRPr sz="2100" b="1">
                <a:solidFill>
                  <a:srgbClr val="142F3B"/>
                </a:solidFill>
                <a:latin typeface="Arial"/>
                <a:ea typeface="Arial"/>
                <a:cs typeface="Arial"/>
              </a:defRPr>
            </a:lvl3pPr>
            <a:lvl4pPr algn="l">
              <a:buNone/>
              <a:defRPr sz="2100" b="1">
                <a:solidFill>
                  <a:srgbClr val="142F3B"/>
                </a:solidFill>
                <a:latin typeface="Arial"/>
                <a:ea typeface="Arial"/>
                <a:cs typeface="Arial"/>
              </a:defRPr>
            </a:lvl4pPr>
            <a:lvl5pPr algn="l">
              <a:buNone/>
              <a:defRPr sz="2100" b="1">
                <a:solidFill>
                  <a:srgbClr val="142F3B"/>
                </a:solidFill>
                <a:latin typeface="Arial"/>
                <a:ea typeface="Arial"/>
                <a:cs typeface="Arial"/>
              </a:defRPr>
            </a:lvl5pPr>
            <a:lvl6pPr algn="l">
              <a:buNone/>
              <a:defRPr sz="2100" b="1">
                <a:solidFill>
                  <a:srgbClr val="142F3B"/>
                </a:solidFill>
                <a:latin typeface="Arial"/>
                <a:ea typeface="Arial"/>
                <a:cs typeface="Arial"/>
              </a:defRPr>
            </a:lvl6pPr>
            <a:lvl7pPr algn="l">
              <a:buNone/>
              <a:defRPr sz="2100" b="1">
                <a:solidFill>
                  <a:srgbClr val="142F3B"/>
                </a:solidFill>
                <a:latin typeface="Arial"/>
                <a:ea typeface="Arial"/>
                <a:cs typeface="Arial"/>
              </a:defRPr>
            </a:lvl7pPr>
            <a:lvl8pPr algn="l">
              <a:buNone/>
              <a:defRPr sz="2100" b="1">
                <a:solidFill>
                  <a:srgbClr val="142F3B"/>
                </a:solidFill>
                <a:latin typeface="Arial"/>
                <a:ea typeface="Arial"/>
                <a:cs typeface="Arial"/>
              </a:defRPr>
            </a:lvl8pPr>
            <a:lvl9pPr algn="l">
              <a:buNone/>
              <a:defRPr sz="2100" b="1">
                <a:solidFill>
                  <a:srgbClr val="142F3B"/>
                </a:solidFill>
                <a:latin typeface="Arial"/>
                <a:ea typeface="Arial"/>
                <a:cs typeface="Arial"/>
              </a:defRPr>
            </a:lvl9pPr>
          </a:lstStyle>
          <a:p xmlns:a="http://schemas.openxmlformats.org/drawingml/2006/main">
            <a:pPr algn="l">
              <a:buNone/>
              <a:defRPr sz="2100" b="1">
                <a:solidFill>
                  <a:srgbClr val="142F3B"/>
                </a:solidFill>
                <a:latin typeface="Arial"/>
                <a:ea typeface="Arial"/>
                <a:cs typeface="Arial"/>
              </a:defRPr>
            </a:pPr>
            <a:r>
              <a:rPr sz="2100" b="1">
                <a:solidFill>
                  <a:srgbClr val="142F3B"/>
                </a:solidFill>
                <a:latin typeface="Arial"/>
                <a:ea typeface="Arial"/>
                <a:cs typeface="Arial"/>
              </a:rPr>
              <a:t>More sensitive investment</a:t>
            </a:r>
          </a:p>
          <a:p xmlns:a="http://schemas.openxmlformats.org/drawingml/2006/main">
            <a:pPr algn="l">
              <a:buNone/>
              <a:defRPr sz="2100" b="1">
                <a:solidFill>
                  <a:srgbClr val="142F3B"/>
                </a:solidFill>
                <a:latin typeface="Arial"/>
                <a:ea typeface="Arial"/>
                <a:cs typeface="Arial"/>
              </a:defRPr>
            </a:pPr>
            <a:r>
              <a:rPr sz="2100" b="1">
                <a:solidFill>
                  <a:srgbClr val="142F3B"/>
                </a:solidFill>
                <a:latin typeface="Arial"/>
                <a:ea typeface="Arial"/>
                <a:cs typeface="Arial"/>
              </a:rPr>
              <a:t>changes ATP spending</a:t>
            </a:r>
          </a:p>
          <a:p xmlns:a="http://schemas.openxmlformats.org/drawingml/2006/main">
            <a:pPr algn="l">
              <a:buNone/>
              <a:defRPr sz="2100" b="1">
                <a:solidFill>
                  <a:srgbClr val="142F3B"/>
                </a:solidFill>
                <a:latin typeface="Arial"/>
                <a:ea typeface="Arial"/>
                <a:cs typeface="Arial"/>
              </a:defRPr>
            </a:pPr>
            <a:r>
              <a:rPr sz="2100" b="1">
                <a:solidFill>
                  <a:srgbClr val="142F3B"/>
                </a:solidFill>
                <a:latin typeface="Arial"/>
                <a:ea typeface="Arial"/>
                <a:cs typeface="Arial"/>
              </a:rPr>
              <a:t>more strongly.</a:t>
            </a:r>
          </a:p>
        </p:txBody>
      </p:sp>
      <p:sp>
        <p:nvSpPr>
          <p:cNvPr id="11" name="Text: I changes the later payoff.&#10;Here, the coupled">
            <a:extLst xmlns:a="http://schemas.openxmlformats.org/drawingml/2006/main">
              <a:ext uri="{FF2B5EF4-FFF2-40B4-BE49-F238E27FC236}">
                <a16:creationId xmlns:a16="http://schemas.microsoft.com/office/drawing/2014/main" id="{022B9B50-EF14-49A1-9E72-2A6B2ECC602D}"/>
              </a:ext>
            </a:extLst>
          </p:cNvPr>
          <p:cNvSpPr>
            <a:spLocks xmlns:a="http://schemas.openxmlformats.org/drawingml/2006/main" noGrp="1"/>
          </p:cNvSpPr>
          <p:nvPr/>
        </p:nvSpPr>
        <p:spPr>
          <a:xfrm xmlns:a="http://schemas.openxmlformats.org/drawingml/2006/main">
            <a:off x="8134350" y="4000500"/>
            <a:ext cx="3419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F3B"/>
                </a:solidFill>
                <a:latin typeface="Arial"/>
                <a:ea typeface="Arial"/>
                <a:cs typeface="Arial"/>
              </a:defRPr>
            </a:defPPr>
            <a:lvl1pPr algn="l">
              <a:buNone/>
              <a:defRPr sz="2025" b="0">
                <a:solidFill>
                  <a:srgbClr val="142F3B"/>
                </a:solidFill>
                <a:latin typeface="Arial"/>
                <a:ea typeface="Arial"/>
                <a:cs typeface="Arial"/>
              </a:defRPr>
            </a:lvl1pPr>
            <a:lvl2pPr algn="l">
              <a:buNone/>
              <a:defRPr sz="2025" b="0">
                <a:solidFill>
                  <a:srgbClr val="142F3B"/>
                </a:solidFill>
                <a:latin typeface="Arial"/>
                <a:ea typeface="Arial"/>
                <a:cs typeface="Arial"/>
              </a:defRPr>
            </a:lvl2pPr>
            <a:lvl3pPr algn="l">
              <a:buNone/>
              <a:defRPr sz="2025" b="0">
                <a:solidFill>
                  <a:srgbClr val="142F3B"/>
                </a:solidFill>
                <a:latin typeface="Arial"/>
                <a:ea typeface="Arial"/>
                <a:cs typeface="Arial"/>
              </a:defRPr>
            </a:lvl3pPr>
            <a:lvl4pPr algn="l">
              <a:buNone/>
              <a:defRPr sz="2025" b="0">
                <a:solidFill>
                  <a:srgbClr val="142F3B"/>
                </a:solidFill>
                <a:latin typeface="Arial"/>
                <a:ea typeface="Arial"/>
                <a:cs typeface="Arial"/>
              </a:defRPr>
            </a:lvl4pPr>
            <a:lvl5pPr algn="l">
              <a:buNone/>
              <a:defRPr sz="2025" b="0">
                <a:solidFill>
                  <a:srgbClr val="142F3B"/>
                </a:solidFill>
                <a:latin typeface="Arial"/>
                <a:ea typeface="Arial"/>
                <a:cs typeface="Arial"/>
              </a:defRPr>
            </a:lvl5pPr>
            <a:lvl6pPr algn="l">
              <a:buNone/>
              <a:defRPr sz="2025" b="0">
                <a:solidFill>
                  <a:srgbClr val="142F3B"/>
                </a:solidFill>
                <a:latin typeface="Arial"/>
                <a:ea typeface="Arial"/>
                <a:cs typeface="Arial"/>
              </a:defRPr>
            </a:lvl6pPr>
            <a:lvl7pPr algn="l">
              <a:buNone/>
              <a:defRPr sz="2025" b="0">
                <a:solidFill>
                  <a:srgbClr val="142F3B"/>
                </a:solidFill>
                <a:latin typeface="Arial"/>
                <a:ea typeface="Arial"/>
                <a:cs typeface="Arial"/>
              </a:defRPr>
            </a:lvl7pPr>
            <a:lvl8pPr algn="l">
              <a:buNone/>
              <a:defRPr sz="2025" b="0">
                <a:solidFill>
                  <a:srgbClr val="142F3B"/>
                </a:solidFill>
                <a:latin typeface="Arial"/>
                <a:ea typeface="Arial"/>
                <a:cs typeface="Arial"/>
              </a:defRPr>
            </a:lvl8pPr>
            <a:lvl9pPr algn="l">
              <a:buNone/>
              <a:defRPr sz="2025" b="0">
                <a:solidFill>
                  <a:srgbClr val="142F3B"/>
                </a:solidFill>
                <a:latin typeface="Arial"/>
                <a:ea typeface="Arial"/>
                <a:cs typeface="Arial"/>
              </a:defRPr>
            </a:lvl9pPr>
          </a:lstStyle>
          <a:p xmlns:a="http://schemas.openxmlformats.org/drawingml/2006/main">
            <a:pPr algn="l">
              <a:buNone/>
              <a:defRPr sz="2025" b="0">
                <a:solidFill>
                  <a:srgbClr val="142F3B"/>
                </a:solidFill>
                <a:latin typeface="Arial"/>
                <a:ea typeface="Arial"/>
                <a:cs typeface="Arial"/>
              </a:defRPr>
            </a:pPr>
            <a:r>
              <a:rPr sz="2025" b="0">
                <a:solidFill>
                  <a:srgbClr val="142F3B"/>
                </a:solidFill>
                <a:latin typeface="Arial"/>
                <a:ea typeface="Arial"/>
                <a:cs typeface="Arial"/>
              </a:rPr>
              <a:t>I changes the later payoff.</a:t>
            </a:r>
          </a:p>
          <a:p xmlns:a="http://schemas.openxmlformats.org/drawingml/2006/main">
            <a:pPr algn="l">
              <a:buNone/>
              <a:defRPr sz="2025" b="0">
                <a:solidFill>
                  <a:srgbClr val="142F3B"/>
                </a:solidFill>
                <a:latin typeface="Arial"/>
                <a:ea typeface="Arial"/>
                <a:cs typeface="Arial"/>
              </a:defRPr>
            </a:pPr>
            <a:r>
              <a:rPr sz="2025" b="0">
                <a:solidFill>
                  <a:srgbClr val="142F3B"/>
                </a:solidFill>
                <a:latin typeface="Arial"/>
                <a:ea typeface="Arial"/>
                <a:cs typeface="Arial"/>
              </a:rPr>
              <a:t>Here, the coupled response</a:t>
            </a:r>
          </a:p>
          <a:p xmlns:a="http://schemas.openxmlformats.org/drawingml/2006/main">
            <a:pPr algn="l">
              <a:buNone/>
              <a:defRPr sz="2025" b="0">
                <a:solidFill>
                  <a:srgbClr val="142F3B"/>
                </a:solidFill>
                <a:latin typeface="Arial"/>
                <a:ea typeface="Arial"/>
                <a:cs typeface="Arial"/>
              </a:defRPr>
            </a:pPr>
            <a:r>
              <a:rPr sz="2025" b="0">
                <a:solidFill>
                  <a:srgbClr val="142F3B"/>
                </a:solidFill>
                <a:latin typeface="Arial"/>
                <a:ea typeface="Arial"/>
                <a:cs typeface="Arial"/>
              </a:rPr>
              <a:t>amplifies the disturbance.</a:t>
            </a:r>
          </a:p>
        </p:txBody>
      </p:sp>
      <p:pic>
        <p:nvPicPr>
          <p:cNvPr id="14" name="">
            <a:extLst xmlns:a="http://schemas.openxmlformats.org/drawingml/2006/main">
              <a:ext uri="{FF2B5EF4-FFF2-40B4-BE49-F238E27FC236}">
                <a16:creationId xmlns:a16="http://schemas.microsoft.com/office/drawing/2014/main" id="{3F3310E5-B7F2-4DD4-ACEF-C0E6A31A1404}"/>
              </a:ext>
            </a:extLst>
          </p:cNvPr>
          <p:cNvPicPr>
            <a:picLocks xmlns:a="http://schemas.openxmlformats.org/drawingml/2006/main" noChangeAspect="1"/>
          </p:cNvPicPr>
          <p:nvPr/>
        </p:nvPicPr>
        <p:blipFill>
          <a:blip xmlns:r="http://schemas.openxmlformats.org/officeDocument/2006/relationships" xmlns:a="http://schemas.openxmlformats.org/drawingml/2006/main" r:embed="R76dcf1dfafa140c2"/>
          <a:stretch xmlns:a="http://schemas.openxmlformats.org/drawingml/2006/main"/>
        </p:blipFill>
        <p:spPr>
          <a:xfrm xmlns:a="http://schemas.openxmlformats.org/drawingml/2006/main">
            <a:off x="3956844" y="1276350"/>
            <a:ext cx="4278313" cy="466725"/>
          </a:xfrm>
          <a:prstGeom xmlns:a="http://schemas.openxmlformats.org/drawingml/2006/main" prst="rect">
            <a:avLst/>
          </a:prstGeom>
        </p:spPr>
      </p:pic>
      <p:sp>
        <p:nvSpPr>
          <p:cNvPr id="15" name="Text: h = 3.1">
            <a:extLst xmlns:a="http://schemas.openxmlformats.org/drawingml/2006/main">
              <a:ext uri="{FF2B5EF4-FFF2-40B4-BE49-F238E27FC236}">
                <a16:creationId xmlns:a16="http://schemas.microsoft.com/office/drawing/2014/main" id="{6BA98698-EB80-4E83-ACD1-28ADC74808B6}"/>
              </a:ext>
            </a:extLst>
          </p:cNvPr>
          <p:cNvSpPr>
            <a:spLocks xmlns:a="http://schemas.openxmlformats.org/drawingml/2006/main" noGrp="1"/>
          </p:cNvSpPr>
          <p:nvPr/>
        </p:nvSpPr>
        <p:spPr>
          <a:xfrm xmlns:a="http://schemas.openxmlformats.org/drawingml/2006/main">
            <a:off x="1085850" y="2390775"/>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42F3B"/>
                </a:solidFill>
                <a:latin typeface="Arial"/>
                <a:ea typeface="Arial"/>
                <a:cs typeface="Arial"/>
              </a:defRPr>
            </a:defPPr>
            <a:lvl1pPr algn="ctr">
              <a:defRPr sz="2325" b="1">
                <a:solidFill>
                  <a:srgbClr val="142F3B"/>
                </a:solidFill>
                <a:latin typeface="Arial"/>
                <a:ea typeface="Arial"/>
                <a:cs typeface="Arial"/>
              </a:defRPr>
            </a:lvl1pPr>
            <a:lvl2pPr algn="ctr">
              <a:defRPr sz="2325" b="1">
                <a:solidFill>
                  <a:srgbClr val="142F3B"/>
                </a:solidFill>
                <a:latin typeface="Arial"/>
                <a:ea typeface="Arial"/>
                <a:cs typeface="Arial"/>
              </a:defRPr>
            </a:lvl2pPr>
            <a:lvl3pPr algn="ctr">
              <a:defRPr sz="2325" b="1">
                <a:solidFill>
                  <a:srgbClr val="142F3B"/>
                </a:solidFill>
                <a:latin typeface="Arial"/>
                <a:ea typeface="Arial"/>
                <a:cs typeface="Arial"/>
              </a:defRPr>
            </a:lvl3pPr>
            <a:lvl4pPr algn="ctr">
              <a:defRPr sz="2325" b="1">
                <a:solidFill>
                  <a:srgbClr val="142F3B"/>
                </a:solidFill>
                <a:latin typeface="Arial"/>
                <a:ea typeface="Arial"/>
                <a:cs typeface="Arial"/>
              </a:defRPr>
            </a:lvl4pPr>
            <a:lvl5pPr algn="ctr">
              <a:defRPr sz="2325" b="1">
                <a:solidFill>
                  <a:srgbClr val="142F3B"/>
                </a:solidFill>
                <a:latin typeface="Arial"/>
                <a:ea typeface="Arial"/>
                <a:cs typeface="Arial"/>
              </a:defRPr>
            </a:lvl5pPr>
            <a:lvl6pPr algn="ctr">
              <a:defRPr sz="2325" b="1">
                <a:solidFill>
                  <a:srgbClr val="142F3B"/>
                </a:solidFill>
                <a:latin typeface="Arial"/>
                <a:ea typeface="Arial"/>
                <a:cs typeface="Arial"/>
              </a:defRPr>
            </a:lvl6pPr>
            <a:lvl7pPr algn="ctr">
              <a:defRPr sz="2325" b="1">
                <a:solidFill>
                  <a:srgbClr val="142F3B"/>
                </a:solidFill>
                <a:latin typeface="Arial"/>
                <a:ea typeface="Arial"/>
                <a:cs typeface="Arial"/>
              </a:defRPr>
            </a:lvl7pPr>
            <a:lvl8pPr algn="ctr">
              <a:defRPr sz="2325" b="1">
                <a:solidFill>
                  <a:srgbClr val="142F3B"/>
                </a:solidFill>
                <a:latin typeface="Arial"/>
                <a:ea typeface="Arial"/>
                <a:cs typeface="Arial"/>
              </a:defRPr>
            </a:lvl8pPr>
            <a:lvl9pPr algn="ctr">
              <a:defRPr sz="2325" b="1">
                <a:solidFill>
                  <a:srgbClr val="142F3B"/>
                </a:solidFill>
                <a:latin typeface="Arial"/>
                <a:ea typeface="Arial"/>
                <a:cs typeface="Arial"/>
              </a:defRPr>
            </a:lvl9pPr>
          </a:lstStyle>
          <a:p xmlns:a="http://schemas.openxmlformats.org/drawingml/2006/main">
            <a:pPr algn="ctr">
              <a:defRPr sz="2325" b="1">
                <a:solidFill>
                  <a:srgbClr val="142F3B"/>
                </a:solidFill>
                <a:latin typeface="Arial"/>
                <a:ea typeface="Arial"/>
                <a:cs typeface="Arial"/>
              </a:defRPr>
            </a:pPr>
            <a:r>
              <a:rPr sz="2325" b="1">
                <a:solidFill>
                  <a:srgbClr val="142F3B"/>
                </a:solidFill>
                <a:latin typeface="Arial"/>
                <a:ea typeface="Arial"/>
                <a:cs typeface="Arial"/>
              </a:rPr>
              <a:t>h = 3.1</a:t>
            </a:r>
          </a:p>
        </p:txBody>
      </p:sp>
      <p:sp>
        <p:nvSpPr>
          <p:cNvPr id="16" name="Text: The disturbance grows instead of settling.">
            <a:extLst xmlns:a="http://schemas.openxmlformats.org/drawingml/2006/main">
              <a:ext uri="{FF2B5EF4-FFF2-40B4-BE49-F238E27FC236}">
                <a16:creationId xmlns:a16="http://schemas.microsoft.com/office/drawing/2014/main" id="{B7F39433-A679-4C97-A676-EAB43EFB2485}"/>
              </a:ext>
            </a:extLst>
          </p:cNvPr>
          <p:cNvSpPr>
            <a:spLocks xmlns:a="http://schemas.openxmlformats.org/drawingml/2006/main" noGrp="1"/>
          </p:cNvSpPr>
          <p:nvPr/>
        </p:nvSpPr>
        <p:spPr>
          <a:xfrm xmlns:a="http://schemas.openxmlformats.org/drawingml/2006/main">
            <a:off x="762000" y="6076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65C2A"/>
                </a:solidFill>
                <a:latin typeface="Arial"/>
                <a:ea typeface="Arial"/>
                <a:cs typeface="Arial"/>
              </a:defRPr>
            </a:defPPr>
            <a:lvl1pPr algn="l">
              <a:defRPr sz="1875" b="1">
                <a:solidFill>
                  <a:srgbClr val="C65C2A"/>
                </a:solidFill>
                <a:latin typeface="Arial"/>
                <a:ea typeface="Arial"/>
                <a:cs typeface="Arial"/>
              </a:defRPr>
            </a:lvl1pPr>
            <a:lvl2pPr algn="l">
              <a:defRPr sz="1875" b="1">
                <a:solidFill>
                  <a:srgbClr val="C65C2A"/>
                </a:solidFill>
                <a:latin typeface="Arial"/>
                <a:ea typeface="Arial"/>
                <a:cs typeface="Arial"/>
              </a:defRPr>
            </a:lvl2pPr>
            <a:lvl3pPr algn="l">
              <a:defRPr sz="1875" b="1">
                <a:solidFill>
                  <a:srgbClr val="C65C2A"/>
                </a:solidFill>
                <a:latin typeface="Arial"/>
                <a:ea typeface="Arial"/>
                <a:cs typeface="Arial"/>
              </a:defRPr>
            </a:lvl3pPr>
            <a:lvl4pPr algn="l">
              <a:defRPr sz="1875" b="1">
                <a:solidFill>
                  <a:srgbClr val="C65C2A"/>
                </a:solidFill>
                <a:latin typeface="Arial"/>
                <a:ea typeface="Arial"/>
                <a:cs typeface="Arial"/>
              </a:defRPr>
            </a:lvl4pPr>
            <a:lvl5pPr algn="l">
              <a:defRPr sz="1875" b="1">
                <a:solidFill>
                  <a:srgbClr val="C65C2A"/>
                </a:solidFill>
                <a:latin typeface="Arial"/>
                <a:ea typeface="Arial"/>
                <a:cs typeface="Arial"/>
              </a:defRPr>
            </a:lvl5pPr>
            <a:lvl6pPr algn="l">
              <a:defRPr sz="1875" b="1">
                <a:solidFill>
                  <a:srgbClr val="C65C2A"/>
                </a:solidFill>
                <a:latin typeface="Arial"/>
                <a:ea typeface="Arial"/>
                <a:cs typeface="Arial"/>
              </a:defRPr>
            </a:lvl6pPr>
            <a:lvl7pPr algn="l">
              <a:defRPr sz="1875" b="1">
                <a:solidFill>
                  <a:srgbClr val="C65C2A"/>
                </a:solidFill>
                <a:latin typeface="Arial"/>
                <a:ea typeface="Arial"/>
                <a:cs typeface="Arial"/>
              </a:defRPr>
            </a:lvl7pPr>
            <a:lvl8pPr algn="l">
              <a:defRPr sz="1875" b="1">
                <a:solidFill>
                  <a:srgbClr val="C65C2A"/>
                </a:solidFill>
                <a:latin typeface="Arial"/>
                <a:ea typeface="Arial"/>
                <a:cs typeface="Arial"/>
              </a:defRPr>
            </a:lvl8pPr>
            <a:lvl9pPr algn="l">
              <a:defRPr sz="1875" b="1">
                <a:solidFill>
                  <a:srgbClr val="C65C2A"/>
                </a:solidFill>
                <a:latin typeface="Arial"/>
                <a:ea typeface="Arial"/>
                <a:cs typeface="Arial"/>
              </a:defRPr>
            </a:lvl9pPr>
          </a:lstStyle>
          <a:p xmlns:a="http://schemas.openxmlformats.org/drawingml/2006/main">
            <a:pPr algn="l">
              <a:defRPr sz="1875" b="1">
                <a:solidFill>
                  <a:srgbClr val="C65C2A"/>
                </a:solidFill>
                <a:latin typeface="Arial"/>
                <a:ea typeface="Arial"/>
                <a:cs typeface="Arial"/>
              </a:defRPr>
            </a:pPr>
            <a:r>
              <a:rPr sz="1875" b="1">
                <a:solidFill>
                  <a:srgbClr val="C65C2A"/>
                </a:solidFill>
                <a:latin typeface="Arial"/>
                <a:ea typeface="Arial"/>
                <a:cs typeface="Arial"/>
              </a:rPr>
              <a:t>The disturbance grows instead of settling.</a:t>
            </a:r>
          </a:p>
        </p:txBody>
      </p:sp>
    </p:spTree>
    <p:extLst>
      <p:ext uri="{BB962C8B-B14F-4D97-AF65-F5344CB8AC3E}">
        <p14:creationId xmlns:p14="http://schemas.microsoft.com/office/powerpoint/2010/main" val="2112693673"/>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9" name="Text: The Jacobian explains decay and growth">
            <a:extLst xmlns:a="http://schemas.openxmlformats.org/drawingml/2006/main">
              <a:ext uri="{FF2B5EF4-FFF2-40B4-BE49-F238E27FC236}">
                <a16:creationId xmlns:a16="http://schemas.microsoft.com/office/drawing/2014/main" id="{8AB3C3BC-AFAF-4B49-A011-02907D2BD2C5}"/>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buNone/>
              <a:defRPr sz="3225" b="1">
                <a:solidFill>
                  <a:srgbClr val="142F3B"/>
                </a:solidFill>
                <a:latin typeface="Arial"/>
                <a:ea typeface="Arial"/>
                <a:cs typeface="Arial"/>
              </a:defRPr>
            </a:lvl1pPr>
            <a:lvl2pPr algn="l">
              <a:buNone/>
              <a:defRPr sz="3225" b="1">
                <a:solidFill>
                  <a:srgbClr val="142F3B"/>
                </a:solidFill>
                <a:latin typeface="Arial"/>
                <a:ea typeface="Arial"/>
                <a:cs typeface="Arial"/>
              </a:defRPr>
            </a:lvl2pPr>
            <a:lvl3pPr algn="l">
              <a:buNone/>
              <a:defRPr sz="3225" b="1">
                <a:solidFill>
                  <a:srgbClr val="142F3B"/>
                </a:solidFill>
                <a:latin typeface="Arial"/>
                <a:ea typeface="Arial"/>
                <a:cs typeface="Arial"/>
              </a:defRPr>
            </a:lvl3pPr>
            <a:lvl4pPr algn="l">
              <a:buNone/>
              <a:defRPr sz="3225" b="1">
                <a:solidFill>
                  <a:srgbClr val="142F3B"/>
                </a:solidFill>
                <a:latin typeface="Arial"/>
                <a:ea typeface="Arial"/>
                <a:cs typeface="Arial"/>
              </a:defRPr>
            </a:lvl4pPr>
            <a:lvl5pPr algn="l">
              <a:buNone/>
              <a:defRPr sz="3225" b="1">
                <a:solidFill>
                  <a:srgbClr val="142F3B"/>
                </a:solidFill>
                <a:latin typeface="Arial"/>
                <a:ea typeface="Arial"/>
                <a:cs typeface="Arial"/>
              </a:defRPr>
            </a:lvl5pPr>
            <a:lvl6pPr algn="l">
              <a:buNone/>
              <a:defRPr sz="3225" b="1">
                <a:solidFill>
                  <a:srgbClr val="142F3B"/>
                </a:solidFill>
                <a:latin typeface="Arial"/>
                <a:ea typeface="Arial"/>
                <a:cs typeface="Arial"/>
              </a:defRPr>
            </a:lvl6pPr>
            <a:lvl7pPr algn="l">
              <a:buNone/>
              <a:defRPr sz="3225" b="1">
                <a:solidFill>
                  <a:srgbClr val="142F3B"/>
                </a:solidFill>
                <a:latin typeface="Arial"/>
                <a:ea typeface="Arial"/>
                <a:cs typeface="Arial"/>
              </a:defRPr>
            </a:lvl7pPr>
            <a:lvl8pPr algn="l">
              <a:buNone/>
              <a:defRPr sz="3225" b="1">
                <a:solidFill>
                  <a:srgbClr val="142F3B"/>
                </a:solidFill>
                <a:latin typeface="Arial"/>
                <a:ea typeface="Arial"/>
                <a:cs typeface="Arial"/>
              </a:defRPr>
            </a:lvl8pPr>
            <a:lvl9pPr algn="l">
              <a:buNone/>
              <a:defRPr sz="3225" b="1">
                <a:solidFill>
                  <a:srgbClr val="142F3B"/>
                </a:solidFill>
                <a:latin typeface="Arial"/>
                <a:ea typeface="Arial"/>
                <a:cs typeface="Arial"/>
              </a:defRPr>
            </a:lvl9pPr>
          </a:lstStyle>
          <a:p xmlns:a="http://schemas.openxmlformats.org/drawingml/2006/main">
            <a:pPr algn="l">
              <a:buNone/>
              <a:defRPr sz="3225" b="1">
                <a:solidFill>
                  <a:srgbClr val="142F3B"/>
                </a:solidFill>
                <a:latin typeface="Arial"/>
                <a:ea typeface="Arial"/>
                <a:cs typeface="Arial"/>
              </a:defRPr>
            </a:pPr>
            <a:r>
              <a:rPr sz="3225" b="1">
                <a:solidFill>
                  <a:srgbClr val="142F3B"/>
                </a:solidFill>
                <a:latin typeface="Arial"/>
                <a:ea typeface="Arial"/>
                <a:cs typeface="Arial"/>
              </a:rPr>
              <a:t>The Jacobian explains decay and growth</a:t>
            </a:r>
          </a:p>
        </p:txBody>
      </p:sp>
      <p:sp>
        <p:nvSpPr>
          <p:cNvPr id="2" name="Text: 12">
            <a:extLst xmlns:a="http://schemas.openxmlformats.org/drawingml/2006/main">
              <a:ext uri="{FF2B5EF4-FFF2-40B4-BE49-F238E27FC236}">
                <a16:creationId xmlns:a16="http://schemas.microsoft.com/office/drawing/2014/main" id="{6188F875-F7BC-47A0-B6FD-7D3027292AF2}"/>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12</a:t>
            </a:r>
          </a:p>
        </p:txBody>
      </p:sp>
      <p:sp>
        <p:nvSpPr>
          <p:cNvPr id="3" name="Text: 04 Stability">
            <a:extLst xmlns:a="http://schemas.openxmlformats.org/drawingml/2006/main">
              <a:ext uri="{FF2B5EF4-FFF2-40B4-BE49-F238E27FC236}">
                <a16:creationId xmlns:a16="http://schemas.microsoft.com/office/drawing/2014/main" id="{79171CC8-30C2-4D91-B2AF-A21568C1FBA9}"/>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04 Stability</a:t>
            </a:r>
          </a:p>
        </p:txBody>
      </p:sp>
      <p:pic>
        <p:nvPicPr>
          <p:cNvPr id="10" name="图片 9">
            <a:extLst xmlns:a="http://schemas.openxmlformats.org/drawingml/2006/main">
              <a:ext uri="{FF2B5EF4-FFF2-40B4-BE49-F238E27FC236}">
                <a16:creationId xmlns:a16="http://schemas.microsoft.com/office/drawing/2014/main" id="{512C5F8F-E1CD-4F27-9A9C-670F93C46053}"/>
              </a:ext>
            </a:extLst>
          </p:cNvPr>
          <p:cNvPicPr>
            <a:picLocks xmlns:a="http://schemas.openxmlformats.org/drawingml/2006/main" noChangeAspect="1"/>
          </p:cNvPicPr>
          <p:nvPr/>
        </p:nvPicPr>
        <p:blipFill>
          <a:blip xmlns:r="http://schemas.openxmlformats.org/officeDocument/2006/relationships" xmlns:a="http://schemas.openxmlformats.org/drawingml/2006/main" r:embed="Rbeeff732a475470f"/>
          <a:stretch xmlns:a="http://schemas.openxmlformats.org/drawingml/2006/main"/>
        </p:blipFill>
        <p:spPr>
          <a:xfrm xmlns:a="http://schemas.openxmlformats.org/drawingml/2006/main">
            <a:off x="3695700" y="1238250"/>
            <a:ext cx="4800600" cy="666750"/>
          </a:xfrm>
          <a:prstGeom xmlns:a="http://schemas.openxmlformats.org/drawingml/2006/main" prst="rect">
            <a:avLst/>
          </a:prstGeom>
        </p:spPr>
      </p:pic>
      <p:pic>
        <p:nvPicPr>
          <p:cNvPr id="12" name="图片 11">
            <a:extLst xmlns:a="http://schemas.openxmlformats.org/drawingml/2006/main">
              <a:ext uri="{FF2B5EF4-FFF2-40B4-BE49-F238E27FC236}">
                <a16:creationId xmlns:a16="http://schemas.microsoft.com/office/drawing/2014/main" id="{0073710C-B8A4-4AB7-BD34-F4420AC23A81}"/>
              </a:ext>
            </a:extLst>
          </p:cNvPr>
          <p:cNvPicPr>
            <a:picLocks xmlns:a="http://schemas.openxmlformats.org/drawingml/2006/main" noChangeAspect="1"/>
          </p:cNvPicPr>
          <p:nvPr/>
        </p:nvPicPr>
        <p:blipFill>
          <a:blip xmlns:r="http://schemas.openxmlformats.org/officeDocument/2006/relationships" xmlns:a="http://schemas.openxmlformats.org/drawingml/2006/main" r:embed="R24ecef7cc18149a0"/>
          <a:stretch xmlns:a="http://schemas.openxmlformats.org/drawingml/2006/main"/>
        </p:blipFill>
        <p:spPr>
          <a:xfrm xmlns:a="http://schemas.openxmlformats.org/drawingml/2006/main">
            <a:off x="2420848" y="3086100"/>
            <a:ext cx="7350303" cy="809625"/>
          </a:xfrm>
          <a:prstGeom xmlns:a="http://schemas.openxmlformats.org/drawingml/2006/main" prst="rect">
            <a:avLst/>
          </a:prstGeom>
        </p:spPr>
      </p:pic>
      <p:graphicFrame>
        <p:nvGraphicFramePr>
          <p:cNvPr id="13" name="表格 12">
            <a:extLst xmlns:a="http://schemas.openxmlformats.org/drawingml/2006/main">
              <a:ext uri="{FF2B5EF4-FFF2-40B4-BE49-F238E27FC236}">
                <a16:creationId xmlns:a16="http://schemas.microsoft.com/office/drawing/2014/main" id="{75E58639-CA26-4F23-8F3D-6621A0E3DA87}"/>
              </a:ext>
            </a:extLst>
          </p:cNvPr>
          <p:cNvGraphicFramePr/>
          <p:nvPr/>
        </p:nvGraphicFramePr>
        <p:xfrm>
          <a:off xmlns:a="http://schemas.openxmlformats.org/drawingml/2006/main" x="723900" y="3981450"/>
          <a:ext xmlns:a="http://schemas.openxmlformats.org/drawingml/2006/main" cx="10744200" cy="1676400"/>
        </p:xfrm>
        <a:graphic xmlns:a="http://schemas.openxmlformats.org/drawingml/2006/main">
          <a:graphicData uri="http://schemas.openxmlformats.org/drawingml/2006/table">
            <a:tbl>
              <a:tblPr/>
              <a:tblGrid>
                <a:gridCol w="1571625"/>
                <a:gridCol w="2190750"/>
                <a:gridCol w="2190750"/>
                <a:gridCol w="4791075"/>
              </a:tblGrid>
              <a:tr h="419100">
                <a:tc>
                  <a:txBody>
                    <a:bodyPr/>
                    <a:lstStyle/>
                    <a:p>
                      <a:pPr algn="l">
                        <a:buNone/>
                      </a:pPr>
                      <a:r>
                        <a:rPr sz="1725" b="1">
                          <a:solidFill>
                            <a:srgbClr val="FFFFFF"/>
                          </a:solidFill>
                          <a:latin typeface="Arial"/>
                          <a:ea typeface="Arial"/>
                          <a:cs typeface="Arial"/>
                        </a:rPr>
                        <a:t>h</a:t>
                      </a:r>
                    </a:p>
                  </a:txBody>
                  <a:tcPr marL="91440" marR="91440" marT="45720" marB="45720" anchor="ctr">
                    <a:lnL w="6668">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c>
                  <a:txBody>
                    <a:bodyPr/>
                    <a:lstStyle/>
                    <a:p>
                      <a:pPr algn="ctr">
                        <a:buNone/>
                      </a:pPr>
                      <a:r>
                        <a:rPr sz="1725" b="1">
                          <a:solidFill>
                            <a:srgbClr val="FFFFFF"/>
                          </a:solidFill>
                          <a:latin typeface="Arial"/>
                          <a:ea typeface="Arial"/>
                          <a:cs typeface="Arial"/>
                        </a:rPr>
                        <a:t>tr J*</a:t>
                      </a:r>
                    </a:p>
                  </a:txBody>
                  <a:tcPr marL="91440" marR="91440" marT="45720" marB="45720" anchor="ctr">
                    <a:lnL w="6668" cmpd="sng">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c>
                  <a:txBody>
                    <a:bodyPr/>
                    <a:lstStyle/>
                    <a:p>
                      <a:pPr algn="ctr">
                        <a:buNone/>
                      </a:pPr>
                      <a:r>
                        <a:rPr sz="1725" b="1">
                          <a:solidFill>
                            <a:srgbClr val="FFFFFF"/>
                          </a:solidFill>
                          <a:latin typeface="Arial"/>
                          <a:ea typeface="Arial"/>
                          <a:cs typeface="Arial"/>
                        </a:rPr>
                        <a:t>det J*</a:t>
                      </a:r>
                    </a:p>
                  </a:txBody>
                  <a:tcPr marL="91440" marR="91440" marT="45720" marB="45720" anchor="ctr">
                    <a:lnL w="6668" cmpd="sng">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c>
                  <a:txBody>
                    <a:bodyPr/>
                    <a:lstStyle/>
                    <a:p>
                      <a:pPr algn="ctr">
                        <a:buNone/>
                      </a:pPr>
                      <a:r>
                        <a:rPr sz="1725" b="1">
                          <a:solidFill>
                            <a:srgbClr val="FFFFFF"/>
                          </a:solidFill>
                          <a:latin typeface="Arial"/>
                          <a:ea typeface="Arial"/>
                          <a:cs typeface="Arial"/>
                        </a:rPr>
                        <a:t>Small disturbance</a:t>
                      </a:r>
                    </a:p>
                  </a:txBody>
                  <a:tcPr marL="91440" marR="91440" marT="45720" marB="45720" anchor="ctr">
                    <a:lnL w="6668" cmpd="sng">
                      <a:solidFill>
                        <a:srgbClr val="D8DFDE"/>
                      </a:solidFill>
                      <a:prstDash val="solid"/>
                    </a:lnL>
                    <a:lnR w="6668">
                      <a:solidFill>
                        <a:srgbClr val="D8DFDE"/>
                      </a:solidFill>
                      <a:prstDash val="solid"/>
                    </a:lnR>
                    <a:lnT w="6668">
                      <a:solidFill>
                        <a:srgbClr val="D8DFDE"/>
                      </a:solidFill>
                      <a:prstDash val="solid"/>
                    </a:lnT>
                    <a:lnB w="6668">
                      <a:solidFill>
                        <a:srgbClr val="D8DFDE"/>
                      </a:solidFill>
                      <a:prstDash val="solid"/>
                    </a:lnB>
                    <a:solidFill>
                      <a:srgbClr val="142F3B"/>
                    </a:solidFill>
                  </a:tcPr>
                </a:tc>
              </a:tr>
              <a:tr h="419100">
                <a:tc>
                  <a:txBody>
                    <a:bodyPr/>
                    <a:lstStyle/>
                    <a:p>
                      <a:pPr algn="l">
                        <a:buNone/>
                      </a:pPr>
                      <a:r>
                        <a:rPr sz="1725" b="0">
                          <a:solidFill>
                            <a:srgbClr val="142F3B"/>
                          </a:solidFill>
                          <a:latin typeface="Arial"/>
                          <a:ea typeface="Arial"/>
                          <a:cs typeface="Arial"/>
                        </a:rPr>
                        <a:t>2.5</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−0.593</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1.381</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Decays</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r>
              <a:tr h="419100">
                <a:tc>
                  <a:txBody>
                    <a:bodyPr/>
                    <a:lstStyle/>
                    <a:p>
                      <a:pPr algn="l">
                        <a:buNone/>
                      </a:pPr>
                      <a:r>
                        <a:rPr sz="1725" b="0">
                          <a:solidFill>
                            <a:srgbClr val="142F3B"/>
                          </a:solidFill>
                          <a:latin typeface="Arial"/>
                          <a:ea typeface="Arial"/>
                          <a:cs typeface="Arial"/>
                        </a:rPr>
                        <a:t>2.8</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c>
                  <a:txBody>
                    <a:bodyPr/>
                    <a:lstStyle/>
                    <a:p>
                      <a:pPr algn="ctr">
                        <a:buNone/>
                      </a:pPr>
                      <a:r>
                        <a:rPr sz="1725" b="0">
                          <a:solidFill>
                            <a:srgbClr val="142F3B"/>
                          </a:solidFill>
                          <a:latin typeface="Arial"/>
                          <a:ea typeface="Arial"/>
                          <a:cs typeface="Arial"/>
                        </a:rPr>
                        <a:t>−0.258</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c>
                  <a:txBody>
                    <a:bodyPr/>
                    <a:lstStyle/>
                    <a:p>
                      <a:pPr algn="ctr">
                        <a:buNone/>
                      </a:pPr>
                      <a:r>
                        <a:rPr sz="1725" b="0">
                          <a:solidFill>
                            <a:srgbClr val="142F3B"/>
                          </a:solidFill>
                          <a:latin typeface="Arial"/>
                          <a:ea typeface="Arial"/>
                          <a:cs typeface="Arial"/>
                        </a:rPr>
                        <a:t>1.737</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c>
                  <a:txBody>
                    <a:bodyPr/>
                    <a:lstStyle/>
                    <a:p>
                      <a:pPr algn="ctr">
                        <a:buNone/>
                      </a:pPr>
                      <a:r>
                        <a:rPr sz="1725" b="0">
                          <a:solidFill>
                            <a:srgbClr val="142F3B"/>
                          </a:solidFill>
                          <a:latin typeface="Arial"/>
                          <a:ea typeface="Arial"/>
                          <a:cs typeface="Arial"/>
                        </a:rPr>
                        <a:t>Decays more slowly</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6F4EE"/>
                    </a:solidFill>
                  </a:tcPr>
                </a:tc>
              </a:tr>
              <a:tr h="419100">
                <a:tc>
                  <a:txBody>
                    <a:bodyPr/>
                    <a:lstStyle/>
                    <a:p>
                      <a:pPr algn="l">
                        <a:buNone/>
                      </a:pPr>
                      <a:r>
                        <a:rPr sz="1725" b="0">
                          <a:solidFill>
                            <a:srgbClr val="142F3B"/>
                          </a:solidFill>
                          <a:latin typeface="Arial"/>
                          <a:ea typeface="Arial"/>
                          <a:cs typeface="Arial"/>
                        </a:rPr>
                        <a:t>3.1</a:t>
                      </a:r>
                    </a:p>
                  </a:txBody>
                  <a:tcPr marL="91440" marR="91440" marT="45720" marB="45720" anchor="ctr">
                    <a:lnL w="6668">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+0.063</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2.083</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c>
                  <a:txBody>
                    <a:bodyPr/>
                    <a:lstStyle/>
                    <a:p>
                      <a:pPr algn="ctr">
                        <a:buNone/>
                      </a:pPr>
                      <a:r>
                        <a:rPr sz="1725" b="0">
                          <a:solidFill>
                            <a:srgbClr val="142F3B"/>
                          </a:solidFill>
                          <a:latin typeface="Arial"/>
                          <a:ea typeface="Arial"/>
                          <a:cs typeface="Arial"/>
                        </a:rPr>
                        <a:t>Grows</a:t>
                      </a:r>
                    </a:p>
                  </a:txBody>
                  <a:tcPr marL="91440" marR="91440" marT="45720" marB="45720" anchor="ctr">
                    <a:lnL w="6668" cmpd="sng">
                      <a:solidFill>
                        <a:srgbClr val="D8DFDE"/>
                      </a:solidFill>
                      <a:prstDash val="solid"/>
                    </a:lnL>
                    <a:lnR w="6668">
                      <a:solidFill>
                        <a:srgbClr val="D8DFDE"/>
                      </a:solidFill>
                      <a:prstDash val="solid"/>
                    </a:lnR>
                    <a:lnT w="6668" cmpd="sng">
                      <a:solidFill>
                        <a:srgbClr val="D8DFDE"/>
                      </a:solidFill>
                      <a:prstDash val="solid"/>
                    </a:lnT>
                    <a:lnB w="6668">
                      <a:solidFill>
                        <a:srgbClr val="D8DFDE"/>
                      </a:solidFill>
                      <a:prstDash val="solid"/>
                    </a:lnB>
                    <a:solidFill>
                      <a:srgbClr val="FFFFFF"/>
                    </a:solidFill>
                  </a:tcPr>
                </a:tc>
              </a:tr>
            </a:tbl>
          </a:graphicData>
        </a:graphic>
      </p:graphicFrame>
      <p:pic>
        <p:nvPicPr>
          <p:cNvPr id="14" name="图片 13">
            <a:extLst xmlns:a="http://schemas.openxmlformats.org/drawingml/2006/main">
              <a:ext uri="{FF2B5EF4-FFF2-40B4-BE49-F238E27FC236}">
                <a16:creationId xmlns:a16="http://schemas.microsoft.com/office/drawing/2014/main" id="{1F72C7F1-8207-4BD3-B38F-5E325524767C}"/>
              </a:ext>
            </a:extLst>
          </p:cNvPr>
          <p:cNvPicPr>
            <a:picLocks xmlns:a="http://schemas.openxmlformats.org/drawingml/2006/main" noChangeAspect="1"/>
          </p:cNvPicPr>
          <p:nvPr/>
        </p:nvPicPr>
        <p:blipFill>
          <a:blip xmlns:r="http://schemas.openxmlformats.org/officeDocument/2006/relationships" xmlns:a="http://schemas.openxmlformats.org/drawingml/2006/main" r:embed="Ra46629d13d4b4490"/>
          <a:stretch xmlns:a="http://schemas.openxmlformats.org/drawingml/2006/main"/>
        </p:blipFill>
        <p:spPr>
          <a:xfrm xmlns:a="http://schemas.openxmlformats.org/drawingml/2006/main">
            <a:off x="3539898" y="5734050"/>
            <a:ext cx="5112204" cy="495300"/>
          </a:xfrm>
          <a:prstGeom xmlns:a="http://schemas.openxmlformats.org/drawingml/2006/main" prst="rect">
            <a:avLst/>
          </a:prstGeom>
        </p:spPr>
      </p:pic>
      <p:sp>
        <p:nvSpPr>
          <p:cNvPr id="15" name="Text: Negative trace closer to zero means slower de">
            <a:extLst xmlns:a="http://schemas.openxmlformats.org/drawingml/2006/main">
              <a:ext uri="{FF2B5EF4-FFF2-40B4-BE49-F238E27FC236}">
                <a16:creationId xmlns:a16="http://schemas.microsoft.com/office/drawing/2014/main" id="{CFF5AB65-AC26-491E-AAFC-89A08D21E733}"/>
              </a:ext>
            </a:extLst>
          </p:cNvPr>
          <p:cNvSpPr>
            <a:spLocks xmlns:a="http://schemas.openxmlformats.org/drawingml/2006/main" noGrp="1"/>
          </p:cNvSpPr>
          <p:nvPr/>
        </p:nvSpPr>
        <p:spPr>
          <a:xfrm xmlns:a="http://schemas.openxmlformats.org/drawingml/2006/main">
            <a:off x="742950" y="620077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873"/>
                </a:solidFill>
                <a:latin typeface="Arial"/>
                <a:ea typeface="Arial"/>
                <a:cs typeface="Arial"/>
              </a:defRPr>
            </a:defPPr>
            <a:lvl1pPr algn="l">
              <a:buNone/>
              <a:defRPr sz="1575" b="0">
                <a:solidFill>
                  <a:srgbClr val="536873"/>
                </a:solidFill>
                <a:latin typeface="Arial"/>
                <a:ea typeface="Arial"/>
                <a:cs typeface="Arial"/>
              </a:defRPr>
            </a:lvl1pPr>
            <a:lvl2pPr algn="l">
              <a:buNone/>
              <a:defRPr sz="1575" b="0">
                <a:solidFill>
                  <a:srgbClr val="536873"/>
                </a:solidFill>
                <a:latin typeface="Arial"/>
                <a:ea typeface="Arial"/>
                <a:cs typeface="Arial"/>
              </a:defRPr>
            </a:lvl2pPr>
            <a:lvl3pPr algn="l">
              <a:buNone/>
              <a:defRPr sz="1575" b="0">
                <a:solidFill>
                  <a:srgbClr val="536873"/>
                </a:solidFill>
                <a:latin typeface="Arial"/>
                <a:ea typeface="Arial"/>
                <a:cs typeface="Arial"/>
              </a:defRPr>
            </a:lvl3pPr>
            <a:lvl4pPr algn="l">
              <a:buNone/>
              <a:defRPr sz="1575" b="0">
                <a:solidFill>
                  <a:srgbClr val="536873"/>
                </a:solidFill>
                <a:latin typeface="Arial"/>
                <a:ea typeface="Arial"/>
                <a:cs typeface="Arial"/>
              </a:defRPr>
            </a:lvl4pPr>
            <a:lvl5pPr algn="l">
              <a:buNone/>
              <a:defRPr sz="1575" b="0">
                <a:solidFill>
                  <a:srgbClr val="536873"/>
                </a:solidFill>
                <a:latin typeface="Arial"/>
                <a:ea typeface="Arial"/>
                <a:cs typeface="Arial"/>
              </a:defRPr>
            </a:lvl5pPr>
            <a:lvl6pPr algn="l">
              <a:buNone/>
              <a:defRPr sz="1575" b="0">
                <a:solidFill>
                  <a:srgbClr val="536873"/>
                </a:solidFill>
                <a:latin typeface="Arial"/>
                <a:ea typeface="Arial"/>
                <a:cs typeface="Arial"/>
              </a:defRPr>
            </a:lvl6pPr>
            <a:lvl7pPr algn="l">
              <a:buNone/>
              <a:defRPr sz="1575" b="0">
                <a:solidFill>
                  <a:srgbClr val="536873"/>
                </a:solidFill>
                <a:latin typeface="Arial"/>
                <a:ea typeface="Arial"/>
                <a:cs typeface="Arial"/>
              </a:defRPr>
            </a:lvl7pPr>
            <a:lvl8pPr algn="l">
              <a:buNone/>
              <a:defRPr sz="1575" b="0">
                <a:solidFill>
                  <a:srgbClr val="536873"/>
                </a:solidFill>
                <a:latin typeface="Arial"/>
                <a:ea typeface="Arial"/>
                <a:cs typeface="Arial"/>
              </a:defRPr>
            </a:lvl8pPr>
            <a:lvl9pPr algn="l">
              <a:buNone/>
              <a:defRPr sz="1575" b="0">
                <a:solidFill>
                  <a:srgbClr val="536873"/>
                </a:solidFill>
                <a:latin typeface="Arial"/>
                <a:ea typeface="Arial"/>
                <a:cs typeface="Arial"/>
              </a:defRPr>
            </a:lvl9pPr>
          </a:lstStyle>
          <a:p xmlns:a="http://schemas.openxmlformats.org/drawingml/2006/main">
            <a:pPr algn="l">
              <a:buNone/>
              <a:defRPr sz="1575" b="0">
                <a:solidFill>
                  <a:srgbClr val="536873"/>
                </a:solidFill>
                <a:latin typeface="Arial"/>
                <a:ea typeface="Arial"/>
                <a:cs typeface="Arial"/>
              </a:defRPr>
            </a:pPr>
            <a:r>
              <a:rPr sz="1575" b="0">
                <a:solidFill>
                  <a:srgbClr val="536873"/>
                </a:solidFill>
                <a:latin typeface="Arial"/>
                <a:ea typeface="Arial"/>
                <a:cs typeface="Arial"/>
              </a:rPr>
              <a:t>Negative trace closer to zero means slower decay.</a:t>
            </a:r>
          </a:p>
        </p:txBody>
      </p:sp>
      <p:pic>
        <p:nvPicPr>
          <p:cNvPr id="16" name="">
            <a:extLst xmlns:a="http://schemas.openxmlformats.org/drawingml/2006/main">
              <a:ext uri="{FF2B5EF4-FFF2-40B4-BE49-F238E27FC236}">
                <a16:creationId xmlns:a16="http://schemas.microsoft.com/office/drawing/2014/main" id="{CF9030FD-A792-4909-8961-AD4DF77083F8}"/>
              </a:ext>
            </a:extLst>
          </p:cNvPr>
          <p:cNvPicPr>
            <a:picLocks xmlns:a="http://schemas.openxmlformats.org/drawingml/2006/main" noChangeAspect="1"/>
          </p:cNvPicPr>
          <p:nvPr/>
        </p:nvPicPr>
        <p:blipFill>
          <a:blip xmlns:r="http://schemas.openxmlformats.org/officeDocument/2006/relationships" xmlns:a="http://schemas.openxmlformats.org/drawingml/2006/main" r:embed="Ra902c924efc04dd2"/>
          <a:stretch xmlns:a="http://schemas.openxmlformats.org/drawingml/2006/main"/>
        </p:blipFill>
        <p:spPr>
          <a:xfrm xmlns:a="http://schemas.openxmlformats.org/drawingml/2006/main">
            <a:off x="3040399" y="1990725"/>
            <a:ext cx="6111202" cy="866775"/>
          </a:xfrm>
          <a:prstGeom xmlns:a="http://schemas.openxmlformats.org/drawingml/2006/main" prst="rect">
            <a:avLst/>
          </a:prstGeom>
        </p:spPr>
      </p:pic>
    </p:spTree>
    <p:extLst>
      <p:ext uri="{BB962C8B-B14F-4D97-AF65-F5344CB8AC3E}">
        <p14:creationId xmlns:p14="http://schemas.microsoft.com/office/powerpoint/2010/main" val="739607335"/>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3" name="Text: The critical h depends on ATP demand">
            <a:extLst xmlns:a="http://schemas.openxmlformats.org/drawingml/2006/main">
              <a:ext uri="{FF2B5EF4-FFF2-40B4-BE49-F238E27FC236}">
                <a16:creationId xmlns:a16="http://schemas.microsoft.com/office/drawing/2014/main" id="{B2F1F7C0-DEE4-419F-8B2B-6BCCFA74AAF9}"/>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defRPr sz="3225" b="1">
                <a:solidFill>
                  <a:srgbClr val="142F3B"/>
                </a:solidFill>
                <a:latin typeface="Arial"/>
                <a:ea typeface="Arial"/>
                <a:cs typeface="Arial"/>
              </a:defRPr>
            </a:lvl1pPr>
            <a:lvl2pPr algn="l">
              <a:defRPr sz="3225" b="1">
                <a:solidFill>
                  <a:srgbClr val="142F3B"/>
                </a:solidFill>
                <a:latin typeface="Arial"/>
                <a:ea typeface="Arial"/>
                <a:cs typeface="Arial"/>
              </a:defRPr>
            </a:lvl2pPr>
            <a:lvl3pPr algn="l">
              <a:defRPr sz="3225" b="1">
                <a:solidFill>
                  <a:srgbClr val="142F3B"/>
                </a:solidFill>
                <a:latin typeface="Arial"/>
                <a:ea typeface="Arial"/>
                <a:cs typeface="Arial"/>
              </a:defRPr>
            </a:lvl3pPr>
            <a:lvl4pPr algn="l">
              <a:defRPr sz="3225" b="1">
                <a:solidFill>
                  <a:srgbClr val="142F3B"/>
                </a:solidFill>
                <a:latin typeface="Arial"/>
                <a:ea typeface="Arial"/>
                <a:cs typeface="Arial"/>
              </a:defRPr>
            </a:lvl4pPr>
            <a:lvl5pPr algn="l">
              <a:defRPr sz="3225" b="1">
                <a:solidFill>
                  <a:srgbClr val="142F3B"/>
                </a:solidFill>
                <a:latin typeface="Arial"/>
                <a:ea typeface="Arial"/>
                <a:cs typeface="Arial"/>
              </a:defRPr>
            </a:lvl5pPr>
            <a:lvl6pPr algn="l">
              <a:defRPr sz="3225" b="1">
                <a:solidFill>
                  <a:srgbClr val="142F3B"/>
                </a:solidFill>
                <a:latin typeface="Arial"/>
                <a:ea typeface="Arial"/>
                <a:cs typeface="Arial"/>
              </a:defRPr>
            </a:lvl6pPr>
            <a:lvl7pPr algn="l">
              <a:defRPr sz="3225" b="1">
                <a:solidFill>
                  <a:srgbClr val="142F3B"/>
                </a:solidFill>
                <a:latin typeface="Arial"/>
                <a:ea typeface="Arial"/>
                <a:cs typeface="Arial"/>
              </a:defRPr>
            </a:lvl7pPr>
            <a:lvl8pPr algn="l">
              <a:defRPr sz="3225" b="1">
                <a:solidFill>
                  <a:srgbClr val="142F3B"/>
                </a:solidFill>
                <a:latin typeface="Arial"/>
                <a:ea typeface="Arial"/>
                <a:cs typeface="Arial"/>
              </a:defRPr>
            </a:lvl8pPr>
            <a:lvl9pPr algn="l">
              <a:defRPr sz="3225" b="1">
                <a:solidFill>
                  <a:srgbClr val="142F3B"/>
                </a:solidFill>
                <a:latin typeface="Arial"/>
                <a:ea typeface="Arial"/>
                <a:cs typeface="Arial"/>
              </a:defRPr>
            </a:lvl9pPr>
          </a:lstStyle>
          <a:p xmlns:a="http://schemas.openxmlformats.org/drawingml/2006/main">
            <a:pPr algn="l">
              <a:defRPr sz="3225" b="1">
                <a:solidFill>
                  <a:srgbClr val="142F3B"/>
                </a:solidFill>
                <a:latin typeface="Arial"/>
                <a:ea typeface="Arial"/>
                <a:cs typeface="Arial"/>
              </a:defRPr>
            </a:pPr>
            <a:r>
              <a:rPr sz="3225" b="1">
                <a:solidFill>
                  <a:srgbClr val="142F3B"/>
                </a:solidFill>
                <a:latin typeface="Arial"/>
                <a:ea typeface="Arial"/>
                <a:cs typeface="Arial"/>
              </a:rPr>
              <a:t>The critical h depends on ATP demand</a:t>
            </a:r>
          </a:p>
        </p:txBody>
      </p:sp>
      <p:pic>
        <p:nvPicPr>
          <p:cNvPr id="2" name="">
            <a:extLst xmlns:a="http://schemas.openxmlformats.org/drawingml/2006/main">
              <a:ext uri="{FF2B5EF4-FFF2-40B4-BE49-F238E27FC236}">
                <a16:creationId xmlns:a16="http://schemas.microsoft.com/office/drawing/2014/main" id="{5AF648BF-B505-4662-ABF3-B46F33F1C5D5}"/>
              </a:ext>
            </a:extLst>
          </p:cNvPr>
          <p:cNvPicPr>
            <a:picLocks xmlns:a="http://schemas.openxmlformats.org/drawingml/2006/main" noChangeAspect="1"/>
          </p:cNvPicPr>
          <p:nvPr/>
        </p:nvPicPr>
        <p:blipFill>
          <a:blip xmlns:r="http://schemas.openxmlformats.org/officeDocument/2006/relationships" xmlns:a="http://schemas.openxmlformats.org/drawingml/2006/main" r:embed="Rfa3425cde82a4432"/>
          <a:stretch xmlns:a="http://schemas.openxmlformats.org/drawingml/2006/main"/>
        </p:blipFill>
        <p:spPr>
          <a:xfrm xmlns:a="http://schemas.openxmlformats.org/drawingml/2006/main">
            <a:off x="4345515" y="1238342"/>
            <a:ext cx="3500971" cy="63799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A0028BC3-5E60-40A7-BAFA-A9D0CC725530}"/>
              </a:ext>
            </a:extLst>
          </p:cNvPr>
          <p:cNvPicPr>
            <a:picLocks xmlns:a="http://schemas.openxmlformats.org/drawingml/2006/main" noChangeAspect="1"/>
          </p:cNvPicPr>
          <p:nvPr/>
        </p:nvPicPr>
        <p:blipFill>
          <a:blip xmlns:r="http://schemas.openxmlformats.org/officeDocument/2006/relationships" xmlns:a="http://schemas.openxmlformats.org/drawingml/2006/main" r:embed="Rf5818d8c1e224d2c"/>
          <a:stretch xmlns:a="http://schemas.openxmlformats.org/drawingml/2006/main"/>
        </p:blipFill>
        <p:spPr>
          <a:xfrm xmlns:a="http://schemas.openxmlformats.org/drawingml/2006/main">
            <a:off x="1018592" y="1971675"/>
            <a:ext cx="4487441" cy="857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F84F1A5-6385-4FC1-AF43-AAA61336E264}"/>
              </a:ext>
            </a:extLst>
          </p:cNvPr>
          <p:cNvPicPr>
            <a:picLocks xmlns:a="http://schemas.openxmlformats.org/drawingml/2006/main" noChangeAspect="1"/>
          </p:cNvPicPr>
          <p:nvPr/>
        </p:nvPicPr>
        <p:blipFill>
          <a:blip xmlns:r="http://schemas.openxmlformats.org/officeDocument/2006/relationships" xmlns:a="http://schemas.openxmlformats.org/drawingml/2006/main" r:embed="Re0448a87998f4388"/>
          <a:stretch xmlns:a="http://schemas.openxmlformats.org/drawingml/2006/main"/>
        </p:blipFill>
        <p:spPr>
          <a:xfrm xmlns:a="http://schemas.openxmlformats.org/drawingml/2006/main">
            <a:off x="6465748" y="1971675"/>
            <a:ext cx="4832629" cy="857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27198C3-69B9-4DC0-BA59-A60A7E676560}"/>
              </a:ext>
            </a:extLst>
          </p:cNvPr>
          <p:cNvPicPr>
            <a:picLocks xmlns:a="http://schemas.openxmlformats.org/drawingml/2006/main" noChangeAspect="1"/>
          </p:cNvPicPr>
          <p:nvPr/>
        </p:nvPicPr>
        <p:blipFill>
          <a:blip xmlns:r="http://schemas.openxmlformats.org/officeDocument/2006/relationships" xmlns:a="http://schemas.openxmlformats.org/drawingml/2006/main" r:embed="Rda5b712e21f74112"/>
          <a:stretch xmlns:a="http://schemas.openxmlformats.org/drawingml/2006/main"/>
        </p:blipFill>
        <p:spPr>
          <a:xfrm xmlns:a="http://schemas.openxmlformats.org/drawingml/2006/main">
            <a:off x="3450861" y="2962275"/>
            <a:ext cx="5290279" cy="533400"/>
          </a:xfrm>
          <a:prstGeom xmlns:a="http://schemas.openxmlformats.org/drawingml/2006/main" prst="rect">
            <a:avLst/>
          </a:prstGeom>
        </p:spPr>
      </p:pic>
      <p:sp>
        <p:nvSpPr>
          <p:cNvPr id="6" name="Text: A stable linearization has det J* &gt; 0 and tr J* &lt; ">
            <a:extLst xmlns:a="http://schemas.openxmlformats.org/drawingml/2006/main">
              <a:ext uri="{FF2B5EF4-FFF2-40B4-BE49-F238E27FC236}">
                <a16:creationId xmlns:a16="http://schemas.microsoft.com/office/drawing/2014/main" id="{1E5F8DE2-F898-40A9-BDC8-62AAF78EDCDB}"/>
              </a:ext>
            </a:extLst>
          </p:cNvPr>
          <p:cNvSpPr>
            <a:spLocks xmlns:a="http://schemas.openxmlformats.org/drawingml/2006/main" noGrp="1"/>
          </p:cNvSpPr>
          <p:nvPr/>
        </p:nvSpPr>
        <p:spPr>
          <a:xfrm xmlns:a="http://schemas.openxmlformats.org/drawingml/2006/main">
            <a:off x="762000" y="3552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142F3B"/>
                </a:solidFill>
                <a:latin typeface="Arial"/>
                <a:ea typeface="Arial"/>
                <a:cs typeface="Arial"/>
              </a:defRPr>
            </a:defPPr>
            <a:lvl1pPr algn="ctr">
              <a:defRPr sz="1800" b="0">
                <a:solidFill>
                  <a:srgbClr val="142F3B"/>
                </a:solidFill>
                <a:latin typeface="Arial"/>
                <a:ea typeface="Arial"/>
                <a:cs typeface="Arial"/>
              </a:defRPr>
            </a:lvl1pPr>
            <a:lvl2pPr algn="ctr">
              <a:defRPr sz="1800" b="0">
                <a:solidFill>
                  <a:srgbClr val="142F3B"/>
                </a:solidFill>
                <a:latin typeface="Arial"/>
                <a:ea typeface="Arial"/>
                <a:cs typeface="Arial"/>
              </a:defRPr>
            </a:lvl2pPr>
            <a:lvl3pPr algn="ctr">
              <a:defRPr sz="1800" b="0">
                <a:solidFill>
                  <a:srgbClr val="142F3B"/>
                </a:solidFill>
                <a:latin typeface="Arial"/>
                <a:ea typeface="Arial"/>
                <a:cs typeface="Arial"/>
              </a:defRPr>
            </a:lvl3pPr>
            <a:lvl4pPr algn="ctr">
              <a:defRPr sz="1800" b="0">
                <a:solidFill>
                  <a:srgbClr val="142F3B"/>
                </a:solidFill>
                <a:latin typeface="Arial"/>
                <a:ea typeface="Arial"/>
                <a:cs typeface="Arial"/>
              </a:defRPr>
            </a:lvl4pPr>
            <a:lvl5pPr algn="ctr">
              <a:defRPr sz="1800" b="0">
                <a:solidFill>
                  <a:srgbClr val="142F3B"/>
                </a:solidFill>
                <a:latin typeface="Arial"/>
                <a:ea typeface="Arial"/>
                <a:cs typeface="Arial"/>
              </a:defRPr>
            </a:lvl5pPr>
            <a:lvl6pPr algn="ctr">
              <a:defRPr sz="1800" b="0">
                <a:solidFill>
                  <a:srgbClr val="142F3B"/>
                </a:solidFill>
                <a:latin typeface="Arial"/>
                <a:ea typeface="Arial"/>
                <a:cs typeface="Arial"/>
              </a:defRPr>
            </a:lvl6pPr>
            <a:lvl7pPr algn="ctr">
              <a:defRPr sz="1800" b="0">
                <a:solidFill>
                  <a:srgbClr val="142F3B"/>
                </a:solidFill>
                <a:latin typeface="Arial"/>
                <a:ea typeface="Arial"/>
                <a:cs typeface="Arial"/>
              </a:defRPr>
            </a:lvl7pPr>
            <a:lvl8pPr algn="ctr">
              <a:defRPr sz="1800" b="0">
                <a:solidFill>
                  <a:srgbClr val="142F3B"/>
                </a:solidFill>
                <a:latin typeface="Arial"/>
                <a:ea typeface="Arial"/>
                <a:cs typeface="Arial"/>
              </a:defRPr>
            </a:lvl8pPr>
            <a:lvl9pPr algn="ctr">
              <a:defRPr sz="1800" b="0">
                <a:solidFill>
                  <a:srgbClr val="142F3B"/>
                </a:solidFill>
                <a:latin typeface="Arial"/>
                <a:ea typeface="Arial"/>
                <a:cs typeface="Arial"/>
              </a:defRPr>
            </a:lvl9pPr>
          </a:lstStyle>
          <a:p xmlns:a="http://schemas.openxmlformats.org/drawingml/2006/main">
            <a:pPr algn="ctr">
              <a:defRPr sz="1800" b="0">
                <a:solidFill>
                  <a:srgbClr val="142F3B"/>
                </a:solidFill>
                <a:latin typeface="Arial"/>
                <a:ea typeface="Arial"/>
                <a:cs typeface="Arial"/>
              </a:defRPr>
            </a:pPr>
            <a:r>
              <a:rPr sz="1800" b="0">
                <a:solidFill>
                  <a:srgbClr val="142F3B"/>
                </a:solidFill>
                <a:latin typeface="Arial"/>
                <a:ea typeface="Arial"/>
                <a:cs typeface="Arial"/>
              </a:rPr>
              <a:t>A stable linearization has det J* &gt; 0 and tr J* &lt; 0.</a:t>
            </a:r>
          </a:p>
        </p:txBody>
      </p:sp>
      <p:sp>
        <p:nvSpPr>
          <p:cNvPr id="7" name="Text: Reference demand">
            <a:extLst xmlns:a="http://schemas.openxmlformats.org/drawingml/2006/main">
              <a:ext uri="{FF2B5EF4-FFF2-40B4-BE49-F238E27FC236}">
                <a16:creationId xmlns:a16="http://schemas.microsoft.com/office/drawing/2014/main" id="{304BE3D9-B405-46A8-B94B-FCE8C334E9D5}"/>
              </a:ext>
            </a:extLst>
          </p:cNvPr>
          <p:cNvSpPr>
            <a:spLocks xmlns:a="http://schemas.openxmlformats.org/drawingml/2006/main" noGrp="1"/>
          </p:cNvSpPr>
          <p:nvPr/>
        </p:nvSpPr>
        <p:spPr>
          <a:xfrm xmlns:a="http://schemas.openxmlformats.org/drawingml/2006/main">
            <a:off x="762000" y="39814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42F3B"/>
                </a:solidFill>
                <a:latin typeface="Arial"/>
                <a:ea typeface="Arial"/>
                <a:cs typeface="Arial"/>
              </a:defRPr>
            </a:defPPr>
            <a:lvl1pPr algn="ctr">
              <a:defRPr sz="2025" b="1">
                <a:solidFill>
                  <a:srgbClr val="142F3B"/>
                </a:solidFill>
                <a:latin typeface="Arial"/>
                <a:ea typeface="Arial"/>
                <a:cs typeface="Arial"/>
              </a:defRPr>
            </a:lvl1pPr>
            <a:lvl2pPr algn="ctr">
              <a:defRPr sz="2025" b="1">
                <a:solidFill>
                  <a:srgbClr val="142F3B"/>
                </a:solidFill>
                <a:latin typeface="Arial"/>
                <a:ea typeface="Arial"/>
                <a:cs typeface="Arial"/>
              </a:defRPr>
            </a:lvl2pPr>
            <a:lvl3pPr algn="ctr">
              <a:defRPr sz="2025" b="1">
                <a:solidFill>
                  <a:srgbClr val="142F3B"/>
                </a:solidFill>
                <a:latin typeface="Arial"/>
                <a:ea typeface="Arial"/>
                <a:cs typeface="Arial"/>
              </a:defRPr>
            </a:lvl3pPr>
            <a:lvl4pPr algn="ctr">
              <a:defRPr sz="2025" b="1">
                <a:solidFill>
                  <a:srgbClr val="142F3B"/>
                </a:solidFill>
                <a:latin typeface="Arial"/>
                <a:ea typeface="Arial"/>
                <a:cs typeface="Arial"/>
              </a:defRPr>
            </a:lvl4pPr>
            <a:lvl5pPr algn="ctr">
              <a:defRPr sz="2025" b="1">
                <a:solidFill>
                  <a:srgbClr val="142F3B"/>
                </a:solidFill>
                <a:latin typeface="Arial"/>
                <a:ea typeface="Arial"/>
                <a:cs typeface="Arial"/>
              </a:defRPr>
            </a:lvl5pPr>
            <a:lvl6pPr algn="ctr">
              <a:defRPr sz="2025" b="1">
                <a:solidFill>
                  <a:srgbClr val="142F3B"/>
                </a:solidFill>
                <a:latin typeface="Arial"/>
                <a:ea typeface="Arial"/>
                <a:cs typeface="Arial"/>
              </a:defRPr>
            </a:lvl6pPr>
            <a:lvl7pPr algn="ctr">
              <a:defRPr sz="2025" b="1">
                <a:solidFill>
                  <a:srgbClr val="142F3B"/>
                </a:solidFill>
                <a:latin typeface="Arial"/>
                <a:ea typeface="Arial"/>
                <a:cs typeface="Arial"/>
              </a:defRPr>
            </a:lvl7pPr>
            <a:lvl8pPr algn="ctr">
              <a:defRPr sz="2025" b="1">
                <a:solidFill>
                  <a:srgbClr val="142F3B"/>
                </a:solidFill>
                <a:latin typeface="Arial"/>
                <a:ea typeface="Arial"/>
                <a:cs typeface="Arial"/>
              </a:defRPr>
            </a:lvl8pPr>
            <a:lvl9pPr algn="ctr">
              <a:defRPr sz="2025" b="1">
                <a:solidFill>
                  <a:srgbClr val="142F3B"/>
                </a:solidFill>
                <a:latin typeface="Arial"/>
                <a:ea typeface="Arial"/>
                <a:cs typeface="Arial"/>
              </a:defRPr>
            </a:lvl9pPr>
          </a:lstStyle>
          <a:p xmlns:a="http://schemas.openxmlformats.org/drawingml/2006/main">
            <a:pPr algn="ctr">
              <a:defRPr sz="2025" b="1">
                <a:solidFill>
                  <a:srgbClr val="142F3B"/>
                </a:solidFill>
                <a:latin typeface="Arial"/>
                <a:ea typeface="Arial"/>
                <a:cs typeface="Arial"/>
              </a:defRPr>
            </a:pPr>
            <a:r>
              <a:rPr sz="2025" b="1">
                <a:solidFill>
                  <a:srgbClr val="142F3B"/>
                </a:solidFill>
                <a:latin typeface="Arial"/>
                <a:ea typeface="Arial"/>
                <a:cs typeface="Arial"/>
              </a:rPr>
              <a:t>Reference demand</a:t>
            </a:r>
          </a:p>
        </p:txBody>
      </p:sp>
      <p:sp>
        <p:nvSpPr>
          <p:cNvPr id="8" name="Text: After the demand increase">
            <a:extLst xmlns:a="http://schemas.openxmlformats.org/drawingml/2006/main">
              <a:ext uri="{FF2B5EF4-FFF2-40B4-BE49-F238E27FC236}">
                <a16:creationId xmlns:a16="http://schemas.microsoft.com/office/drawing/2014/main" id="{45BB994E-4DB8-4C4A-8478-2EC73A1DB5C0}"/>
              </a:ext>
            </a:extLst>
          </p:cNvPr>
          <p:cNvSpPr>
            <a:spLocks xmlns:a="http://schemas.openxmlformats.org/drawingml/2006/main" noGrp="1"/>
          </p:cNvSpPr>
          <p:nvPr/>
        </p:nvSpPr>
        <p:spPr>
          <a:xfrm xmlns:a="http://schemas.openxmlformats.org/drawingml/2006/main">
            <a:off x="6381750" y="39814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42F3B"/>
                </a:solidFill>
                <a:latin typeface="Arial"/>
                <a:ea typeface="Arial"/>
                <a:cs typeface="Arial"/>
              </a:defRPr>
            </a:defPPr>
            <a:lvl1pPr algn="ctr">
              <a:defRPr sz="2025" b="1">
                <a:solidFill>
                  <a:srgbClr val="142F3B"/>
                </a:solidFill>
                <a:latin typeface="Arial"/>
                <a:ea typeface="Arial"/>
                <a:cs typeface="Arial"/>
              </a:defRPr>
            </a:lvl1pPr>
            <a:lvl2pPr algn="ctr">
              <a:defRPr sz="2025" b="1">
                <a:solidFill>
                  <a:srgbClr val="142F3B"/>
                </a:solidFill>
                <a:latin typeface="Arial"/>
                <a:ea typeface="Arial"/>
                <a:cs typeface="Arial"/>
              </a:defRPr>
            </a:lvl2pPr>
            <a:lvl3pPr algn="ctr">
              <a:defRPr sz="2025" b="1">
                <a:solidFill>
                  <a:srgbClr val="142F3B"/>
                </a:solidFill>
                <a:latin typeface="Arial"/>
                <a:ea typeface="Arial"/>
                <a:cs typeface="Arial"/>
              </a:defRPr>
            </a:lvl3pPr>
            <a:lvl4pPr algn="ctr">
              <a:defRPr sz="2025" b="1">
                <a:solidFill>
                  <a:srgbClr val="142F3B"/>
                </a:solidFill>
                <a:latin typeface="Arial"/>
                <a:ea typeface="Arial"/>
                <a:cs typeface="Arial"/>
              </a:defRPr>
            </a:lvl4pPr>
            <a:lvl5pPr algn="ctr">
              <a:defRPr sz="2025" b="1">
                <a:solidFill>
                  <a:srgbClr val="142F3B"/>
                </a:solidFill>
                <a:latin typeface="Arial"/>
                <a:ea typeface="Arial"/>
                <a:cs typeface="Arial"/>
              </a:defRPr>
            </a:lvl5pPr>
            <a:lvl6pPr algn="ctr">
              <a:defRPr sz="2025" b="1">
                <a:solidFill>
                  <a:srgbClr val="142F3B"/>
                </a:solidFill>
                <a:latin typeface="Arial"/>
                <a:ea typeface="Arial"/>
                <a:cs typeface="Arial"/>
              </a:defRPr>
            </a:lvl6pPr>
            <a:lvl7pPr algn="ctr">
              <a:defRPr sz="2025" b="1">
                <a:solidFill>
                  <a:srgbClr val="142F3B"/>
                </a:solidFill>
                <a:latin typeface="Arial"/>
                <a:ea typeface="Arial"/>
                <a:cs typeface="Arial"/>
              </a:defRPr>
            </a:lvl7pPr>
            <a:lvl8pPr algn="ctr">
              <a:defRPr sz="2025" b="1">
                <a:solidFill>
                  <a:srgbClr val="142F3B"/>
                </a:solidFill>
                <a:latin typeface="Arial"/>
                <a:ea typeface="Arial"/>
                <a:cs typeface="Arial"/>
              </a:defRPr>
            </a:lvl8pPr>
            <a:lvl9pPr algn="ctr">
              <a:defRPr sz="2025" b="1">
                <a:solidFill>
                  <a:srgbClr val="142F3B"/>
                </a:solidFill>
                <a:latin typeface="Arial"/>
                <a:ea typeface="Arial"/>
                <a:cs typeface="Arial"/>
              </a:defRPr>
            </a:lvl9pPr>
          </a:lstStyle>
          <a:p xmlns:a="http://schemas.openxmlformats.org/drawingml/2006/main">
            <a:pPr algn="ctr">
              <a:defRPr sz="2025" b="1">
                <a:solidFill>
                  <a:srgbClr val="142F3B"/>
                </a:solidFill>
                <a:latin typeface="Arial"/>
                <a:ea typeface="Arial"/>
                <a:cs typeface="Arial"/>
              </a:defRPr>
            </a:pPr>
            <a:r>
              <a:rPr sz="2025" b="1">
                <a:solidFill>
                  <a:srgbClr val="142F3B"/>
                </a:solidFill>
                <a:latin typeface="Arial"/>
                <a:ea typeface="Arial"/>
                <a:cs typeface="Arial"/>
              </a:rPr>
              <a:t>After the demand increase</a:t>
            </a:r>
          </a:p>
        </p:txBody>
      </p:sp>
      <p:pic>
        <p:nvPicPr>
          <p:cNvPr id="9" name="">
            <a:extLst xmlns:a="http://schemas.openxmlformats.org/drawingml/2006/main">
              <a:ext uri="{FF2B5EF4-FFF2-40B4-BE49-F238E27FC236}">
                <a16:creationId xmlns:a16="http://schemas.microsoft.com/office/drawing/2014/main" id="{8820350E-47C1-4AC7-A3BB-40D2B16FFC18}"/>
              </a:ext>
            </a:extLst>
          </p:cNvPr>
          <p:cNvPicPr>
            <a:picLocks xmlns:a="http://schemas.openxmlformats.org/drawingml/2006/main" noChangeAspect="1"/>
          </p:cNvPicPr>
          <p:nvPr/>
        </p:nvPicPr>
        <p:blipFill>
          <a:blip xmlns:r="http://schemas.openxmlformats.org/officeDocument/2006/relationships" xmlns:a="http://schemas.openxmlformats.org/drawingml/2006/main" r:embed="Rc3230c8c40814b4d"/>
          <a:stretch xmlns:a="http://schemas.openxmlformats.org/drawingml/2006/main"/>
        </p:blipFill>
        <p:spPr>
          <a:xfrm xmlns:a="http://schemas.openxmlformats.org/drawingml/2006/main">
            <a:off x="2091955" y="4391263"/>
            <a:ext cx="2388340" cy="197119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9A1645C-119F-46F3-BAA6-34B13B482056}"/>
              </a:ext>
            </a:extLst>
          </p:cNvPr>
          <p:cNvPicPr>
            <a:picLocks xmlns:a="http://schemas.openxmlformats.org/drawingml/2006/main" noChangeAspect="1"/>
          </p:cNvPicPr>
          <p:nvPr/>
        </p:nvPicPr>
        <p:blipFill>
          <a:blip xmlns:r="http://schemas.openxmlformats.org/officeDocument/2006/relationships" xmlns:a="http://schemas.openxmlformats.org/drawingml/2006/main" r:embed="Rf1debb0e19e44236"/>
          <a:stretch xmlns:a="http://schemas.openxmlformats.org/drawingml/2006/main"/>
        </p:blipFill>
        <p:spPr>
          <a:xfrm xmlns:a="http://schemas.openxmlformats.org/drawingml/2006/main">
            <a:off x="7251673" y="4391025"/>
            <a:ext cx="3308404" cy="1971675"/>
          </a:xfrm>
          <a:prstGeom xmlns:a="http://schemas.openxmlformats.org/drawingml/2006/main" prst="rect">
            <a:avLst/>
          </a:prstGeom>
        </p:spPr>
      </p:pic>
      <p:sp>
        <p:nvSpPr>
          <p:cNvPr id="11" name="Text: 04 Stability">
            <a:extLst xmlns:a="http://schemas.openxmlformats.org/drawingml/2006/main">
              <a:ext uri="{FF2B5EF4-FFF2-40B4-BE49-F238E27FC236}">
                <a16:creationId xmlns:a16="http://schemas.microsoft.com/office/drawing/2014/main" id="{D0F537AA-E327-43D3-B300-D20B38DF93C2}"/>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defRPr sz="1275" b="0">
                <a:solidFill>
                  <a:srgbClr val="536873"/>
                </a:solidFill>
                <a:latin typeface="Arial"/>
                <a:ea typeface="Arial"/>
                <a:cs typeface="Arial"/>
              </a:defRPr>
            </a:lvl1pPr>
            <a:lvl2pPr algn="l">
              <a:defRPr sz="1275" b="0">
                <a:solidFill>
                  <a:srgbClr val="536873"/>
                </a:solidFill>
                <a:latin typeface="Arial"/>
                <a:ea typeface="Arial"/>
                <a:cs typeface="Arial"/>
              </a:defRPr>
            </a:lvl2pPr>
            <a:lvl3pPr algn="l">
              <a:defRPr sz="1275" b="0">
                <a:solidFill>
                  <a:srgbClr val="536873"/>
                </a:solidFill>
                <a:latin typeface="Arial"/>
                <a:ea typeface="Arial"/>
                <a:cs typeface="Arial"/>
              </a:defRPr>
            </a:lvl3pPr>
            <a:lvl4pPr algn="l">
              <a:defRPr sz="1275" b="0">
                <a:solidFill>
                  <a:srgbClr val="536873"/>
                </a:solidFill>
                <a:latin typeface="Arial"/>
                <a:ea typeface="Arial"/>
                <a:cs typeface="Arial"/>
              </a:defRPr>
            </a:lvl4pPr>
            <a:lvl5pPr algn="l">
              <a:defRPr sz="1275" b="0">
                <a:solidFill>
                  <a:srgbClr val="536873"/>
                </a:solidFill>
                <a:latin typeface="Arial"/>
                <a:ea typeface="Arial"/>
                <a:cs typeface="Arial"/>
              </a:defRPr>
            </a:lvl5pPr>
            <a:lvl6pPr algn="l">
              <a:defRPr sz="1275" b="0">
                <a:solidFill>
                  <a:srgbClr val="536873"/>
                </a:solidFill>
                <a:latin typeface="Arial"/>
                <a:ea typeface="Arial"/>
                <a:cs typeface="Arial"/>
              </a:defRPr>
            </a:lvl6pPr>
            <a:lvl7pPr algn="l">
              <a:defRPr sz="1275" b="0">
                <a:solidFill>
                  <a:srgbClr val="536873"/>
                </a:solidFill>
                <a:latin typeface="Arial"/>
                <a:ea typeface="Arial"/>
                <a:cs typeface="Arial"/>
              </a:defRPr>
            </a:lvl7pPr>
            <a:lvl8pPr algn="l">
              <a:defRPr sz="1275" b="0">
                <a:solidFill>
                  <a:srgbClr val="536873"/>
                </a:solidFill>
                <a:latin typeface="Arial"/>
                <a:ea typeface="Arial"/>
                <a:cs typeface="Arial"/>
              </a:defRPr>
            </a:lvl8pPr>
            <a:lvl9pPr algn="l">
              <a:defRPr sz="1275" b="0">
                <a:solidFill>
                  <a:srgbClr val="536873"/>
                </a:solidFill>
                <a:latin typeface="Arial"/>
                <a:ea typeface="Arial"/>
                <a:cs typeface="Arial"/>
              </a:defRPr>
            </a:lvl9pPr>
          </a:lstStyle>
          <a:p xmlns:a="http://schemas.openxmlformats.org/drawingml/2006/main">
            <a:pPr algn="l">
              <a:defRPr sz="1275" b="0">
                <a:solidFill>
                  <a:srgbClr val="536873"/>
                </a:solidFill>
                <a:latin typeface="Arial"/>
                <a:ea typeface="Arial"/>
                <a:cs typeface="Arial"/>
              </a:defRPr>
            </a:pPr>
            <a:r>
              <a:rPr sz="1275" b="0">
                <a:solidFill>
                  <a:srgbClr val="536873"/>
                </a:solidFill>
                <a:latin typeface="Arial"/>
                <a:ea typeface="Arial"/>
                <a:cs typeface="Arial"/>
              </a:rPr>
              <a:t>04 Stability</a:t>
            </a:r>
          </a:p>
        </p:txBody>
      </p:sp>
      <p:sp>
        <p:nvSpPr>
          <p:cNvPr id="12" name="Text: 13">
            <a:extLst xmlns:a="http://schemas.openxmlformats.org/drawingml/2006/main">
              <a:ext uri="{FF2B5EF4-FFF2-40B4-BE49-F238E27FC236}">
                <a16:creationId xmlns:a16="http://schemas.microsoft.com/office/drawing/2014/main" id="{836B611C-27A8-4DCF-B5F0-235FE52CE19E}"/>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defRPr sz="1350" b="0">
                <a:solidFill>
                  <a:srgbClr val="536873"/>
                </a:solidFill>
                <a:latin typeface="Arial"/>
                <a:ea typeface="Arial"/>
                <a:cs typeface="Arial"/>
              </a:defRPr>
            </a:lvl1pPr>
            <a:lvl2pPr algn="r">
              <a:defRPr sz="1350" b="0">
                <a:solidFill>
                  <a:srgbClr val="536873"/>
                </a:solidFill>
                <a:latin typeface="Arial"/>
                <a:ea typeface="Arial"/>
                <a:cs typeface="Arial"/>
              </a:defRPr>
            </a:lvl2pPr>
            <a:lvl3pPr algn="r">
              <a:defRPr sz="1350" b="0">
                <a:solidFill>
                  <a:srgbClr val="536873"/>
                </a:solidFill>
                <a:latin typeface="Arial"/>
                <a:ea typeface="Arial"/>
                <a:cs typeface="Arial"/>
              </a:defRPr>
            </a:lvl3pPr>
            <a:lvl4pPr algn="r">
              <a:defRPr sz="1350" b="0">
                <a:solidFill>
                  <a:srgbClr val="536873"/>
                </a:solidFill>
                <a:latin typeface="Arial"/>
                <a:ea typeface="Arial"/>
                <a:cs typeface="Arial"/>
              </a:defRPr>
            </a:lvl4pPr>
            <a:lvl5pPr algn="r">
              <a:defRPr sz="1350" b="0">
                <a:solidFill>
                  <a:srgbClr val="536873"/>
                </a:solidFill>
                <a:latin typeface="Arial"/>
                <a:ea typeface="Arial"/>
                <a:cs typeface="Arial"/>
              </a:defRPr>
            </a:lvl5pPr>
            <a:lvl6pPr algn="r">
              <a:defRPr sz="1350" b="0">
                <a:solidFill>
                  <a:srgbClr val="536873"/>
                </a:solidFill>
                <a:latin typeface="Arial"/>
                <a:ea typeface="Arial"/>
                <a:cs typeface="Arial"/>
              </a:defRPr>
            </a:lvl6pPr>
            <a:lvl7pPr algn="r">
              <a:defRPr sz="1350" b="0">
                <a:solidFill>
                  <a:srgbClr val="536873"/>
                </a:solidFill>
                <a:latin typeface="Arial"/>
                <a:ea typeface="Arial"/>
                <a:cs typeface="Arial"/>
              </a:defRPr>
            </a:lvl7pPr>
            <a:lvl8pPr algn="r">
              <a:defRPr sz="1350" b="0">
                <a:solidFill>
                  <a:srgbClr val="536873"/>
                </a:solidFill>
                <a:latin typeface="Arial"/>
                <a:ea typeface="Arial"/>
                <a:cs typeface="Arial"/>
              </a:defRPr>
            </a:lvl8pPr>
            <a:lvl9pPr algn="r">
              <a:defRPr sz="1350" b="0">
                <a:solidFill>
                  <a:srgbClr val="536873"/>
                </a:solidFill>
                <a:latin typeface="Arial"/>
                <a:ea typeface="Arial"/>
                <a:cs typeface="Arial"/>
              </a:defRPr>
            </a:lvl9pPr>
          </a:lstStyle>
          <a:p xmlns:a="http://schemas.openxmlformats.org/drawingml/2006/main">
            <a:pPr algn="r">
              <a:defRPr sz="1350" b="0">
                <a:solidFill>
                  <a:srgbClr val="536873"/>
                </a:solidFill>
                <a:latin typeface="Arial"/>
                <a:ea typeface="Arial"/>
                <a:cs typeface="Arial"/>
              </a:defRPr>
            </a:pPr>
            <a:r>
              <a:rPr sz="1350" b="0">
                <a:solidFill>
                  <a:srgbClr val="536873"/>
                </a:solidFill>
                <a:latin typeface="Arial"/>
                <a:ea typeface="Arial"/>
                <a:cs typeface="Arial"/>
              </a:rPr>
              <a:t>13</a:t>
            </a:r>
          </a:p>
        </p:txBody>
      </p:sp>
    </p:spTree>
    <p:extLst>
      <p:ext uri="{BB962C8B-B14F-4D97-AF65-F5344CB8AC3E}">
        <p14:creationId xmlns:p14="http://schemas.microsoft.com/office/powerpoint/2010/main" val="144110375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 name="Text: 14">
            <a:extLst xmlns:a="http://schemas.openxmlformats.org/drawingml/2006/main">
              <a:ext uri="{FF2B5EF4-FFF2-40B4-BE49-F238E27FC236}">
                <a16:creationId xmlns:a16="http://schemas.microsoft.com/office/drawing/2014/main" id="{C0D5861C-95D4-4BB8-9B70-978B72CA28EA}"/>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873"/>
                </a:solidFill>
                <a:latin typeface="Arial"/>
                <a:ea typeface="Arial"/>
                <a:cs typeface="Arial"/>
              </a:defRPr>
            </a:defPPr>
            <a:lvl1pPr algn="r">
              <a:buNone/>
              <a:defRPr sz="1350" b="0">
                <a:solidFill>
                  <a:srgbClr val="536873"/>
                </a:solidFill>
                <a:latin typeface="Arial"/>
                <a:ea typeface="Arial"/>
                <a:cs typeface="Arial"/>
              </a:defRPr>
            </a:lvl1pPr>
            <a:lvl2pPr algn="r">
              <a:buNone/>
              <a:defRPr sz="1350" b="0">
                <a:solidFill>
                  <a:srgbClr val="536873"/>
                </a:solidFill>
                <a:latin typeface="Arial"/>
                <a:ea typeface="Arial"/>
                <a:cs typeface="Arial"/>
              </a:defRPr>
            </a:lvl2pPr>
            <a:lvl3pPr algn="r">
              <a:buNone/>
              <a:defRPr sz="1350" b="0">
                <a:solidFill>
                  <a:srgbClr val="536873"/>
                </a:solidFill>
                <a:latin typeface="Arial"/>
                <a:ea typeface="Arial"/>
                <a:cs typeface="Arial"/>
              </a:defRPr>
            </a:lvl3pPr>
            <a:lvl4pPr algn="r">
              <a:buNone/>
              <a:defRPr sz="1350" b="0">
                <a:solidFill>
                  <a:srgbClr val="536873"/>
                </a:solidFill>
                <a:latin typeface="Arial"/>
                <a:ea typeface="Arial"/>
                <a:cs typeface="Arial"/>
              </a:defRPr>
            </a:lvl4pPr>
            <a:lvl5pPr algn="r">
              <a:buNone/>
              <a:defRPr sz="1350" b="0">
                <a:solidFill>
                  <a:srgbClr val="536873"/>
                </a:solidFill>
                <a:latin typeface="Arial"/>
                <a:ea typeface="Arial"/>
                <a:cs typeface="Arial"/>
              </a:defRPr>
            </a:lvl5pPr>
            <a:lvl6pPr algn="r">
              <a:buNone/>
              <a:defRPr sz="1350" b="0">
                <a:solidFill>
                  <a:srgbClr val="536873"/>
                </a:solidFill>
                <a:latin typeface="Arial"/>
                <a:ea typeface="Arial"/>
                <a:cs typeface="Arial"/>
              </a:defRPr>
            </a:lvl6pPr>
            <a:lvl7pPr algn="r">
              <a:buNone/>
              <a:defRPr sz="1350" b="0">
                <a:solidFill>
                  <a:srgbClr val="536873"/>
                </a:solidFill>
                <a:latin typeface="Arial"/>
                <a:ea typeface="Arial"/>
                <a:cs typeface="Arial"/>
              </a:defRPr>
            </a:lvl7pPr>
            <a:lvl8pPr algn="r">
              <a:buNone/>
              <a:defRPr sz="1350" b="0">
                <a:solidFill>
                  <a:srgbClr val="536873"/>
                </a:solidFill>
                <a:latin typeface="Arial"/>
                <a:ea typeface="Arial"/>
                <a:cs typeface="Arial"/>
              </a:defRPr>
            </a:lvl8pPr>
            <a:lvl9pPr algn="r">
              <a:buNone/>
              <a:defRPr sz="1350" b="0">
                <a:solidFill>
                  <a:srgbClr val="536873"/>
                </a:solidFill>
                <a:latin typeface="Arial"/>
                <a:ea typeface="Arial"/>
                <a:cs typeface="Arial"/>
              </a:defRPr>
            </a:lvl9pPr>
          </a:lstStyle>
          <a:p xmlns:a="http://schemas.openxmlformats.org/drawingml/2006/main">
            <a:pPr algn="r">
              <a:buNone/>
              <a:defRPr sz="1350" b="0">
                <a:solidFill>
                  <a:srgbClr val="536873"/>
                </a:solidFill>
                <a:latin typeface="Arial"/>
                <a:ea typeface="Arial"/>
                <a:cs typeface="Arial"/>
              </a:defRPr>
            </a:pPr>
            <a:r>
              <a:rPr sz="1350" b="0">
                <a:solidFill>
                  <a:srgbClr val="536873"/>
                </a:solidFill>
                <a:latin typeface="Arial"/>
                <a:ea typeface="Arial"/>
                <a:cs typeface="Arial"/>
              </a:rPr>
              <a:t>14</a:t>
            </a:r>
          </a:p>
        </p:txBody>
      </p:sp>
      <p:sp>
        <p:nvSpPr>
          <p:cNvPr id="3" name="Text: Closing">
            <a:extLst xmlns:a="http://schemas.openxmlformats.org/drawingml/2006/main">
              <a:ext uri="{FF2B5EF4-FFF2-40B4-BE49-F238E27FC236}">
                <a16:creationId xmlns:a16="http://schemas.microsoft.com/office/drawing/2014/main" id="{595F8A2B-F49C-42AC-A480-11BDAF8727FA}"/>
              </a:ext>
            </a:extLst>
          </p:cNvPr>
          <p:cNvSpPr>
            <a:spLocks xmlns:a="http://schemas.openxmlformats.org/drawingml/2006/main" noGrp="1"/>
          </p:cNvSpPr>
          <p:nvPr/>
        </p:nvSpPr>
        <p:spPr>
          <a:xfrm xmlns:a="http://schemas.openxmlformats.org/drawingml/2006/main">
            <a:off x="619125" y="64865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873"/>
                </a:solidFill>
                <a:latin typeface="Arial"/>
                <a:ea typeface="Arial"/>
                <a:cs typeface="Arial"/>
              </a:defRPr>
            </a:defPPr>
            <a:lvl1pPr algn="l">
              <a:buNone/>
              <a:defRPr sz="1275" b="0">
                <a:solidFill>
                  <a:srgbClr val="536873"/>
                </a:solidFill>
                <a:latin typeface="Arial"/>
                <a:ea typeface="Arial"/>
                <a:cs typeface="Arial"/>
              </a:defRPr>
            </a:lvl1pPr>
            <a:lvl2pPr algn="l">
              <a:buNone/>
              <a:defRPr sz="1275" b="0">
                <a:solidFill>
                  <a:srgbClr val="536873"/>
                </a:solidFill>
                <a:latin typeface="Arial"/>
                <a:ea typeface="Arial"/>
                <a:cs typeface="Arial"/>
              </a:defRPr>
            </a:lvl2pPr>
            <a:lvl3pPr algn="l">
              <a:buNone/>
              <a:defRPr sz="1275" b="0">
                <a:solidFill>
                  <a:srgbClr val="536873"/>
                </a:solidFill>
                <a:latin typeface="Arial"/>
                <a:ea typeface="Arial"/>
                <a:cs typeface="Arial"/>
              </a:defRPr>
            </a:lvl3pPr>
            <a:lvl4pPr algn="l">
              <a:buNone/>
              <a:defRPr sz="1275" b="0">
                <a:solidFill>
                  <a:srgbClr val="536873"/>
                </a:solidFill>
                <a:latin typeface="Arial"/>
                <a:ea typeface="Arial"/>
                <a:cs typeface="Arial"/>
              </a:defRPr>
            </a:lvl4pPr>
            <a:lvl5pPr algn="l">
              <a:buNone/>
              <a:defRPr sz="1275" b="0">
                <a:solidFill>
                  <a:srgbClr val="536873"/>
                </a:solidFill>
                <a:latin typeface="Arial"/>
                <a:ea typeface="Arial"/>
                <a:cs typeface="Arial"/>
              </a:defRPr>
            </a:lvl5pPr>
            <a:lvl6pPr algn="l">
              <a:buNone/>
              <a:defRPr sz="1275" b="0">
                <a:solidFill>
                  <a:srgbClr val="536873"/>
                </a:solidFill>
                <a:latin typeface="Arial"/>
                <a:ea typeface="Arial"/>
                <a:cs typeface="Arial"/>
              </a:defRPr>
            </a:lvl6pPr>
            <a:lvl7pPr algn="l">
              <a:buNone/>
              <a:defRPr sz="1275" b="0">
                <a:solidFill>
                  <a:srgbClr val="536873"/>
                </a:solidFill>
                <a:latin typeface="Arial"/>
                <a:ea typeface="Arial"/>
                <a:cs typeface="Arial"/>
              </a:defRPr>
            </a:lvl7pPr>
            <a:lvl8pPr algn="l">
              <a:buNone/>
              <a:defRPr sz="1275" b="0">
                <a:solidFill>
                  <a:srgbClr val="536873"/>
                </a:solidFill>
                <a:latin typeface="Arial"/>
                <a:ea typeface="Arial"/>
                <a:cs typeface="Arial"/>
              </a:defRPr>
            </a:lvl8pPr>
            <a:lvl9pPr algn="l">
              <a:buNone/>
              <a:defRPr sz="1275" b="0">
                <a:solidFill>
                  <a:srgbClr val="536873"/>
                </a:solidFill>
                <a:latin typeface="Arial"/>
                <a:ea typeface="Arial"/>
                <a:cs typeface="Arial"/>
              </a:defRPr>
            </a:lvl9pPr>
          </a:lstStyle>
          <a:p xmlns:a="http://schemas.openxmlformats.org/drawingml/2006/main">
            <a:pPr algn="l">
              <a:buNone/>
              <a:defRPr sz="1275" b="0">
                <a:solidFill>
                  <a:srgbClr val="536873"/>
                </a:solidFill>
                <a:latin typeface="Arial"/>
                <a:ea typeface="Arial"/>
                <a:cs typeface="Arial"/>
              </a:defRPr>
            </a:pPr>
            <a:r>
              <a:rPr sz="1275" b="0">
                <a:solidFill>
                  <a:srgbClr val="536873"/>
                </a:solidFill>
                <a:latin typeface="Arial"/>
                <a:ea typeface="Arial"/>
                <a:cs typeface="Arial"/>
              </a:rPr>
              <a:t>Closing</a:t>
            </a:r>
          </a:p>
        </p:txBody>
      </p:sp>
      <p:sp>
        <p:nvSpPr>
          <p:cNvPr id="4" name="Text: ATP level and recovery after a demand increase">
            <a:extLst xmlns:a="http://schemas.openxmlformats.org/drawingml/2006/main">
              <a:ext uri="{FF2B5EF4-FFF2-40B4-BE49-F238E27FC236}">
                <a16:creationId xmlns:a16="http://schemas.microsoft.com/office/drawing/2014/main" id="{2C17522E-C051-48E2-AAD5-2787326ADE94}"/>
              </a:ext>
            </a:extLst>
          </p:cNvPr>
          <p:cNvSpPr>
            <a:spLocks xmlns:a="http://schemas.openxmlformats.org/drawingml/2006/main" noGrp="1"/>
          </p:cNvSpPr>
          <p:nvPr/>
        </p:nvSpPr>
        <p:spPr>
          <a:xfrm xmlns:a="http://schemas.openxmlformats.org/drawingml/2006/main">
            <a:off x="609600" y="4095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F3B"/>
                </a:solidFill>
                <a:latin typeface="Arial"/>
                <a:ea typeface="Arial"/>
                <a:cs typeface="Arial"/>
              </a:defRPr>
            </a:defPPr>
            <a:lvl1pPr algn="l">
              <a:defRPr sz="3225" b="1">
                <a:solidFill>
                  <a:srgbClr val="142F3B"/>
                </a:solidFill>
                <a:latin typeface="Arial"/>
                <a:ea typeface="Arial"/>
                <a:cs typeface="Arial"/>
              </a:defRPr>
            </a:lvl1pPr>
            <a:lvl2pPr algn="l">
              <a:defRPr sz="3225" b="1">
                <a:solidFill>
                  <a:srgbClr val="142F3B"/>
                </a:solidFill>
                <a:latin typeface="Arial"/>
                <a:ea typeface="Arial"/>
                <a:cs typeface="Arial"/>
              </a:defRPr>
            </a:lvl2pPr>
            <a:lvl3pPr algn="l">
              <a:defRPr sz="3225" b="1">
                <a:solidFill>
                  <a:srgbClr val="142F3B"/>
                </a:solidFill>
                <a:latin typeface="Arial"/>
                <a:ea typeface="Arial"/>
                <a:cs typeface="Arial"/>
              </a:defRPr>
            </a:lvl3pPr>
            <a:lvl4pPr algn="l">
              <a:defRPr sz="3225" b="1">
                <a:solidFill>
                  <a:srgbClr val="142F3B"/>
                </a:solidFill>
                <a:latin typeface="Arial"/>
                <a:ea typeface="Arial"/>
                <a:cs typeface="Arial"/>
              </a:defRPr>
            </a:lvl4pPr>
            <a:lvl5pPr algn="l">
              <a:defRPr sz="3225" b="1">
                <a:solidFill>
                  <a:srgbClr val="142F3B"/>
                </a:solidFill>
                <a:latin typeface="Arial"/>
                <a:ea typeface="Arial"/>
                <a:cs typeface="Arial"/>
              </a:defRPr>
            </a:lvl5pPr>
            <a:lvl6pPr algn="l">
              <a:defRPr sz="3225" b="1">
                <a:solidFill>
                  <a:srgbClr val="142F3B"/>
                </a:solidFill>
                <a:latin typeface="Arial"/>
                <a:ea typeface="Arial"/>
                <a:cs typeface="Arial"/>
              </a:defRPr>
            </a:lvl6pPr>
            <a:lvl7pPr algn="l">
              <a:defRPr sz="3225" b="1">
                <a:solidFill>
                  <a:srgbClr val="142F3B"/>
                </a:solidFill>
                <a:latin typeface="Arial"/>
                <a:ea typeface="Arial"/>
                <a:cs typeface="Arial"/>
              </a:defRPr>
            </a:lvl7pPr>
            <a:lvl8pPr algn="l">
              <a:defRPr sz="3225" b="1">
                <a:solidFill>
                  <a:srgbClr val="142F3B"/>
                </a:solidFill>
                <a:latin typeface="Arial"/>
                <a:ea typeface="Arial"/>
                <a:cs typeface="Arial"/>
              </a:defRPr>
            </a:lvl8pPr>
            <a:lvl9pPr algn="l">
              <a:defRPr sz="3225" b="1">
                <a:solidFill>
                  <a:srgbClr val="142F3B"/>
                </a:solidFill>
                <a:latin typeface="Arial"/>
                <a:ea typeface="Arial"/>
                <a:cs typeface="Arial"/>
              </a:defRPr>
            </a:lvl9pPr>
          </a:lstStyle>
          <a:p xmlns:a="http://schemas.openxmlformats.org/drawingml/2006/main">
            <a:pPr algn="l">
              <a:defRPr sz="3225" b="1">
                <a:solidFill>
                  <a:srgbClr val="142F3B"/>
                </a:solidFill>
                <a:latin typeface="Arial"/>
                <a:ea typeface="Arial"/>
                <a:cs typeface="Arial"/>
              </a:defRPr>
            </a:pPr>
            <a:r>
              <a:rPr sz="3225" b="1">
                <a:solidFill>
                  <a:srgbClr val="142F3B"/>
                </a:solidFill>
                <a:latin typeface="Arial"/>
                <a:ea typeface="Arial"/>
                <a:cs typeface="Arial"/>
              </a:rPr>
              <a:t>ATP level and recovery after a demand increase</a:t>
            </a:r>
          </a:p>
        </p:txBody>
      </p:sp>
      <p:sp>
        <p:nvSpPr>
          <p:cNvPr id="5" name="Text: Higher demand lowers ATP on this branch.&#10;Increasin">
            <a:extLst xmlns:a="http://schemas.openxmlformats.org/drawingml/2006/main">
              <a:ext uri="{FF2B5EF4-FFF2-40B4-BE49-F238E27FC236}">
                <a16:creationId xmlns:a16="http://schemas.microsoft.com/office/drawing/2014/main" id="{2A883802-0FAF-43F6-BBBC-F80FDFE3D818}"/>
              </a:ext>
            </a:extLst>
          </p:cNvPr>
          <p:cNvSpPr>
            <a:spLocks xmlns:a="http://schemas.openxmlformats.org/drawingml/2006/main" noGrp="1"/>
          </p:cNvSpPr>
          <p:nvPr/>
        </p:nvSpPr>
        <p:spPr>
          <a:xfrm xmlns:a="http://schemas.openxmlformats.org/drawingml/2006/main">
            <a:off x="742950" y="1685925"/>
            <a:ext cx="107061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42F3B"/>
                </a:solidFill>
                <a:latin typeface="Arial"/>
                <a:ea typeface="Arial"/>
                <a:cs typeface="Arial"/>
              </a:defRPr>
            </a:defPPr>
            <a:lvl1pPr algn="l">
              <a:defRPr sz="2775" b="1">
                <a:solidFill>
                  <a:srgbClr val="142F3B"/>
                </a:solidFill>
                <a:latin typeface="Arial"/>
                <a:ea typeface="Arial"/>
                <a:cs typeface="Arial"/>
              </a:defRPr>
            </a:lvl1pPr>
            <a:lvl2pPr algn="l">
              <a:defRPr sz="2775" b="1">
                <a:solidFill>
                  <a:srgbClr val="142F3B"/>
                </a:solidFill>
                <a:latin typeface="Arial"/>
                <a:ea typeface="Arial"/>
                <a:cs typeface="Arial"/>
              </a:defRPr>
            </a:lvl2pPr>
            <a:lvl3pPr algn="l">
              <a:defRPr sz="2775" b="1">
                <a:solidFill>
                  <a:srgbClr val="142F3B"/>
                </a:solidFill>
                <a:latin typeface="Arial"/>
                <a:ea typeface="Arial"/>
                <a:cs typeface="Arial"/>
              </a:defRPr>
            </a:lvl3pPr>
            <a:lvl4pPr algn="l">
              <a:defRPr sz="2775" b="1">
                <a:solidFill>
                  <a:srgbClr val="142F3B"/>
                </a:solidFill>
                <a:latin typeface="Arial"/>
                <a:ea typeface="Arial"/>
                <a:cs typeface="Arial"/>
              </a:defRPr>
            </a:lvl4pPr>
            <a:lvl5pPr algn="l">
              <a:defRPr sz="2775" b="1">
                <a:solidFill>
                  <a:srgbClr val="142F3B"/>
                </a:solidFill>
                <a:latin typeface="Arial"/>
                <a:ea typeface="Arial"/>
                <a:cs typeface="Arial"/>
              </a:defRPr>
            </a:lvl5pPr>
            <a:lvl6pPr algn="l">
              <a:defRPr sz="2775" b="1">
                <a:solidFill>
                  <a:srgbClr val="142F3B"/>
                </a:solidFill>
                <a:latin typeface="Arial"/>
                <a:ea typeface="Arial"/>
                <a:cs typeface="Arial"/>
              </a:defRPr>
            </a:lvl6pPr>
            <a:lvl7pPr algn="l">
              <a:defRPr sz="2775" b="1">
                <a:solidFill>
                  <a:srgbClr val="142F3B"/>
                </a:solidFill>
                <a:latin typeface="Arial"/>
                <a:ea typeface="Arial"/>
                <a:cs typeface="Arial"/>
              </a:defRPr>
            </a:lvl7pPr>
            <a:lvl8pPr algn="l">
              <a:defRPr sz="2775" b="1">
                <a:solidFill>
                  <a:srgbClr val="142F3B"/>
                </a:solidFill>
                <a:latin typeface="Arial"/>
                <a:ea typeface="Arial"/>
                <a:cs typeface="Arial"/>
              </a:defRPr>
            </a:lvl8pPr>
            <a:lvl9pPr algn="l">
              <a:defRPr sz="2775" b="1">
                <a:solidFill>
                  <a:srgbClr val="142F3B"/>
                </a:solidFill>
                <a:latin typeface="Arial"/>
                <a:ea typeface="Arial"/>
                <a:cs typeface="Arial"/>
              </a:defRPr>
            </a:lvl9pPr>
          </a:lstStyle>
          <a:p xmlns:a="http://schemas.openxmlformats.org/drawingml/2006/main">
            <a:pPr algn="l">
              <a:defRPr sz="2775" b="1">
                <a:solidFill>
                  <a:srgbClr val="142F3B"/>
                </a:solidFill>
                <a:latin typeface="Arial"/>
                <a:ea typeface="Arial"/>
                <a:cs typeface="Arial"/>
              </a:defRPr>
            </a:pPr>
            <a:r>
              <a:rPr sz="2775" b="1">
                <a:solidFill>
                  <a:srgbClr val="142F3B"/>
                </a:solidFill>
                <a:latin typeface="Arial"/>
                <a:ea typeface="Arial"/>
                <a:cs typeface="Arial"/>
              </a:rPr>
              <a:t>Higher demand lowers ATP on this branch.</a:t>
            </a:r>
          </a:p>
          <a:p xmlns:a="http://schemas.openxmlformats.org/drawingml/2006/main">
            <a:pPr algn="l">
              <a:defRPr sz="2775" b="1">
                <a:solidFill>
                  <a:srgbClr val="142F3B"/>
                </a:solidFill>
                <a:latin typeface="Arial"/>
                <a:ea typeface="Arial"/>
                <a:cs typeface="Arial"/>
              </a:defRPr>
            </a:pPr>
            <a:r>
              <a:rPr sz="2775" b="1">
                <a:solidFill>
                  <a:srgbClr val="142F3B"/>
                </a:solidFill>
                <a:latin typeface="Arial"/>
                <a:ea typeface="Arial"/>
                <a:cs typeface="Arial"/>
              </a:rPr>
              <a:t>Increasing h can slow or destabilize recovery.</a:t>
            </a:r>
          </a:p>
        </p:txBody>
      </p:sp>
      <p:pic>
        <p:nvPicPr>
          <p:cNvPr id="6" name="">
            <a:extLst xmlns:a="http://schemas.openxmlformats.org/drawingml/2006/main">
              <a:ext uri="{FF2B5EF4-FFF2-40B4-BE49-F238E27FC236}">
                <a16:creationId xmlns:a16="http://schemas.microsoft.com/office/drawing/2014/main" id="{914E25B4-F490-4B7B-BFED-963DB89B1210}"/>
              </a:ext>
            </a:extLst>
          </p:cNvPr>
          <p:cNvPicPr>
            <a:picLocks xmlns:a="http://schemas.openxmlformats.org/drawingml/2006/main" noChangeAspect="1"/>
          </p:cNvPicPr>
          <p:nvPr/>
        </p:nvPicPr>
        <p:blipFill>
          <a:blip xmlns:r="http://schemas.openxmlformats.org/officeDocument/2006/relationships" xmlns:a="http://schemas.openxmlformats.org/drawingml/2006/main" r:embed="R950c499d791449e4"/>
          <a:stretch xmlns:a="http://schemas.openxmlformats.org/drawingml/2006/main"/>
        </p:blipFill>
        <p:spPr>
          <a:xfrm xmlns:a="http://schemas.openxmlformats.org/drawingml/2006/main">
            <a:off x="1260153" y="3235896"/>
            <a:ext cx="9671693" cy="576709"/>
          </a:xfrm>
          <a:prstGeom xmlns:a="http://schemas.openxmlformats.org/drawingml/2006/main" prst="rect">
            <a:avLst/>
          </a:prstGeom>
        </p:spPr>
      </p:pic>
      <p:sp>
        <p:nvSpPr>
          <p:cNvPr id="7" name="Text: Why does ATP settle lower?">
            <a:extLst xmlns:a="http://schemas.openxmlformats.org/drawingml/2006/main">
              <a:ext uri="{FF2B5EF4-FFF2-40B4-BE49-F238E27FC236}">
                <a16:creationId xmlns:a16="http://schemas.microsoft.com/office/drawing/2014/main" id="{6E908834-236B-494C-B180-BD2781C3B00A}"/>
              </a:ext>
            </a:extLst>
          </p:cNvPr>
          <p:cNvSpPr>
            <a:spLocks xmlns:a="http://schemas.openxmlformats.org/drawingml/2006/main" noGrp="1"/>
          </p:cNvSpPr>
          <p:nvPr/>
        </p:nvSpPr>
        <p:spPr>
          <a:xfrm xmlns:a="http://schemas.openxmlformats.org/drawingml/2006/main">
            <a:off x="742950" y="4295775"/>
            <a:ext cx="10706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F3B"/>
                </a:solidFill>
                <a:latin typeface="Arial"/>
                <a:ea typeface="Arial"/>
                <a:cs typeface="Arial"/>
              </a:defRPr>
            </a:defPPr>
            <a:lvl1pPr algn="l">
              <a:defRPr sz="2250" b="1">
                <a:solidFill>
                  <a:srgbClr val="142F3B"/>
                </a:solidFill>
                <a:latin typeface="Arial"/>
                <a:ea typeface="Arial"/>
                <a:cs typeface="Arial"/>
              </a:defRPr>
            </a:lvl1pPr>
            <a:lvl2pPr algn="l">
              <a:defRPr sz="2250" b="1">
                <a:solidFill>
                  <a:srgbClr val="142F3B"/>
                </a:solidFill>
                <a:latin typeface="Arial"/>
                <a:ea typeface="Arial"/>
                <a:cs typeface="Arial"/>
              </a:defRPr>
            </a:lvl2pPr>
            <a:lvl3pPr algn="l">
              <a:defRPr sz="2250" b="1">
                <a:solidFill>
                  <a:srgbClr val="142F3B"/>
                </a:solidFill>
                <a:latin typeface="Arial"/>
                <a:ea typeface="Arial"/>
                <a:cs typeface="Arial"/>
              </a:defRPr>
            </a:lvl3pPr>
            <a:lvl4pPr algn="l">
              <a:defRPr sz="2250" b="1">
                <a:solidFill>
                  <a:srgbClr val="142F3B"/>
                </a:solidFill>
                <a:latin typeface="Arial"/>
                <a:ea typeface="Arial"/>
                <a:cs typeface="Arial"/>
              </a:defRPr>
            </a:lvl4pPr>
            <a:lvl5pPr algn="l">
              <a:defRPr sz="2250" b="1">
                <a:solidFill>
                  <a:srgbClr val="142F3B"/>
                </a:solidFill>
                <a:latin typeface="Arial"/>
                <a:ea typeface="Arial"/>
                <a:cs typeface="Arial"/>
              </a:defRPr>
            </a:lvl5pPr>
            <a:lvl6pPr algn="l">
              <a:defRPr sz="2250" b="1">
                <a:solidFill>
                  <a:srgbClr val="142F3B"/>
                </a:solidFill>
                <a:latin typeface="Arial"/>
                <a:ea typeface="Arial"/>
                <a:cs typeface="Arial"/>
              </a:defRPr>
            </a:lvl6pPr>
            <a:lvl7pPr algn="l">
              <a:defRPr sz="2250" b="1">
                <a:solidFill>
                  <a:srgbClr val="142F3B"/>
                </a:solidFill>
                <a:latin typeface="Arial"/>
                <a:ea typeface="Arial"/>
                <a:cs typeface="Arial"/>
              </a:defRPr>
            </a:lvl7pPr>
            <a:lvl8pPr algn="l">
              <a:defRPr sz="2250" b="1">
                <a:solidFill>
                  <a:srgbClr val="142F3B"/>
                </a:solidFill>
                <a:latin typeface="Arial"/>
                <a:ea typeface="Arial"/>
                <a:cs typeface="Arial"/>
              </a:defRPr>
            </a:lvl8pPr>
            <a:lvl9pPr algn="l">
              <a:defRPr sz="2250" b="1">
                <a:solidFill>
                  <a:srgbClr val="142F3B"/>
                </a:solidFill>
                <a:latin typeface="Arial"/>
                <a:ea typeface="Arial"/>
                <a:cs typeface="Arial"/>
              </a:defRPr>
            </a:lvl9pPr>
          </a:lstStyle>
          <a:p xmlns:a="http://schemas.openxmlformats.org/drawingml/2006/main">
            <a:pPr algn="l">
              <a:defRPr sz="2250" b="1">
                <a:solidFill>
                  <a:srgbClr val="142F3B"/>
                </a:solidFill>
                <a:latin typeface="Arial"/>
                <a:ea typeface="Arial"/>
                <a:cs typeface="Arial"/>
              </a:defRPr>
            </a:pPr>
            <a:r>
              <a:rPr sz="2250" b="1">
                <a:solidFill>
                  <a:srgbClr val="142F3B"/>
                </a:solidFill>
                <a:latin typeface="Arial"/>
                <a:ea typeface="Arial"/>
                <a:cs typeface="Arial"/>
              </a:rPr>
              <a:t>Why does ATP settle lower?</a:t>
            </a:r>
          </a:p>
        </p:txBody>
      </p:sp>
      <p:sp>
        <p:nvSpPr>
          <p:cNvPr id="8" name="Text: Lower ATP relieves inhibition enough to raise inve">
            <a:extLst xmlns:a="http://schemas.openxmlformats.org/drawingml/2006/main">
              <a:ext uri="{FF2B5EF4-FFF2-40B4-BE49-F238E27FC236}">
                <a16:creationId xmlns:a16="http://schemas.microsoft.com/office/drawing/2014/main" id="{54C68909-8570-4EA2-8A4F-6C592AC065A6}"/>
              </a:ext>
            </a:extLst>
          </p:cNvPr>
          <p:cNvSpPr>
            <a:spLocks xmlns:a="http://schemas.openxmlformats.org/drawingml/2006/main" noGrp="1"/>
          </p:cNvSpPr>
          <p:nvPr/>
        </p:nvSpPr>
        <p:spPr>
          <a:xfrm xmlns:a="http://schemas.openxmlformats.org/drawingml/2006/main">
            <a:off x="742950" y="4857750"/>
            <a:ext cx="10706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F3B"/>
                </a:solidFill>
                <a:latin typeface="Arial"/>
                <a:ea typeface="Arial"/>
                <a:cs typeface="Arial"/>
              </a:defRPr>
            </a:defPPr>
            <a:lvl1pPr algn="l">
              <a:defRPr sz="2175" b="0">
                <a:solidFill>
                  <a:srgbClr val="142F3B"/>
                </a:solidFill>
                <a:latin typeface="Arial"/>
                <a:ea typeface="Arial"/>
                <a:cs typeface="Arial"/>
              </a:defRPr>
            </a:lvl1pPr>
            <a:lvl2pPr algn="l">
              <a:defRPr sz="2175" b="0">
                <a:solidFill>
                  <a:srgbClr val="142F3B"/>
                </a:solidFill>
                <a:latin typeface="Arial"/>
                <a:ea typeface="Arial"/>
                <a:cs typeface="Arial"/>
              </a:defRPr>
            </a:lvl2pPr>
            <a:lvl3pPr algn="l">
              <a:defRPr sz="2175" b="0">
                <a:solidFill>
                  <a:srgbClr val="142F3B"/>
                </a:solidFill>
                <a:latin typeface="Arial"/>
                <a:ea typeface="Arial"/>
                <a:cs typeface="Arial"/>
              </a:defRPr>
            </a:lvl3pPr>
            <a:lvl4pPr algn="l">
              <a:defRPr sz="2175" b="0">
                <a:solidFill>
                  <a:srgbClr val="142F3B"/>
                </a:solidFill>
                <a:latin typeface="Arial"/>
                <a:ea typeface="Arial"/>
                <a:cs typeface="Arial"/>
              </a:defRPr>
            </a:lvl4pPr>
            <a:lvl5pPr algn="l">
              <a:defRPr sz="2175" b="0">
                <a:solidFill>
                  <a:srgbClr val="142F3B"/>
                </a:solidFill>
                <a:latin typeface="Arial"/>
                <a:ea typeface="Arial"/>
                <a:cs typeface="Arial"/>
              </a:defRPr>
            </a:lvl5pPr>
            <a:lvl6pPr algn="l">
              <a:defRPr sz="2175" b="0">
                <a:solidFill>
                  <a:srgbClr val="142F3B"/>
                </a:solidFill>
                <a:latin typeface="Arial"/>
                <a:ea typeface="Arial"/>
                <a:cs typeface="Arial"/>
              </a:defRPr>
            </a:lvl6pPr>
            <a:lvl7pPr algn="l">
              <a:defRPr sz="2175" b="0">
                <a:solidFill>
                  <a:srgbClr val="142F3B"/>
                </a:solidFill>
                <a:latin typeface="Arial"/>
                <a:ea typeface="Arial"/>
                <a:cs typeface="Arial"/>
              </a:defRPr>
            </a:lvl7pPr>
            <a:lvl8pPr algn="l">
              <a:defRPr sz="2175" b="0">
                <a:solidFill>
                  <a:srgbClr val="142F3B"/>
                </a:solidFill>
                <a:latin typeface="Arial"/>
                <a:ea typeface="Arial"/>
                <a:cs typeface="Arial"/>
              </a:defRPr>
            </a:lvl8pPr>
            <a:lvl9pPr algn="l">
              <a:defRPr sz="2175" b="0">
                <a:solidFill>
                  <a:srgbClr val="142F3B"/>
                </a:solidFill>
                <a:latin typeface="Arial"/>
                <a:ea typeface="Arial"/>
                <a:cs typeface="Arial"/>
              </a:defRPr>
            </a:lvl9pPr>
          </a:lstStyle>
          <a:p xmlns:a="http://schemas.openxmlformats.org/drawingml/2006/main">
            <a:pPr algn="l">
              <a:defRPr sz="2175" b="0">
                <a:solidFill>
                  <a:srgbClr val="142F3B"/>
                </a:solidFill>
                <a:latin typeface="Arial"/>
                <a:ea typeface="Arial"/>
                <a:cs typeface="Arial"/>
              </a:defRPr>
            </a:pPr>
            <a:r>
              <a:rPr sz="2175" b="0">
                <a:solidFill>
                  <a:srgbClr val="142F3B"/>
                </a:solidFill>
                <a:latin typeface="Arial"/>
                <a:ea typeface="Arial"/>
                <a:cs typeface="Arial"/>
              </a:rPr>
              <a:t>Lower ATP relieves inhibition enough to raise investment flux.</a:t>
            </a:r>
          </a:p>
          <a:p xmlns:a="http://schemas.openxmlformats.org/drawingml/2006/main">
            <a:pPr algn="l">
              <a:defRPr sz="2175" b="0">
                <a:solidFill>
                  <a:srgbClr val="142F3B"/>
                </a:solidFill>
                <a:latin typeface="Arial"/>
                <a:ea typeface="Arial"/>
                <a:cs typeface="Arial"/>
              </a:defRPr>
            </a:pPr>
            <a:r>
              <a:rPr sz="2175" b="0">
                <a:solidFill>
                  <a:srgbClr val="142F3B"/>
                </a:solidFill>
                <a:latin typeface="Arial"/>
                <a:ea typeface="Arial"/>
                <a:cs typeface="Arial"/>
              </a:rPr>
              <a:t>The larger I pool then supports the higher ATP payoff.</a:t>
            </a:r>
          </a:p>
        </p:txBody>
      </p:sp>
      <p:sp>
        <p:nvSpPr>
          <p:cNvPr id="9" name="Text: Here, relief of inhibition outweighs the loss of A">
            <a:extLst xmlns:a="http://schemas.openxmlformats.org/drawingml/2006/main">
              <a:ext uri="{FF2B5EF4-FFF2-40B4-BE49-F238E27FC236}">
                <a16:creationId xmlns:a16="http://schemas.microsoft.com/office/drawing/2014/main" id="{A38D2341-5741-4D34-95AE-F621378EF52B}"/>
              </a:ext>
            </a:extLst>
          </p:cNvPr>
          <p:cNvSpPr>
            <a:spLocks xmlns:a="http://schemas.openxmlformats.org/drawingml/2006/main" noGrp="1"/>
          </p:cNvSpPr>
          <p:nvPr/>
        </p:nvSpPr>
        <p:spPr>
          <a:xfrm xmlns:a="http://schemas.openxmlformats.org/drawingml/2006/main">
            <a:off x="742950" y="5905500"/>
            <a:ext cx="1070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873"/>
                </a:solidFill>
                <a:latin typeface="Arial"/>
                <a:ea typeface="Arial"/>
                <a:cs typeface="Arial"/>
              </a:defRPr>
            </a:defPPr>
            <a:lvl1pPr algn="l">
              <a:defRPr sz="1725" b="0">
                <a:solidFill>
                  <a:srgbClr val="536873"/>
                </a:solidFill>
                <a:latin typeface="Arial"/>
                <a:ea typeface="Arial"/>
                <a:cs typeface="Arial"/>
              </a:defRPr>
            </a:lvl1pPr>
            <a:lvl2pPr algn="l">
              <a:defRPr sz="1725" b="0">
                <a:solidFill>
                  <a:srgbClr val="536873"/>
                </a:solidFill>
                <a:latin typeface="Arial"/>
                <a:ea typeface="Arial"/>
                <a:cs typeface="Arial"/>
              </a:defRPr>
            </a:lvl2pPr>
            <a:lvl3pPr algn="l">
              <a:defRPr sz="1725" b="0">
                <a:solidFill>
                  <a:srgbClr val="536873"/>
                </a:solidFill>
                <a:latin typeface="Arial"/>
                <a:ea typeface="Arial"/>
                <a:cs typeface="Arial"/>
              </a:defRPr>
            </a:lvl3pPr>
            <a:lvl4pPr algn="l">
              <a:defRPr sz="1725" b="0">
                <a:solidFill>
                  <a:srgbClr val="536873"/>
                </a:solidFill>
                <a:latin typeface="Arial"/>
                <a:ea typeface="Arial"/>
                <a:cs typeface="Arial"/>
              </a:defRPr>
            </a:lvl4pPr>
            <a:lvl5pPr algn="l">
              <a:defRPr sz="1725" b="0">
                <a:solidFill>
                  <a:srgbClr val="536873"/>
                </a:solidFill>
                <a:latin typeface="Arial"/>
                <a:ea typeface="Arial"/>
                <a:cs typeface="Arial"/>
              </a:defRPr>
            </a:lvl5pPr>
            <a:lvl6pPr algn="l">
              <a:defRPr sz="1725" b="0">
                <a:solidFill>
                  <a:srgbClr val="536873"/>
                </a:solidFill>
                <a:latin typeface="Arial"/>
                <a:ea typeface="Arial"/>
                <a:cs typeface="Arial"/>
              </a:defRPr>
            </a:lvl6pPr>
            <a:lvl7pPr algn="l">
              <a:defRPr sz="1725" b="0">
                <a:solidFill>
                  <a:srgbClr val="536873"/>
                </a:solidFill>
                <a:latin typeface="Arial"/>
                <a:ea typeface="Arial"/>
                <a:cs typeface="Arial"/>
              </a:defRPr>
            </a:lvl7pPr>
            <a:lvl8pPr algn="l">
              <a:defRPr sz="1725" b="0">
                <a:solidFill>
                  <a:srgbClr val="536873"/>
                </a:solidFill>
                <a:latin typeface="Arial"/>
                <a:ea typeface="Arial"/>
                <a:cs typeface="Arial"/>
              </a:defRPr>
            </a:lvl8pPr>
            <a:lvl9pPr algn="l">
              <a:defRPr sz="1725" b="0">
                <a:solidFill>
                  <a:srgbClr val="536873"/>
                </a:solidFill>
                <a:latin typeface="Arial"/>
                <a:ea typeface="Arial"/>
                <a:cs typeface="Arial"/>
              </a:defRPr>
            </a:lvl9pPr>
          </a:lstStyle>
          <a:p xmlns:a="http://schemas.openxmlformats.org/drawingml/2006/main">
            <a:pPr algn="l">
              <a:defRPr sz="1725" b="0">
                <a:solidFill>
                  <a:srgbClr val="536873"/>
                </a:solidFill>
                <a:latin typeface="Arial"/>
                <a:ea typeface="Arial"/>
                <a:cs typeface="Arial"/>
              </a:defRPr>
            </a:pPr>
            <a:r>
              <a:rPr sz="1725" b="0">
                <a:solidFill>
                  <a:srgbClr val="536873"/>
                </a:solidFill>
                <a:latin typeface="Arial"/>
                <a:ea typeface="Arial"/>
                <a:cs typeface="Arial"/>
              </a:rPr>
              <a:t>Here, relief of inhibition outweighs the loss of ATP substrate.</a:t>
            </a:r>
          </a:p>
        </p:txBody>
      </p:sp>
    </p:spTree>
    <p:extLst>
      <p:ext uri="{BB962C8B-B14F-4D97-AF65-F5344CB8AC3E}">
        <p14:creationId xmlns:p14="http://schemas.microsoft.com/office/powerpoint/2010/main" val="1011191552"/>
      </p:ext>
    </p:extLst>
  </p:cSld>
</p:sld>
</file>

<file path=ppt/slides/slide15.xml><?xml version="1.0" encoding="utf-8"?>
<p:sld xmlns:p="http://schemas.openxmlformats.org/presentationml/2006/main">
  <p:cSld>
    <p:bg>
      <p:bgPr>
        <a:solidFill xmlns:a="http://schemas.openxmlformats.org/drawingml/2006/main">
          <a:srgbClr val="142F3B"/>
        </a:solidFill>
      </p:bgPr>
    </p:bg>
    <p:spTree>
      <p:nvGrpSpPr>
        <p:cNvPr id="1" name=""/>
        <p:cNvGrpSpPr/>
        <p:nvPr/>
      </p:nvGrpSpPr>
      <p:grpSpPr>
        <a:xfrm xmlns:a="http://schemas.openxmlformats.org/drawingml/2006/main"/>
      </p:grpSpPr>
      <p:sp>
        <p:nvSpPr>
          <p:cNvPr id="4" name="Text: Q&amp;A">
            <a:extLst xmlns:a="http://schemas.openxmlformats.org/drawingml/2006/main">
              <a:ext uri="{FF2B5EF4-FFF2-40B4-BE49-F238E27FC236}">
                <a16:creationId xmlns:a16="http://schemas.microsoft.com/office/drawing/2014/main" id="{98B8C5EE-7646-4FD3-ADC6-7949212C4A21}"/>
              </a:ext>
            </a:extLst>
          </p:cNvPr>
          <p:cNvSpPr>
            <a:spLocks xmlns:a="http://schemas.openxmlformats.org/drawingml/2006/main" noGrp="1"/>
          </p:cNvSpPr>
          <p:nvPr/>
        </p:nvSpPr>
        <p:spPr>
          <a:xfrm xmlns:a="http://schemas.openxmlformats.org/drawingml/2006/main">
            <a:off x="742950" y="18669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00" b="1">
                <a:solidFill>
                  <a:srgbClr val="FFFFFF"/>
                </a:solidFill>
                <a:latin typeface="Arial"/>
                <a:ea typeface="Arial"/>
                <a:cs typeface="Arial"/>
              </a:defRPr>
            </a:defPPr>
            <a:lvl1pPr algn="ctr">
              <a:buNone/>
              <a:defRPr sz="5700" b="1">
                <a:solidFill>
                  <a:srgbClr val="FFFFFF"/>
                </a:solidFill>
                <a:latin typeface="Arial"/>
                <a:ea typeface="Arial"/>
                <a:cs typeface="Arial"/>
              </a:defRPr>
            </a:lvl1pPr>
            <a:lvl2pPr algn="ctr">
              <a:buNone/>
              <a:defRPr sz="5700" b="1">
                <a:solidFill>
                  <a:srgbClr val="FFFFFF"/>
                </a:solidFill>
                <a:latin typeface="Arial"/>
                <a:ea typeface="Arial"/>
                <a:cs typeface="Arial"/>
              </a:defRPr>
            </a:lvl2pPr>
            <a:lvl3pPr algn="ctr">
              <a:buNone/>
              <a:defRPr sz="5700" b="1">
                <a:solidFill>
                  <a:srgbClr val="FFFFFF"/>
                </a:solidFill>
                <a:latin typeface="Arial"/>
                <a:ea typeface="Arial"/>
                <a:cs typeface="Arial"/>
              </a:defRPr>
            </a:lvl3pPr>
            <a:lvl4pPr algn="ctr">
              <a:buNone/>
              <a:defRPr sz="5700" b="1">
                <a:solidFill>
                  <a:srgbClr val="FFFFFF"/>
                </a:solidFill>
                <a:latin typeface="Arial"/>
                <a:ea typeface="Arial"/>
                <a:cs typeface="Arial"/>
              </a:defRPr>
            </a:lvl4pPr>
            <a:lvl5pPr algn="ctr">
              <a:buNone/>
              <a:defRPr sz="5700" b="1">
                <a:solidFill>
                  <a:srgbClr val="FFFFFF"/>
                </a:solidFill>
                <a:latin typeface="Arial"/>
                <a:ea typeface="Arial"/>
                <a:cs typeface="Arial"/>
              </a:defRPr>
            </a:lvl5pPr>
            <a:lvl6pPr algn="ctr">
              <a:buNone/>
              <a:defRPr sz="5700" b="1">
                <a:solidFill>
                  <a:srgbClr val="FFFFFF"/>
                </a:solidFill>
                <a:latin typeface="Arial"/>
                <a:ea typeface="Arial"/>
                <a:cs typeface="Arial"/>
              </a:defRPr>
            </a:lvl6pPr>
            <a:lvl7pPr algn="ctr">
              <a:buNone/>
              <a:defRPr sz="5700" b="1">
                <a:solidFill>
                  <a:srgbClr val="FFFFFF"/>
                </a:solidFill>
                <a:latin typeface="Arial"/>
                <a:ea typeface="Arial"/>
                <a:cs typeface="Arial"/>
              </a:defRPr>
            </a:lvl7pPr>
            <a:lvl8pPr algn="ctr">
              <a:buNone/>
              <a:defRPr sz="5700" b="1">
                <a:solidFill>
                  <a:srgbClr val="FFFFFF"/>
                </a:solidFill>
                <a:latin typeface="Arial"/>
                <a:ea typeface="Arial"/>
                <a:cs typeface="Arial"/>
              </a:defRPr>
            </a:lvl8pPr>
            <a:lvl9pPr algn="ctr">
              <a:buNone/>
              <a:defRPr sz="5700" b="1">
                <a:solidFill>
                  <a:srgbClr val="FFFFFF"/>
                </a:solidFill>
                <a:latin typeface="Arial"/>
                <a:ea typeface="Arial"/>
                <a:cs typeface="Arial"/>
              </a:defRPr>
            </a:lvl9pPr>
          </a:lstStyle>
          <a:p xmlns:a="http://schemas.openxmlformats.org/drawingml/2006/main">
            <a:pPr algn="ctr">
              <a:buNone/>
              <a:defRPr sz="5700" b="1">
                <a:solidFill>
                  <a:srgbClr val="FFFFFF"/>
                </a:solidFill>
                <a:latin typeface="Arial"/>
                <a:ea typeface="Arial"/>
                <a:cs typeface="Arial"/>
              </a:defRPr>
            </a:pPr>
            <a:r>
              <a:rPr sz="5700" b="1">
                <a:solidFill>
                  <a:srgbClr val="FFFFFF"/>
                </a:solidFill>
                <a:latin typeface="Arial"/>
                <a:ea typeface="Arial"/>
                <a:cs typeface="Arial"/>
              </a:rPr>
              <a:t>Q&amp;A</a:t>
            </a:r>
          </a:p>
        </p:txBody>
      </p:sp>
      <p:sp>
        <p:nvSpPr>
          <p:cNvPr id="2" name="Text: Thank you">
            <a:extLst xmlns:a="http://schemas.openxmlformats.org/drawingml/2006/main">
              <a:ext uri="{FF2B5EF4-FFF2-40B4-BE49-F238E27FC236}">
                <a16:creationId xmlns:a16="http://schemas.microsoft.com/office/drawing/2014/main" id="{43AB1D81-70E2-4936-B155-521FC76F2F38}"/>
              </a:ext>
            </a:extLst>
          </p:cNvPr>
          <p:cNvSpPr>
            <a:spLocks xmlns:a="http://schemas.openxmlformats.org/drawingml/2006/main" noGrp="1"/>
          </p:cNvSpPr>
          <p:nvPr/>
        </p:nvSpPr>
        <p:spPr>
          <a:xfrm xmlns:a="http://schemas.openxmlformats.org/drawingml/2006/main">
            <a:off x="742950" y="3219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525" b="0">
                <a:solidFill>
                  <a:srgbClr val="8FD0D3"/>
                </a:solidFill>
                <a:latin typeface="Arial"/>
                <a:ea typeface="Arial"/>
                <a:cs typeface="Arial"/>
              </a:defRPr>
            </a:defPPr>
            <a:lvl1pPr algn="ctr">
              <a:buNone/>
              <a:defRPr sz="3525" b="0">
                <a:solidFill>
                  <a:srgbClr val="8FD0D3"/>
                </a:solidFill>
                <a:latin typeface="Arial"/>
                <a:ea typeface="Arial"/>
                <a:cs typeface="Arial"/>
              </a:defRPr>
            </a:lvl1pPr>
            <a:lvl2pPr algn="ctr">
              <a:buNone/>
              <a:defRPr sz="3525" b="0">
                <a:solidFill>
                  <a:srgbClr val="8FD0D3"/>
                </a:solidFill>
                <a:latin typeface="Arial"/>
                <a:ea typeface="Arial"/>
                <a:cs typeface="Arial"/>
              </a:defRPr>
            </a:lvl2pPr>
            <a:lvl3pPr algn="ctr">
              <a:buNone/>
              <a:defRPr sz="3525" b="0">
                <a:solidFill>
                  <a:srgbClr val="8FD0D3"/>
                </a:solidFill>
                <a:latin typeface="Arial"/>
                <a:ea typeface="Arial"/>
                <a:cs typeface="Arial"/>
              </a:defRPr>
            </a:lvl3pPr>
            <a:lvl4pPr algn="ctr">
              <a:buNone/>
              <a:defRPr sz="3525" b="0">
                <a:solidFill>
                  <a:srgbClr val="8FD0D3"/>
                </a:solidFill>
                <a:latin typeface="Arial"/>
                <a:ea typeface="Arial"/>
                <a:cs typeface="Arial"/>
              </a:defRPr>
            </a:lvl4pPr>
            <a:lvl5pPr algn="ctr">
              <a:buNone/>
              <a:defRPr sz="3525" b="0">
                <a:solidFill>
                  <a:srgbClr val="8FD0D3"/>
                </a:solidFill>
                <a:latin typeface="Arial"/>
                <a:ea typeface="Arial"/>
                <a:cs typeface="Arial"/>
              </a:defRPr>
            </a:lvl5pPr>
            <a:lvl6pPr algn="ctr">
              <a:buNone/>
              <a:defRPr sz="3525" b="0">
                <a:solidFill>
                  <a:srgbClr val="8FD0D3"/>
                </a:solidFill>
                <a:latin typeface="Arial"/>
                <a:ea typeface="Arial"/>
                <a:cs typeface="Arial"/>
              </a:defRPr>
            </a:lvl6pPr>
            <a:lvl7pPr algn="ctr">
              <a:buNone/>
              <a:defRPr sz="3525" b="0">
                <a:solidFill>
                  <a:srgbClr val="8FD0D3"/>
                </a:solidFill>
                <a:latin typeface="Arial"/>
                <a:ea typeface="Arial"/>
                <a:cs typeface="Arial"/>
              </a:defRPr>
            </a:lvl7pPr>
            <a:lvl8pPr algn="ctr">
              <a:buNone/>
              <a:defRPr sz="3525" b="0">
                <a:solidFill>
                  <a:srgbClr val="8FD0D3"/>
                </a:solidFill>
                <a:latin typeface="Arial"/>
                <a:ea typeface="Arial"/>
                <a:cs typeface="Arial"/>
              </a:defRPr>
            </a:lvl8pPr>
            <a:lvl9pPr algn="ctr">
              <a:buNone/>
              <a:defRPr sz="3525" b="0">
                <a:solidFill>
                  <a:srgbClr val="8FD0D3"/>
                </a:solidFill>
                <a:latin typeface="Arial"/>
                <a:ea typeface="Arial"/>
                <a:cs typeface="Arial"/>
              </a:defRPr>
            </a:lvl9pPr>
          </a:lstStyle>
          <a:p xmlns:a="http://schemas.openxmlformats.org/drawingml/2006/main">
            <a:pPr algn="ctr">
              <a:buNone/>
              <a:defRPr sz="3525" b="0">
                <a:solidFill>
                  <a:srgbClr val="8FD0D3"/>
                </a:solidFill>
                <a:latin typeface="Arial"/>
                <a:ea typeface="Arial"/>
                <a:cs typeface="Arial"/>
              </a:defRPr>
            </a:pPr>
            <a:r>
              <a:rPr sz="3525" b="0">
                <a:solidFill>
                  <a:srgbClr val="8FD0D3"/>
                </a:solidFill>
                <a:latin typeface="Arial"/>
                <a:ea typeface="Arial"/>
                <a:cs typeface="Arial"/>
              </a:rPr>
              <a:t>Thank you</a:t>
            </a:r>
          </a:p>
        </p:txBody>
      </p:sp>
      <p:sp>
        <p:nvSpPr>
          <p:cNvPr id="3" name="Text: 15">
            <a:extLst xmlns:a="http://schemas.openxmlformats.org/drawingml/2006/main">
              <a:ext uri="{FF2B5EF4-FFF2-40B4-BE49-F238E27FC236}">
                <a16:creationId xmlns:a16="http://schemas.microsoft.com/office/drawing/2014/main" id="{447C336B-C593-4878-AE06-3874386448AA}"/>
              </a:ext>
            </a:extLst>
          </p:cNvPr>
          <p:cNvSpPr>
            <a:spLocks xmlns:a="http://schemas.openxmlformats.org/drawingml/2006/main" noGrp="1"/>
          </p:cNvSpPr>
          <p:nvPr/>
        </p:nvSpPr>
        <p:spPr>
          <a:xfrm xmlns:a="http://schemas.openxmlformats.org/drawingml/2006/main">
            <a:off x="11068050" y="64770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9CCD1"/>
                </a:solidFill>
                <a:latin typeface="Arial"/>
                <a:ea typeface="Arial"/>
                <a:cs typeface="Arial"/>
              </a:defRPr>
            </a:defPPr>
            <a:lvl1pPr algn="r">
              <a:buNone/>
              <a:defRPr sz="1350" b="0">
                <a:solidFill>
                  <a:srgbClr val="B9CCD1"/>
                </a:solidFill>
                <a:latin typeface="Arial"/>
                <a:ea typeface="Arial"/>
                <a:cs typeface="Arial"/>
              </a:defRPr>
            </a:lvl1pPr>
            <a:lvl2pPr algn="r">
              <a:buNone/>
              <a:defRPr sz="1350" b="0">
                <a:solidFill>
                  <a:srgbClr val="B9CCD1"/>
                </a:solidFill>
                <a:latin typeface="Arial"/>
                <a:ea typeface="Arial"/>
                <a:cs typeface="Arial"/>
              </a:defRPr>
            </a:lvl2pPr>
            <a:lvl3pPr algn="r">
              <a:buNone/>
              <a:defRPr sz="1350" b="0">
                <a:solidFill>
                  <a:srgbClr val="B9CCD1"/>
                </a:solidFill>
                <a:latin typeface="Arial"/>
                <a:ea typeface="Arial"/>
                <a:cs typeface="Arial"/>
              </a:defRPr>
            </a:lvl3pPr>
            <a:lvl4pPr algn="r">
              <a:buNone/>
              <a:defRPr sz="1350" b="0">
                <a:solidFill>
                  <a:srgbClr val="B9CCD1"/>
                </a:solidFill>
                <a:latin typeface="Arial"/>
                <a:ea typeface="Arial"/>
                <a:cs typeface="Arial"/>
              </a:defRPr>
            </a:lvl4pPr>
            <a:lvl5pPr algn="r">
              <a:buNone/>
              <a:defRPr sz="1350" b="0">
                <a:solidFill>
                  <a:srgbClr val="B9CCD1"/>
                </a:solidFill>
                <a:latin typeface="Arial"/>
                <a:ea typeface="Arial"/>
                <a:cs typeface="Arial"/>
              </a:defRPr>
            </a:lvl5pPr>
            <a:lvl6pPr algn="r">
              <a:buNone/>
              <a:defRPr sz="1350" b="0">
                <a:solidFill>
                  <a:srgbClr val="B9CCD1"/>
                </a:solidFill>
                <a:latin typeface="Arial"/>
                <a:ea typeface="Arial"/>
                <a:cs typeface="Arial"/>
              </a:defRPr>
            </a:lvl6pPr>
            <a:lvl7pPr algn="r">
              <a:buNone/>
              <a:defRPr sz="1350" b="0">
                <a:solidFill>
                  <a:srgbClr val="B9CCD1"/>
                </a:solidFill>
                <a:latin typeface="Arial"/>
                <a:ea typeface="Arial"/>
                <a:cs typeface="Arial"/>
              </a:defRPr>
            </a:lvl7pPr>
            <a:lvl8pPr algn="r">
              <a:buNone/>
              <a:defRPr sz="1350" b="0">
                <a:solidFill>
                  <a:srgbClr val="B9CCD1"/>
                </a:solidFill>
                <a:latin typeface="Arial"/>
                <a:ea typeface="Arial"/>
                <a:cs typeface="Arial"/>
              </a:defRPr>
            </a:lvl8pPr>
            <a:lvl9pPr algn="r">
              <a:buNone/>
              <a:defRPr sz="1350" b="0">
                <a:solidFill>
                  <a:srgbClr val="B9CCD1"/>
                </a:solidFill>
                <a:latin typeface="Arial"/>
                <a:ea typeface="Arial"/>
                <a:cs typeface="Arial"/>
              </a:defRPr>
            </a:lvl9pPr>
          </a:lstStyle>
          <a:p xmlns:a="http://schemas.openxmlformats.org/drawingml/2006/main">
            <a:pPr algn="r">
              <a:buNone/>
              <a:defRPr sz="1350" b="0">
                <a:solidFill>
                  <a:srgbClr val="B9CCD1"/>
                </a:solidFill>
                <a:latin typeface="Arial"/>
                <a:ea typeface="Arial"/>
                <a:cs typeface="Arial"/>
              </a:defRPr>
            </a:pPr>
            <a:r>
              <a:rPr sz="1350" b="0">
                <a:solidFill>
                  <a:srgbClr val="B9CCD1"/>
                </a:solidFill>
                <a:latin typeface="Arial"/>
                <a:ea typeface="Arial"/>
                <a:cs typeface="Arial"/>
              </a:rPr>
              <a:t>15</a:t>
            </a:r>
          </a:p>
        </p:txBody>
      </p:sp>
    </p:spTree>
    <p:extLst>
      <p:ext uri="{BB962C8B-B14F-4D97-AF65-F5344CB8AC3E}">
        <p14:creationId xmlns:p14="http://schemas.microsoft.com/office/powerpoint/2010/main" val="1217573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2026-10-21T14:50:43.4750000Z</dcterms:created>
  <dcterms:modified xsi:type="dcterms:W3CDTF">2026-10-21T14:50:43.4750000Z</dcterms:modified>
</coreProperties>
</file>